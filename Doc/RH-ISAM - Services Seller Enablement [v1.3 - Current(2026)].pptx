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embeddedFontLst>
    <p:embeddedFont>
      <p:font typeface="Red Hat Display SemiBold"/>
      <p:regular r:id="rId42"/>
      <p:bold r:id="rId43"/>
      <p:italic r:id="rId44"/>
      <p:boldItalic r:id="rId45"/>
    </p:embeddedFont>
    <p:embeddedFont>
      <p:font typeface="Red Hat Text Medium"/>
      <p:regular r:id="rId46"/>
      <p:bold r:id="rId47"/>
      <p:italic r:id="rId48"/>
      <p:boldItalic r:id="rId49"/>
    </p:embeddedFont>
    <p:embeddedFont>
      <p:font typeface="Red Hat Display Medium"/>
      <p:regular r:id="rId50"/>
      <p:bold r:id="rId51"/>
      <p:italic r:id="rId52"/>
      <p:boldItalic r:id="rId53"/>
    </p:embeddedFont>
    <p:embeddedFont>
      <p:font typeface="Red Hat Display"/>
      <p:regular r:id="rId54"/>
      <p:bold r:id="rId55"/>
      <p:italic r:id="rId56"/>
      <p:boldItalic r:id="rId57"/>
    </p:embeddedFont>
    <p:embeddedFont>
      <p:font typeface="Overpass SemiBold"/>
      <p:regular r:id="rId58"/>
      <p:bold r:id="rId59"/>
      <p:italic r:id="rId60"/>
      <p:boldItalic r:id="rId61"/>
    </p:embeddedFont>
    <p:embeddedFont>
      <p:font typeface="Red Hat Text"/>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C515FB-DDC0-4654-8D68-7B917B50A50D}">
  <a:tblStyle styleId="{5EC515FB-DDC0-4654-8D68-7B917B50A50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EF19856-6AA4-499F-A811-4833F58B4A36}"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RedHatDisplaySemiBold-regular.fntdata"/><Relationship Id="rId41" Type="http://schemas.openxmlformats.org/officeDocument/2006/relationships/slide" Target="slides/slide35.xml"/><Relationship Id="rId44" Type="http://schemas.openxmlformats.org/officeDocument/2006/relationships/font" Target="fonts/RedHatDisplaySemiBold-italic.fntdata"/><Relationship Id="rId43" Type="http://schemas.openxmlformats.org/officeDocument/2006/relationships/font" Target="fonts/RedHatDisplaySemiBold-bold.fntdata"/><Relationship Id="rId46" Type="http://schemas.openxmlformats.org/officeDocument/2006/relationships/font" Target="fonts/RedHatTextMedium-regular.fntdata"/><Relationship Id="rId45" Type="http://schemas.openxmlformats.org/officeDocument/2006/relationships/font" Target="fonts/RedHatDisplay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edHatTextMedium-italic.fntdata"/><Relationship Id="rId47" Type="http://schemas.openxmlformats.org/officeDocument/2006/relationships/font" Target="fonts/RedHatTextMedium-bold.fntdata"/><Relationship Id="rId49" Type="http://schemas.openxmlformats.org/officeDocument/2006/relationships/font" Target="fonts/RedHatTextMedium-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edHatText-regular.fntdata"/><Relationship Id="rId61" Type="http://schemas.openxmlformats.org/officeDocument/2006/relationships/font" Target="fonts/OverpassSemiBold-boldItalic.fntdata"/><Relationship Id="rId20" Type="http://schemas.openxmlformats.org/officeDocument/2006/relationships/slide" Target="slides/slide14.xml"/><Relationship Id="rId64" Type="http://schemas.openxmlformats.org/officeDocument/2006/relationships/font" Target="fonts/RedHatText-italic.fntdata"/><Relationship Id="rId63" Type="http://schemas.openxmlformats.org/officeDocument/2006/relationships/font" Target="fonts/RedHatText-bold.fntdata"/><Relationship Id="rId22" Type="http://schemas.openxmlformats.org/officeDocument/2006/relationships/slide" Target="slides/slide16.xml"/><Relationship Id="rId21" Type="http://schemas.openxmlformats.org/officeDocument/2006/relationships/slide" Target="slides/slide15.xml"/><Relationship Id="rId65" Type="http://schemas.openxmlformats.org/officeDocument/2006/relationships/font" Target="fonts/RedHatText-boldItalic.fntdata"/><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OverpassSemiBold-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edHatDisplayMedium-bold.fntdata"/><Relationship Id="rId50" Type="http://schemas.openxmlformats.org/officeDocument/2006/relationships/font" Target="fonts/RedHatDisplayMedium-regular.fntdata"/><Relationship Id="rId53" Type="http://schemas.openxmlformats.org/officeDocument/2006/relationships/font" Target="fonts/RedHatDisplayMedium-boldItalic.fntdata"/><Relationship Id="rId52" Type="http://schemas.openxmlformats.org/officeDocument/2006/relationships/font" Target="fonts/RedHatDisplayMedium-italic.fntdata"/><Relationship Id="rId11" Type="http://schemas.openxmlformats.org/officeDocument/2006/relationships/slide" Target="slides/slide5.xml"/><Relationship Id="rId55" Type="http://schemas.openxmlformats.org/officeDocument/2006/relationships/font" Target="fonts/RedHatDisplay-bold.fntdata"/><Relationship Id="rId10" Type="http://schemas.openxmlformats.org/officeDocument/2006/relationships/slide" Target="slides/slide4.xml"/><Relationship Id="rId54" Type="http://schemas.openxmlformats.org/officeDocument/2006/relationships/font" Target="fonts/RedHatDisplay-regular.fntdata"/><Relationship Id="rId13" Type="http://schemas.openxmlformats.org/officeDocument/2006/relationships/slide" Target="slides/slide7.xml"/><Relationship Id="rId57" Type="http://schemas.openxmlformats.org/officeDocument/2006/relationships/font" Target="fonts/RedHatDisplay-boldItalic.fntdata"/><Relationship Id="rId12" Type="http://schemas.openxmlformats.org/officeDocument/2006/relationships/slide" Target="slides/slide6.xml"/><Relationship Id="rId56" Type="http://schemas.openxmlformats.org/officeDocument/2006/relationships/font" Target="fonts/RedHatDisplay-italic.fntdata"/><Relationship Id="rId15" Type="http://schemas.openxmlformats.org/officeDocument/2006/relationships/slide" Target="slides/slide9.xml"/><Relationship Id="rId59" Type="http://schemas.openxmlformats.org/officeDocument/2006/relationships/font" Target="fonts/OverpassSemiBold-bold.fntdata"/><Relationship Id="rId14" Type="http://schemas.openxmlformats.org/officeDocument/2006/relationships/slide" Target="slides/slide8.xml"/><Relationship Id="rId58" Type="http://schemas.openxmlformats.org/officeDocument/2006/relationships/font" Target="fonts/OverpassSemiBold-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29a9e1d42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29a9e1d42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b95a2d56b8_1_1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3b95a2d56b8_1_1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14ae85df4ef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14ae85df4ef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1605c06fa29_1_3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1605c06fa29_1_3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a:p>
            <a:pPr indent="0" lvl="0" marL="0" rtl="0" algn="l">
              <a:spcBef>
                <a:spcPts val="0"/>
              </a:spcBef>
              <a:spcAft>
                <a:spcPts val="0"/>
              </a:spcAft>
              <a:buNone/>
            </a:pPr>
            <a:r>
              <a:rPr lang="en"/>
              <a:t>Identify target audience for this deck (probably won’t change much since these are our main sellers?)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277a818bac6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277a818bac6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bullet points, describe what this offering/solution is in simple terms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27b8f9d8053_5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27b8f9d8053_5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a:p>
            <a:pPr indent="0" lvl="0" marL="0" rtl="0" algn="l">
              <a:spcBef>
                <a:spcPts val="0"/>
              </a:spcBef>
              <a:spcAft>
                <a:spcPts val="0"/>
              </a:spcAft>
              <a:buNone/>
            </a:pPr>
            <a:r>
              <a:rPr lang="en"/>
              <a:t>Using bullet points, list out typical client persona and any additional insights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1605c06fa29_1_1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1605c06fa29_1_1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a:p>
            <a:pPr indent="0" lvl="0" marL="0" rtl="0" algn="l">
              <a:spcBef>
                <a:spcPts val="0"/>
              </a:spcBef>
              <a:spcAft>
                <a:spcPts val="0"/>
              </a:spcAft>
              <a:buNone/>
            </a:pPr>
            <a:r>
              <a:rPr lang="en"/>
              <a:t>Using bullet points, list out typical client persona and any additional insights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26e0cd3f0d7_1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26e0cd3f0d7_1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26e0cd3f0d7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26e0cd3f0d7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276922a7f40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276922a7f40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277a818bac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g277a818bac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277a818bac6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277a818bac6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277a818bac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277a818bac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29a7827ba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29a7827ba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Mike Savage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29a7827bab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3" name="Google Shape;963;g29a7827bab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Mike Savage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26e0cd3f0d7_1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26e0cd3f0d7_1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24e159bd37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24e159bd37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277a818bac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1" name="Google Shape;991;g277a818bac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26e0cd3f0d7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1" name="Google Shape;1001;g26e0cd3f0d7_1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Jerone Young</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29e6faa4764_0_1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29e6faa4764_0_1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Martijn Ten Heuvel and Paul Armstrong]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List: </a:t>
            </a:r>
            <a:endParaRPr/>
          </a:p>
          <a:p>
            <a:pPr indent="-298450" lvl="0" marL="457200" rtl="0" algn="l">
              <a:spcBef>
                <a:spcPts val="0"/>
              </a:spcBef>
              <a:spcAft>
                <a:spcPts val="0"/>
              </a:spcAft>
              <a:buSzPts val="1100"/>
              <a:buChar char="-"/>
            </a:pPr>
            <a:r>
              <a:rPr lang="en"/>
              <a:t>Migrate to RHEL document</a:t>
            </a:r>
            <a:endParaRPr/>
          </a:p>
          <a:p>
            <a:pPr indent="-298450" lvl="0" marL="457200" rtl="0" algn="l">
              <a:spcBef>
                <a:spcPts val="0"/>
              </a:spcBef>
              <a:spcAft>
                <a:spcPts val="0"/>
              </a:spcAft>
              <a:buSzPts val="1100"/>
              <a:buChar char="-"/>
            </a:pPr>
            <a:r>
              <a:rPr lang="en"/>
              <a:t>Convert to RHEL document</a:t>
            </a:r>
            <a:endParaRPr/>
          </a:p>
          <a:p>
            <a:pPr indent="-298450" lvl="0" marL="457200" rtl="0" algn="l">
              <a:spcBef>
                <a:spcPts val="0"/>
              </a:spcBef>
              <a:spcAft>
                <a:spcPts val="0"/>
              </a:spcAft>
              <a:buSzPts val="1100"/>
              <a:buChar char="-"/>
            </a:pPr>
            <a:r>
              <a:rPr lang="en"/>
              <a:t>Upgrade to RHEL9 document (DONE)</a:t>
            </a:r>
            <a:endParaRPr/>
          </a:p>
          <a:p>
            <a:pPr indent="-298450" lvl="0" marL="457200" rtl="0" algn="l">
              <a:spcBef>
                <a:spcPts val="0"/>
              </a:spcBef>
              <a:spcAft>
                <a:spcPts val="0"/>
              </a:spcAft>
              <a:buSzPts val="1100"/>
              <a:buChar char="-"/>
            </a:pPr>
            <a:r>
              <a:rPr lang="en"/>
              <a:t>Migration pilot for OSP (openstack) - does that still have a value?</a:t>
            </a:r>
            <a:endParaRPr/>
          </a:p>
          <a:p>
            <a:pPr indent="-298450" lvl="0" marL="457200" rtl="0" algn="l">
              <a:spcBef>
                <a:spcPts val="0"/>
              </a:spcBef>
              <a:spcAft>
                <a:spcPts val="0"/>
              </a:spcAft>
              <a:buSzPts val="1100"/>
              <a:buChar char="-"/>
            </a:pPr>
            <a:r>
              <a:rPr lang="en"/>
              <a:t>Add a new box: migrate to OCP virtualization, find the virtualization approach build.</a:t>
            </a:r>
            <a:endParaRPr/>
          </a:p>
          <a:p>
            <a:pPr indent="-298450" lvl="0" marL="457200" rtl="0" algn="l">
              <a:spcBef>
                <a:spcPts val="0"/>
              </a:spcBef>
              <a:spcAft>
                <a:spcPts val="0"/>
              </a:spcAft>
              <a:buSzPts val="1100"/>
              <a:buChar char="-"/>
            </a:pPr>
            <a:r>
              <a:rPr lang="en"/>
              <a:t>Same with HANA</a:t>
            </a:r>
            <a:endParaRPr/>
          </a:p>
          <a:p>
            <a:pPr indent="-298450" lvl="0" marL="457200" rtl="0" algn="l">
              <a:spcBef>
                <a:spcPts val="0"/>
              </a:spcBef>
              <a:spcAft>
                <a:spcPts val="0"/>
              </a:spcAft>
              <a:buSzPts val="1100"/>
              <a:buChar char="-"/>
            </a:pPr>
            <a:r>
              <a:rPr lang="en"/>
              <a:t>SOE Provisioning also is a link.</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29e6faa4764_0_18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2" name="Google Shape;1032;g29e6faa4764_0_18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[Content Owner: Martijn Ten Heuvel]</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What is not going to RHEL, but to a container, drifts out of this scope, unless it’s going to OCP Virt.</a:t>
            </a:r>
            <a:endParaRPr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27cc3c2db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27cc3c2db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29e6faa4764_0_2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29e6faa4764_0_2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g277a818bac6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8" name="Google Shape;1088;g277a818bac6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a:p>
            <a:pPr indent="0" lvl="0" marL="0" rtl="0" algn="l">
              <a:spcBef>
                <a:spcPts val="0"/>
              </a:spcBef>
              <a:spcAft>
                <a:spcPts val="0"/>
              </a:spcAft>
              <a:buNone/>
            </a:pPr>
            <a:r>
              <a:rPr lang="en"/>
              <a:t>Using bullet points, describe what this offering/solution is in simple terms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299be167197_0_8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5" name="Google Shape;1095;g299be167197_0_8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550">
                <a:solidFill>
                  <a:schemeClr val="dk1"/>
                </a:solidFill>
                <a:latin typeface="Red Hat Text"/>
                <a:ea typeface="Red Hat Text"/>
                <a:cs typeface="Red Hat Text"/>
                <a:sym typeface="Red Hat Text"/>
              </a:rPr>
              <a:t> (1 minute) Red Hat Enterprise Linux  Solutions to Individuals Challenges </a:t>
            </a:r>
            <a:endParaRPr sz="1550">
              <a:solidFill>
                <a:schemeClr val="dk1"/>
              </a:solidFill>
              <a:latin typeface="Red Hat Text"/>
              <a:ea typeface="Red Hat Text"/>
              <a:cs typeface="Red Hat Text"/>
              <a:sym typeface="Red Hat Text"/>
            </a:endParaRPr>
          </a:p>
          <a:p>
            <a:pPr indent="0" lvl="0" marL="457200" rtl="0" algn="l">
              <a:spcBef>
                <a:spcPts val="0"/>
              </a:spcBef>
              <a:spcAft>
                <a:spcPts val="0"/>
              </a:spcAft>
              <a:buClr>
                <a:schemeClr val="dk1"/>
              </a:buClr>
              <a:buSzPts val="1100"/>
              <a:buFont typeface="Arial"/>
              <a:buNone/>
            </a:pPr>
            <a:r>
              <a:t/>
            </a:r>
            <a:endParaRPr sz="1550">
              <a:solidFill>
                <a:schemeClr val="dk1"/>
              </a:solidFill>
              <a:latin typeface="Red Hat Text"/>
              <a:ea typeface="Red Hat Text"/>
              <a:cs typeface="Red Hat Text"/>
              <a:sym typeface="Red Hat Text"/>
            </a:endParaRPr>
          </a:p>
          <a:p>
            <a:pPr indent="0" lvl="0" marL="0" rtl="0" algn="l">
              <a:spcBef>
                <a:spcPts val="0"/>
              </a:spcBef>
              <a:spcAft>
                <a:spcPts val="0"/>
              </a:spcAft>
              <a:buNone/>
            </a:pPr>
            <a:r>
              <a:rPr lang="en" sz="1550">
                <a:solidFill>
                  <a:srgbClr val="161719"/>
                </a:solidFill>
                <a:latin typeface="Red Hat Display"/>
                <a:ea typeface="Red Hat Display"/>
                <a:cs typeface="Red Hat Display"/>
                <a:sym typeface="Red Hat Display"/>
              </a:rPr>
              <a:t>With Red Hat Enterprise Linux, your business can access a platform with unlimited potential that will reduce friction across IT teams and help meet the demands of your business stakeholders. </a:t>
            </a:r>
            <a:endParaRPr sz="1550">
              <a:solidFill>
                <a:srgbClr val="161719"/>
              </a:solidFill>
              <a:latin typeface="Red Hat Display"/>
              <a:ea typeface="Red Hat Display"/>
              <a:cs typeface="Red Hat Display"/>
              <a:sym typeface="Red Hat Display"/>
            </a:endParaRPr>
          </a:p>
          <a:p>
            <a:pPr indent="0" lvl="0" marL="0" rtl="0" algn="l">
              <a:spcBef>
                <a:spcPts val="0"/>
              </a:spcBef>
              <a:spcAft>
                <a:spcPts val="0"/>
              </a:spcAft>
              <a:buNone/>
            </a:pPr>
            <a:r>
              <a:t/>
            </a:r>
            <a:endParaRPr sz="1550">
              <a:solidFill>
                <a:srgbClr val="161719"/>
              </a:solidFill>
              <a:latin typeface="Red Hat Display"/>
              <a:ea typeface="Red Hat Display"/>
              <a:cs typeface="Red Hat Display"/>
              <a:sym typeface="Red Hat Display"/>
            </a:endParaRPr>
          </a:p>
          <a:p>
            <a:pPr indent="-327025" lvl="0" marL="457200" rtl="0" algn="l">
              <a:spcBef>
                <a:spcPts val="0"/>
              </a:spcBef>
              <a:spcAft>
                <a:spcPts val="0"/>
              </a:spcAft>
              <a:buClr>
                <a:srgbClr val="161719"/>
              </a:buClr>
              <a:buSzPts val="1550"/>
              <a:buFont typeface="Red Hat Display"/>
              <a:buChar char="-"/>
            </a:pPr>
            <a:r>
              <a:rPr lang="en" sz="1550">
                <a:solidFill>
                  <a:srgbClr val="161719"/>
                </a:solidFill>
                <a:latin typeface="Red Hat Display"/>
                <a:ea typeface="Red Hat Display"/>
                <a:cs typeface="Red Hat Display"/>
                <a:sym typeface="Red Hat Display"/>
              </a:rPr>
              <a:t>This platform provides a consistent and repeatable experience across physical, virtual, private cloud, public cloud, and edge, allowing your IT Operations Lead manage a streamlined and efficient environment. </a:t>
            </a:r>
            <a:endParaRPr sz="1550">
              <a:solidFill>
                <a:srgbClr val="161719"/>
              </a:solidFill>
              <a:latin typeface="Red Hat Display"/>
              <a:ea typeface="Red Hat Display"/>
              <a:cs typeface="Red Hat Display"/>
              <a:sym typeface="Red Hat Display"/>
            </a:endParaRPr>
          </a:p>
          <a:p>
            <a:pPr indent="-327025" lvl="0" marL="457200" rtl="0" algn="l">
              <a:spcBef>
                <a:spcPts val="0"/>
              </a:spcBef>
              <a:spcAft>
                <a:spcPts val="0"/>
              </a:spcAft>
              <a:buClr>
                <a:srgbClr val="161719"/>
              </a:buClr>
              <a:buSzPts val="1550"/>
              <a:buFont typeface="Red Hat Display"/>
              <a:buChar char="-"/>
            </a:pPr>
            <a:r>
              <a:rPr lang="en" sz="1550">
                <a:solidFill>
                  <a:srgbClr val="161719"/>
                </a:solidFill>
                <a:latin typeface="Red Hat Display"/>
                <a:ea typeface="Red Hat Display"/>
                <a:cs typeface="Red Hat Display"/>
                <a:sym typeface="Red Hat Display"/>
              </a:rPr>
              <a:t>Enterprise Architects will also benefit from the freedom and flexibility with longer life cycles, and robust ecosystem of certified hardware, software, and cloud partners</a:t>
            </a:r>
            <a:r>
              <a:rPr lang="en" sz="1550">
                <a:solidFill>
                  <a:srgbClr val="161719"/>
                </a:solidFill>
                <a:latin typeface="Red Hat Display"/>
                <a:ea typeface="Red Hat Display"/>
                <a:cs typeface="Red Hat Display"/>
                <a:sym typeface="Red Hat Display"/>
              </a:rPr>
              <a:t>. They’ll benefit from this because they be able to work towards building out consistent and repeatable environments. </a:t>
            </a:r>
            <a:endParaRPr sz="1550">
              <a:solidFill>
                <a:srgbClr val="161719"/>
              </a:solidFill>
              <a:latin typeface="Red Hat Display"/>
              <a:ea typeface="Red Hat Display"/>
              <a:cs typeface="Red Hat Display"/>
              <a:sym typeface="Red Hat Display"/>
            </a:endParaRPr>
          </a:p>
          <a:p>
            <a:pPr indent="-327025" lvl="0" marL="457200" rtl="0" algn="l">
              <a:spcBef>
                <a:spcPts val="0"/>
              </a:spcBef>
              <a:spcAft>
                <a:spcPts val="0"/>
              </a:spcAft>
              <a:buClr>
                <a:srgbClr val="161719"/>
              </a:buClr>
              <a:buSzPts val="1550"/>
              <a:buFont typeface="Red Hat Display"/>
              <a:buChar char="-"/>
            </a:pPr>
            <a:r>
              <a:rPr lang="en" sz="1550">
                <a:solidFill>
                  <a:srgbClr val="161719"/>
                </a:solidFill>
                <a:latin typeface="Red Hat Display"/>
                <a:ea typeface="Red Hat Display"/>
                <a:cs typeface="Red Hat Display"/>
                <a:sym typeface="Red Hat Display"/>
              </a:rPr>
              <a:t>Meanwhile, your System Administrator can build out automated administration of critical infrastructure with scalability and portability on-premise or in the clou</a:t>
            </a:r>
            <a:r>
              <a:rPr lang="en" sz="1550">
                <a:solidFill>
                  <a:srgbClr val="161719"/>
                </a:solidFill>
                <a:latin typeface="Red Hat Display"/>
                <a:ea typeface="Red Hat Display"/>
                <a:cs typeface="Red Hat Display"/>
                <a:sym typeface="Red Hat Display"/>
              </a:rPr>
              <a:t>d which will allow them to spend more time focusing on critical initiatives </a:t>
            </a:r>
            <a:endParaRPr sz="1550">
              <a:solidFill>
                <a:srgbClr val="161719"/>
              </a:solidFill>
              <a:latin typeface="Red Hat Display"/>
              <a:ea typeface="Red Hat Display"/>
              <a:cs typeface="Red Hat Display"/>
              <a:sym typeface="Red Hat Display"/>
            </a:endParaRPr>
          </a:p>
          <a:p>
            <a:pPr indent="-327025" lvl="0" marL="457200" rtl="0" algn="l">
              <a:spcBef>
                <a:spcPts val="0"/>
              </a:spcBef>
              <a:spcAft>
                <a:spcPts val="0"/>
              </a:spcAft>
              <a:buClr>
                <a:srgbClr val="161719"/>
              </a:buClr>
              <a:buSzPts val="1550"/>
              <a:buFont typeface="Red Hat Display"/>
              <a:buChar char="-"/>
            </a:pPr>
            <a:r>
              <a:rPr lang="en" sz="1550">
                <a:solidFill>
                  <a:srgbClr val="161719"/>
                </a:solidFill>
                <a:latin typeface="Red Hat Display"/>
                <a:ea typeface="Red Hat Display"/>
                <a:cs typeface="Red Hat Display"/>
                <a:sym typeface="Red Hat Display"/>
              </a:rPr>
              <a:t>Developers can leverage containers and consistent application packaging, portability, and security to deliver applications faster. </a:t>
            </a:r>
            <a:endParaRPr sz="1550">
              <a:solidFill>
                <a:srgbClr val="161719"/>
              </a:solidFill>
              <a:latin typeface="Red Hat Display"/>
              <a:ea typeface="Red Hat Display"/>
              <a:cs typeface="Red Hat Display"/>
              <a:sym typeface="Red Hat Display"/>
            </a:endParaRPr>
          </a:p>
          <a:p>
            <a:pPr indent="0" lvl="0" marL="0" rtl="0" algn="l">
              <a:spcBef>
                <a:spcPts val="0"/>
              </a:spcBef>
              <a:spcAft>
                <a:spcPts val="0"/>
              </a:spcAft>
              <a:buNone/>
            </a:pPr>
            <a:r>
              <a:t/>
            </a:r>
            <a:endParaRPr sz="1550">
              <a:solidFill>
                <a:srgbClr val="161719"/>
              </a:solidFill>
              <a:latin typeface="Red Hat Display"/>
              <a:ea typeface="Red Hat Display"/>
              <a:cs typeface="Red Hat Display"/>
              <a:sym typeface="Red Hat Display"/>
            </a:endParaRPr>
          </a:p>
          <a:p>
            <a:pPr indent="0" lvl="0" marL="0" rtl="0" algn="l">
              <a:spcBef>
                <a:spcPts val="0"/>
              </a:spcBef>
              <a:spcAft>
                <a:spcPts val="0"/>
              </a:spcAft>
              <a:buNone/>
            </a:pPr>
            <a:r>
              <a:rPr lang="en" sz="1550">
                <a:solidFill>
                  <a:srgbClr val="161719"/>
                </a:solidFill>
                <a:latin typeface="Red Hat Display"/>
                <a:ea typeface="Red Hat Display"/>
                <a:cs typeface="Red Hat Display"/>
                <a:sym typeface="Red Hat Display"/>
              </a:rPr>
              <a:t>No matter what your next digital transformation entails, Red Hat Enterprise Linux will be there to support your goals.</a:t>
            </a:r>
            <a:endParaRPr sz="1550">
              <a:solidFill>
                <a:schemeClr val="dk1"/>
              </a:solidFill>
              <a:latin typeface="Red Hat Text"/>
              <a:ea typeface="Red Hat Text"/>
              <a:cs typeface="Red Hat Text"/>
              <a:sym typeface="Red Hat Text"/>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299be167197_0_1614: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3" name="Google Shape;1133;g299be167197_0_1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Satellite for RHEL combines the capabilities of Satellite with the simplicity of management from the cloud and helps to improve overall operational efficiency by 28%.</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Red Hat Satellite helps to patch, provision, report, and control your RHEL hosts and paired with Red Hat Insights, Satellite helps to to both identify issues via cloud.redhat.com and remediate them.  We’ll talk more about this later as we move into what’s new with Satellite.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299be167197_0_4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0" name="Google Shape;1160;g299be167197_0_4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b="1">
              <a:solidFill>
                <a:schemeClr val="dk1"/>
              </a:solidFill>
              <a:latin typeface="Red Hat Display"/>
              <a:ea typeface="Red Hat Display"/>
              <a:cs typeface="Red Hat Display"/>
              <a:sym typeface="Red Hat Display"/>
            </a:endParaRPr>
          </a:p>
          <a:p>
            <a:pPr indent="0" lvl="0" marL="0" rtl="0" algn="l">
              <a:lnSpc>
                <a:spcPct val="115000"/>
              </a:lnSpc>
              <a:spcBef>
                <a:spcPts val="0"/>
              </a:spcBef>
              <a:spcAft>
                <a:spcPts val="0"/>
              </a:spcAft>
              <a:buClr>
                <a:schemeClr val="dk1"/>
              </a:buClr>
              <a:buSzPts val="1100"/>
              <a:buFont typeface="Arial"/>
              <a:buNone/>
            </a:pPr>
            <a:r>
              <a:t/>
            </a:r>
            <a:endParaRPr b="1">
              <a:solidFill>
                <a:schemeClr val="dk1"/>
              </a:solidFill>
              <a:latin typeface="Red Hat Display"/>
              <a:ea typeface="Red Hat Display"/>
              <a:cs typeface="Red Hat Display"/>
              <a:sym typeface="Red Hat Display"/>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Red Hat Display"/>
                <a:ea typeface="Red Hat Display"/>
                <a:cs typeface="Red Hat Display"/>
                <a:sym typeface="Red Hat Display"/>
              </a:rPr>
              <a:t>IT automation can bring the necessary change to tackle these challenges by...</a:t>
            </a:r>
            <a:endParaRPr b="1">
              <a:solidFill>
                <a:schemeClr val="dk1"/>
              </a:solidFill>
              <a:latin typeface="Red Hat Display"/>
              <a:ea typeface="Red Hat Display"/>
              <a:cs typeface="Red Hat Display"/>
              <a:sym typeface="Red Hat Display"/>
            </a:endParaRPr>
          </a:p>
          <a:p>
            <a:pPr indent="-298450" lvl="0" marL="457200" rtl="0" algn="l">
              <a:lnSpc>
                <a:spcPct val="115000"/>
              </a:lnSpc>
              <a:spcBef>
                <a:spcPts val="0"/>
              </a:spcBef>
              <a:spcAft>
                <a:spcPts val="0"/>
              </a:spcAft>
              <a:buClr>
                <a:schemeClr val="dk1"/>
              </a:buClr>
              <a:buSzPts val="1100"/>
              <a:buFont typeface="Red Hat Display"/>
              <a:buChar char="●"/>
            </a:pPr>
            <a:r>
              <a:rPr b="1" lang="en">
                <a:solidFill>
                  <a:schemeClr val="dk1"/>
                </a:solidFill>
                <a:latin typeface="Red Hat Display"/>
                <a:ea typeface="Red Hat Display"/>
                <a:cs typeface="Red Hat Display"/>
                <a:sym typeface="Red Hat Display"/>
              </a:rPr>
              <a:t>integrating</a:t>
            </a:r>
            <a:r>
              <a:rPr lang="en">
                <a:solidFill>
                  <a:schemeClr val="dk1"/>
                </a:solidFill>
                <a:latin typeface="Red Hat Display"/>
                <a:ea typeface="Red Hat Display"/>
                <a:cs typeface="Red Hat Display"/>
                <a:sym typeface="Red Hat Display"/>
              </a:rPr>
              <a:t> the different tools within siloed domains</a:t>
            </a:r>
            <a:endParaRPr>
              <a:solidFill>
                <a:schemeClr val="dk1"/>
              </a:solidFill>
              <a:latin typeface="Red Hat Display"/>
              <a:ea typeface="Red Hat Display"/>
              <a:cs typeface="Red Hat Display"/>
              <a:sym typeface="Red Hat Display"/>
            </a:endParaRPr>
          </a:p>
          <a:p>
            <a:pPr indent="-298450" lvl="0" marL="457200" rtl="0" algn="l">
              <a:lnSpc>
                <a:spcPct val="115000"/>
              </a:lnSpc>
              <a:spcBef>
                <a:spcPts val="0"/>
              </a:spcBef>
              <a:spcAft>
                <a:spcPts val="0"/>
              </a:spcAft>
              <a:buClr>
                <a:schemeClr val="dk1"/>
              </a:buClr>
              <a:buSzPts val="1100"/>
              <a:buFont typeface="Red Hat Display"/>
              <a:buChar char="●"/>
            </a:pPr>
            <a:r>
              <a:rPr b="1" lang="en">
                <a:solidFill>
                  <a:schemeClr val="dk1"/>
                </a:solidFill>
                <a:latin typeface="Red Hat Display"/>
                <a:ea typeface="Red Hat Display"/>
                <a:cs typeface="Red Hat Display"/>
                <a:sym typeface="Red Hat Display"/>
              </a:rPr>
              <a:t>streamlining</a:t>
            </a:r>
            <a:r>
              <a:rPr lang="en">
                <a:solidFill>
                  <a:schemeClr val="dk1"/>
                </a:solidFill>
                <a:latin typeface="Red Hat Display"/>
                <a:ea typeface="Red Hat Display"/>
                <a:cs typeface="Red Hat Display"/>
                <a:sym typeface="Red Hat Display"/>
              </a:rPr>
              <a:t> processes across the tools</a:t>
            </a:r>
            <a:endParaRPr>
              <a:solidFill>
                <a:schemeClr val="dk1"/>
              </a:solidFill>
              <a:latin typeface="Red Hat Display"/>
              <a:ea typeface="Red Hat Display"/>
              <a:cs typeface="Red Hat Display"/>
              <a:sym typeface="Red Hat Display"/>
            </a:endParaRPr>
          </a:p>
          <a:p>
            <a:pPr indent="-298450" lvl="0" marL="457200" rtl="0" algn="l">
              <a:lnSpc>
                <a:spcPct val="115000"/>
              </a:lnSpc>
              <a:spcBef>
                <a:spcPts val="0"/>
              </a:spcBef>
              <a:spcAft>
                <a:spcPts val="0"/>
              </a:spcAft>
              <a:buClr>
                <a:schemeClr val="dk1"/>
              </a:buClr>
              <a:buSzPts val="1100"/>
              <a:buFont typeface="Red Hat Display"/>
              <a:buChar char="●"/>
            </a:pPr>
            <a:r>
              <a:rPr b="1" lang="en">
                <a:solidFill>
                  <a:schemeClr val="dk1"/>
                </a:solidFill>
                <a:latin typeface="Red Hat Display"/>
                <a:ea typeface="Red Hat Display"/>
                <a:cs typeface="Red Hat Display"/>
                <a:sym typeface="Red Hat Display"/>
              </a:rPr>
              <a:t>breaking down the silos</a:t>
            </a:r>
            <a:r>
              <a:rPr lang="en">
                <a:solidFill>
                  <a:schemeClr val="dk1"/>
                </a:solidFill>
                <a:latin typeface="Red Hat Display"/>
                <a:ea typeface="Red Hat Display"/>
                <a:cs typeface="Red Hat Display"/>
                <a:sym typeface="Red Hat Display"/>
              </a:rPr>
              <a:t> between teams,</a:t>
            </a:r>
            <a:r>
              <a:rPr b="1" lang="en">
                <a:solidFill>
                  <a:schemeClr val="dk1"/>
                </a:solidFill>
                <a:latin typeface="Red Hat Display"/>
                <a:ea typeface="Red Hat Display"/>
                <a:cs typeface="Red Hat Display"/>
                <a:sym typeface="Red Hat Display"/>
              </a:rPr>
              <a:t> integrating</a:t>
            </a:r>
            <a:r>
              <a:rPr lang="en">
                <a:solidFill>
                  <a:schemeClr val="dk1"/>
                </a:solidFill>
                <a:latin typeface="Red Hat Display"/>
                <a:ea typeface="Red Hat Display"/>
                <a:cs typeface="Red Hat Display"/>
                <a:sym typeface="Red Hat Display"/>
              </a:rPr>
              <a:t> the various tools and processes across </a:t>
            </a:r>
            <a:r>
              <a:rPr lang="en">
                <a:solidFill>
                  <a:schemeClr val="dk1"/>
                </a:solidFill>
                <a:latin typeface="Red Hat Display"/>
                <a:ea typeface="Red Hat Display"/>
                <a:cs typeface="Red Hat Display"/>
                <a:sym typeface="Red Hat Display"/>
              </a:rPr>
              <a:t>teams</a:t>
            </a:r>
            <a:endParaRPr>
              <a:solidFill>
                <a:schemeClr val="dk1"/>
              </a:solidFill>
              <a:latin typeface="Red Hat Display"/>
              <a:ea typeface="Red Hat Display"/>
              <a:cs typeface="Red Hat Display"/>
              <a:sym typeface="Red Hat Display"/>
            </a:endParaRPr>
          </a:p>
          <a:p>
            <a:pPr indent="-298450" lvl="0" marL="457200" rtl="0" algn="l">
              <a:lnSpc>
                <a:spcPct val="115000"/>
              </a:lnSpc>
              <a:spcBef>
                <a:spcPts val="0"/>
              </a:spcBef>
              <a:spcAft>
                <a:spcPts val="0"/>
              </a:spcAft>
              <a:buClr>
                <a:schemeClr val="dk1"/>
              </a:buClr>
              <a:buSzPts val="1100"/>
              <a:buFont typeface="Red Hat Display"/>
              <a:buChar char="●"/>
            </a:pPr>
            <a:r>
              <a:rPr b="1" lang="en">
                <a:solidFill>
                  <a:schemeClr val="dk1"/>
                </a:solidFill>
                <a:latin typeface="Red Hat Display"/>
                <a:ea typeface="Red Hat Display"/>
                <a:cs typeface="Red Hat Display"/>
                <a:sym typeface="Red Hat Display"/>
              </a:rPr>
              <a:t>establishing consistent governance</a:t>
            </a:r>
            <a:r>
              <a:rPr lang="en">
                <a:solidFill>
                  <a:schemeClr val="dk1"/>
                </a:solidFill>
                <a:latin typeface="Red Hat Display"/>
                <a:ea typeface="Red Hat Display"/>
                <a:cs typeface="Red Hat Display"/>
                <a:sym typeface="Red Hat Display"/>
              </a:rPr>
              <a:t> of processes, products, and technologies</a:t>
            </a:r>
            <a:endParaRPr>
              <a:solidFill>
                <a:schemeClr val="dk1"/>
              </a:solidFill>
              <a:latin typeface="Red Hat Display"/>
              <a:ea typeface="Red Hat Display"/>
              <a:cs typeface="Red Hat Display"/>
              <a:sym typeface="Red Hat Display"/>
            </a:endParaRPr>
          </a:p>
          <a:p>
            <a:pPr indent="-298450" lvl="0" marL="457200" rtl="0" algn="l">
              <a:lnSpc>
                <a:spcPct val="115000"/>
              </a:lnSpc>
              <a:spcBef>
                <a:spcPts val="0"/>
              </a:spcBef>
              <a:spcAft>
                <a:spcPts val="0"/>
              </a:spcAft>
              <a:buClr>
                <a:schemeClr val="dk1"/>
              </a:buClr>
              <a:buSzPts val="1100"/>
              <a:buFont typeface="Red Hat Display"/>
              <a:buChar char="●"/>
            </a:pPr>
            <a:r>
              <a:rPr b="1" lang="en">
                <a:solidFill>
                  <a:schemeClr val="dk1"/>
                </a:solidFill>
                <a:latin typeface="Red Hat Display"/>
                <a:ea typeface="Red Hat Display"/>
                <a:cs typeface="Red Hat Display"/>
                <a:sym typeface="Red Hat Display"/>
              </a:rPr>
              <a:t>offering clear interfaces</a:t>
            </a:r>
            <a:r>
              <a:rPr lang="en">
                <a:solidFill>
                  <a:schemeClr val="dk1"/>
                </a:solidFill>
                <a:latin typeface="Red Hat Display"/>
                <a:ea typeface="Red Hat Display"/>
                <a:cs typeface="Red Hat Display"/>
                <a:sym typeface="Red Hat Display"/>
              </a:rPr>
              <a:t> to provide and to consume resources as part of the automation</a:t>
            </a:r>
            <a:endParaRPr>
              <a:solidFill>
                <a:schemeClr val="dk1"/>
              </a:solidFill>
              <a:latin typeface="Red Hat Display"/>
              <a:ea typeface="Red Hat Display"/>
              <a:cs typeface="Red Hat Display"/>
              <a:sym typeface="Red Hat Display"/>
            </a:endParaRPr>
          </a:p>
          <a:p>
            <a:pPr indent="-298450" lvl="0" marL="457200" rtl="0" algn="l">
              <a:lnSpc>
                <a:spcPct val="115000"/>
              </a:lnSpc>
              <a:spcBef>
                <a:spcPts val="0"/>
              </a:spcBef>
              <a:spcAft>
                <a:spcPts val="0"/>
              </a:spcAft>
              <a:buClr>
                <a:schemeClr val="dk1"/>
              </a:buClr>
              <a:buSzPts val="1100"/>
              <a:buFont typeface="Red Hat Display"/>
              <a:buChar char="●"/>
            </a:pPr>
            <a:r>
              <a:rPr lang="en">
                <a:solidFill>
                  <a:schemeClr val="dk1"/>
                </a:solidFill>
                <a:latin typeface="Red Hat Display"/>
                <a:ea typeface="Red Hat Display"/>
                <a:cs typeface="Red Hat Display"/>
                <a:sym typeface="Red Hat Display"/>
              </a:rPr>
              <a:t>providing clear means to implement new processes and new content to extend the automation it self</a:t>
            </a:r>
            <a:endParaRPr sz="1000">
              <a:latin typeface="Red Hat Display"/>
              <a:ea typeface="Red Hat Display"/>
              <a:cs typeface="Red Hat Display"/>
              <a:sym typeface="Red Hat Display"/>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299be167197_0_4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4" name="Google Shape;1224;g299be167197_0_4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Identity Management in RHEL - Centralize identity management, enforce security controls, and comply with security standards.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Centralize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Applies business policy for centralized enforcement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Provides centralized identity store to ensure efficient authentication and a single source of truth</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Ensures that authentication occurs wherever you are for a better user experience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Works across the footprints and platforms for easy deployment on new systems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Secure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Enforces the principle of least-privilege using configurable access control and role-based permissions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Supports multiple authentication types such as two-factor authentication, SSO integration, certificate authority, and more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Delivers the right protocols for the right authentication types to ensure secure user and service access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Comply</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Provides a certified solution that is independently validated to ensure compliance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Tracks user activity with audit logs and session recording for security event and incident response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Enables you to implement best practices and standards to support your compliance strategy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latin typeface="Red Hat Text"/>
              <a:ea typeface="Red Hat Text"/>
              <a:cs typeface="Red Hat Text"/>
              <a:sym typeface="Red Hat Text"/>
            </a:endParaRPr>
          </a:p>
          <a:p>
            <a:pPr indent="0" lvl="0" marL="0" rtl="0" algn="l">
              <a:spcBef>
                <a:spcPts val="0"/>
              </a:spcBef>
              <a:spcAft>
                <a:spcPts val="0"/>
              </a:spcAft>
              <a:buNone/>
            </a:pPr>
            <a:r>
              <a:t/>
            </a:r>
            <a:endParaRPr sz="1200">
              <a:solidFill>
                <a:schemeClr val="dk1"/>
              </a:solidFill>
              <a:latin typeface="Red Hat Display"/>
              <a:ea typeface="Red Hat Display"/>
              <a:cs typeface="Red Hat Display"/>
              <a:sym typeface="Red Hat Display"/>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27b8f9d8053_5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27b8f9d8053_5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[Content Owner]: Paul Armstrong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1605c06fa29_1_4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1605c06fa29_1_4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Using bullet points, describe the top requested capabilities of this offering/solution in simple terms</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Utilize footnotes if needed, otherwise delete</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15b82932376_0_2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7" name="Google Shape;1267;g15b82932376_0_2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g29e6faa47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5" name="Google Shape;1275;g29e6faa47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 Mike Savage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29e6faa4764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2" name="Google Shape;1282;g29e6faa4764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27a6a75e986_0_1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27a6a75e986_0_1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27cf194228e_0_1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7" name="Google Shape;1297;g27cf194228e_0_1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6.png"/><Relationship Id="rId3" Type="http://schemas.openxmlformats.org/officeDocument/2006/relationships/image" Target="../media/image1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6.png"/><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15.png"/><Relationship Id="rId4" Type="http://schemas.openxmlformats.org/officeDocument/2006/relationships/image" Target="../media/image1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15.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4.png"/><Relationship Id="rId3" Type="http://schemas.openxmlformats.org/officeDocument/2006/relationships/image" Target="../media/image7.png"/><Relationship Id="rId4"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4.png"/><Relationship Id="rId3" Type="http://schemas.openxmlformats.org/officeDocument/2006/relationships/image" Target="../media/image15.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4.png"/><Relationship Id="rId3" Type="http://schemas.openxmlformats.org/officeDocument/2006/relationships/image" Target="../media/image12.png"/><Relationship Id="rId4" Type="http://schemas.openxmlformats.org/officeDocument/2006/relationships/image" Target="../media/image1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4.png"/><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1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1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5.png"/><Relationship Id="rId3"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5.png"/><Relationship Id="rId3"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14.png"/><Relationship Id="rId4" Type="http://schemas.openxmlformats.org/officeDocument/2006/relationships/image" Target="../media/image1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1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6.png"/><Relationship Id="rId3"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3.png"/><Relationship Id="rId3" Type="http://schemas.openxmlformats.org/officeDocument/2006/relationships/image" Target="../media/image19.png"/><Relationship Id="rId4"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3.png"/><Relationship Id="rId3" Type="http://schemas.openxmlformats.org/officeDocument/2006/relationships/image" Target="../media/image21.pn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2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2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2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2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6.png"/><Relationship Id="rId3"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title" type="title">
  <p:cSld name="TITLE">
    <p:bg>
      <p:bgPr>
        <a:blipFill>
          <a:blip r:embed="rId2">
            <a:alphaModFix/>
          </a:blip>
          <a:stretch>
            <a:fillRect/>
          </a:stretch>
        </a:blipFill>
      </p:bgPr>
    </p:bg>
    <p:spTree>
      <p:nvGrpSpPr>
        <p:cNvPr id="8" name="Shape 8"/>
        <p:cNvGrpSpPr/>
        <p:nvPr/>
      </p:nvGrpSpPr>
      <p:grpSpPr>
        <a:xfrm>
          <a:off x="0" y="0"/>
          <a:ext cx="0" cy="0"/>
          <a:chOff x="0" y="0"/>
          <a:chExt cx="0" cy="0"/>
        </a:xfrm>
      </p:grpSpPr>
      <p:sp>
        <p:nvSpPr>
          <p:cNvPr id="9" name="Google Shape;9;p2"/>
          <p:cNvSpPr/>
          <p:nvPr/>
        </p:nvSpPr>
        <p:spPr>
          <a:xfrm>
            <a:off x="7212881" y="4409156"/>
            <a:ext cx="1931100" cy="7344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 name="Google Shape;10;p2"/>
          <p:cNvSpPr txBox="1"/>
          <p:nvPr>
            <p:ph idx="1" type="subTitle"/>
          </p:nvPr>
        </p:nvSpPr>
        <p:spPr>
          <a:xfrm>
            <a:off x="1562794" y="2641369"/>
            <a:ext cx="5649900" cy="6858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1"/>
              </a:buClr>
              <a:buSzPts val="2100"/>
              <a:buFont typeface="Red Hat Display"/>
              <a:buNone/>
              <a:defRPr sz="2100">
                <a:solidFill>
                  <a:schemeClr val="lt1"/>
                </a:solidFill>
                <a:latin typeface="Red Hat Display"/>
                <a:ea typeface="Red Hat Display"/>
                <a:cs typeface="Red Hat Display"/>
                <a:sym typeface="Red Hat Display"/>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1" name="Google Shape;11;p2"/>
          <p:cNvSpPr txBox="1"/>
          <p:nvPr>
            <p:ph type="title"/>
          </p:nvPr>
        </p:nvSpPr>
        <p:spPr>
          <a:xfrm>
            <a:off x="1562906" y="1307719"/>
            <a:ext cx="5649900" cy="1200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3600">
                <a:solidFill>
                  <a:schemeClr val="lt1"/>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sz="3500">
                <a:solidFill>
                  <a:schemeClr val="lt1"/>
                </a:solidFill>
              </a:defRPr>
            </a:lvl2pPr>
            <a:lvl3pPr lvl="2">
              <a:lnSpc>
                <a:spcPct val="105000"/>
              </a:lnSpc>
              <a:spcBef>
                <a:spcPts val="0"/>
              </a:spcBef>
              <a:spcAft>
                <a:spcPts val="0"/>
              </a:spcAft>
              <a:buNone/>
              <a:defRPr sz="3500">
                <a:solidFill>
                  <a:schemeClr val="lt1"/>
                </a:solidFill>
              </a:defRPr>
            </a:lvl3pPr>
            <a:lvl4pPr lvl="3">
              <a:lnSpc>
                <a:spcPct val="105000"/>
              </a:lnSpc>
              <a:spcBef>
                <a:spcPts val="0"/>
              </a:spcBef>
              <a:spcAft>
                <a:spcPts val="0"/>
              </a:spcAft>
              <a:buNone/>
              <a:defRPr sz="3500">
                <a:solidFill>
                  <a:schemeClr val="lt1"/>
                </a:solidFill>
              </a:defRPr>
            </a:lvl4pPr>
            <a:lvl5pPr lvl="4">
              <a:lnSpc>
                <a:spcPct val="105000"/>
              </a:lnSpc>
              <a:spcBef>
                <a:spcPts val="0"/>
              </a:spcBef>
              <a:spcAft>
                <a:spcPts val="0"/>
              </a:spcAft>
              <a:buNone/>
              <a:defRPr sz="3500">
                <a:solidFill>
                  <a:schemeClr val="lt1"/>
                </a:solidFill>
              </a:defRPr>
            </a:lvl5pPr>
            <a:lvl6pPr lvl="5">
              <a:lnSpc>
                <a:spcPct val="105000"/>
              </a:lnSpc>
              <a:spcBef>
                <a:spcPts val="0"/>
              </a:spcBef>
              <a:spcAft>
                <a:spcPts val="0"/>
              </a:spcAft>
              <a:buNone/>
              <a:defRPr sz="3500">
                <a:solidFill>
                  <a:schemeClr val="lt1"/>
                </a:solidFill>
              </a:defRPr>
            </a:lvl6pPr>
            <a:lvl7pPr lvl="6">
              <a:lnSpc>
                <a:spcPct val="105000"/>
              </a:lnSpc>
              <a:spcBef>
                <a:spcPts val="0"/>
              </a:spcBef>
              <a:spcAft>
                <a:spcPts val="0"/>
              </a:spcAft>
              <a:buNone/>
              <a:defRPr sz="3500">
                <a:solidFill>
                  <a:schemeClr val="lt1"/>
                </a:solidFill>
              </a:defRPr>
            </a:lvl7pPr>
            <a:lvl8pPr lvl="7">
              <a:lnSpc>
                <a:spcPct val="105000"/>
              </a:lnSpc>
              <a:spcBef>
                <a:spcPts val="0"/>
              </a:spcBef>
              <a:spcAft>
                <a:spcPts val="0"/>
              </a:spcAft>
              <a:buNone/>
              <a:defRPr sz="3500">
                <a:solidFill>
                  <a:schemeClr val="lt1"/>
                </a:solidFill>
              </a:defRPr>
            </a:lvl8pPr>
            <a:lvl9pPr lvl="8">
              <a:lnSpc>
                <a:spcPct val="105000"/>
              </a:lnSpc>
              <a:spcBef>
                <a:spcPts val="0"/>
              </a:spcBef>
              <a:spcAft>
                <a:spcPts val="0"/>
              </a:spcAft>
              <a:buNone/>
              <a:defRPr sz="3500">
                <a:solidFill>
                  <a:schemeClr val="lt1"/>
                </a:solidFill>
              </a:defRPr>
            </a:lvl9pPr>
          </a:lstStyle>
          <a:p/>
        </p:txBody>
      </p:sp>
      <p:sp>
        <p:nvSpPr>
          <p:cNvPr id="12" name="Google Shape;12;p2"/>
          <p:cNvSpPr txBox="1"/>
          <p:nvPr>
            <p:ph idx="2" type="subTitle"/>
          </p:nvPr>
        </p:nvSpPr>
        <p:spPr>
          <a:xfrm>
            <a:off x="1562794" y="3454125"/>
            <a:ext cx="1530300" cy="4542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100"/>
              <a:buFont typeface="Red Hat Display Medium"/>
              <a:buNone/>
              <a:defRPr sz="11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2pPr>
            <a:lvl3pPr lvl="2">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3pPr>
            <a:lvl4pPr lvl="3">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4pPr>
            <a:lvl5pPr lvl="4">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5pPr>
            <a:lvl6pPr lvl="5">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6pPr>
            <a:lvl7pPr lvl="6">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7pPr>
            <a:lvl8pPr lvl="7">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8pPr>
            <a:lvl9pPr lvl="8">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9pPr>
          </a:lstStyle>
          <a:p/>
        </p:txBody>
      </p:sp>
      <p:sp>
        <p:nvSpPr>
          <p:cNvPr id="13" name="Google Shape;13;p2"/>
          <p:cNvSpPr txBox="1"/>
          <p:nvPr>
            <p:ph idx="3" type="subTitle"/>
          </p:nvPr>
        </p:nvSpPr>
        <p:spPr>
          <a:xfrm>
            <a:off x="3353888" y="3454125"/>
            <a:ext cx="1530300" cy="4542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100"/>
              <a:buFont typeface="Red Hat Display Medium"/>
              <a:buNone/>
              <a:defRPr sz="11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2pPr>
            <a:lvl3pPr lvl="2">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3pPr>
            <a:lvl4pPr lvl="3">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4pPr>
            <a:lvl5pPr lvl="4">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5pPr>
            <a:lvl6pPr lvl="5">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6pPr>
            <a:lvl7pPr lvl="6">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7pPr>
            <a:lvl8pPr lvl="7">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8pPr>
            <a:lvl9pPr lvl="8">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9pPr>
          </a:lstStyle>
          <a:p/>
        </p:txBody>
      </p:sp>
      <p:pic>
        <p:nvPicPr>
          <p:cNvPr id="14" name="Google Shape;14;p2"/>
          <p:cNvPicPr preferRelativeResize="0"/>
          <p:nvPr/>
        </p:nvPicPr>
        <p:blipFill>
          <a:blip r:embed="rId3">
            <a:alphaModFix/>
          </a:blip>
          <a:stretch>
            <a:fillRect/>
          </a:stretch>
        </p:blipFill>
        <p:spPr>
          <a:xfrm>
            <a:off x="7580138" y="4652989"/>
            <a:ext cx="1185206" cy="279575"/>
          </a:xfrm>
          <a:prstGeom prst="rect">
            <a:avLst/>
          </a:prstGeom>
          <a:noFill/>
          <a:ln>
            <a:noFill/>
          </a:ln>
        </p:spPr>
      </p:pic>
      <p:cxnSp>
        <p:nvCxnSpPr>
          <p:cNvPr id="15" name="Google Shape;15;p2"/>
          <p:cNvCxnSpPr/>
          <p:nvPr/>
        </p:nvCxnSpPr>
        <p:spPr>
          <a:xfrm rot="10800000">
            <a:off x="335825" y="4801200"/>
            <a:ext cx="0" cy="342300"/>
          </a:xfrm>
          <a:prstGeom prst="straightConnector1">
            <a:avLst/>
          </a:prstGeom>
          <a:noFill/>
          <a:ln cap="flat" cmpd="sng" w="7150">
            <a:solidFill>
              <a:srgbClr val="EE0000"/>
            </a:solidFill>
            <a:prstDash val="solid"/>
            <a:round/>
            <a:headEnd len="med" w="med" type="none"/>
            <a:tailEnd len="med" w="med" type="none"/>
          </a:ln>
        </p:spPr>
      </p:cxnSp>
      <p:sp>
        <p:nvSpPr>
          <p:cNvPr id="16" name="Google Shape;16;p2"/>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closing">
  <p:cSld name="TITLE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3"/>
          <p:cNvSpPr/>
          <p:nvPr/>
        </p:nvSpPr>
        <p:spPr>
          <a:xfrm>
            <a:off x="7212881" y="4409156"/>
            <a:ext cx="1931100" cy="7344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 name="Google Shape;19;p3"/>
          <p:cNvSpPr txBox="1"/>
          <p:nvPr>
            <p:ph idx="1" type="subTitle"/>
          </p:nvPr>
        </p:nvSpPr>
        <p:spPr>
          <a:xfrm>
            <a:off x="1562794" y="2256319"/>
            <a:ext cx="3109800" cy="11436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100"/>
              <a:buFont typeface="Red Hat Display"/>
              <a:buNone/>
              <a:defRPr sz="1100">
                <a:solidFill>
                  <a:schemeClr val="lt1"/>
                </a:solidFill>
                <a:latin typeface="Red Hat Display"/>
                <a:ea typeface="Red Hat Display"/>
                <a:cs typeface="Red Hat Display"/>
                <a:sym typeface="Red Hat Display"/>
              </a:defRPr>
            </a:lvl1pPr>
            <a:lvl2pPr lvl="1">
              <a:lnSpc>
                <a:spcPct val="180000"/>
              </a:lnSpc>
              <a:spcBef>
                <a:spcPts val="0"/>
              </a:spcBef>
              <a:spcAft>
                <a:spcPts val="0"/>
              </a:spcAft>
              <a:buClr>
                <a:schemeClr val="lt1"/>
              </a:buClr>
              <a:buSzPts val="1100"/>
              <a:buNone/>
              <a:defRPr sz="1100">
                <a:solidFill>
                  <a:schemeClr val="lt1"/>
                </a:solidFill>
              </a:defRPr>
            </a:lvl2pPr>
            <a:lvl3pPr lvl="2">
              <a:lnSpc>
                <a:spcPct val="180000"/>
              </a:lnSpc>
              <a:spcBef>
                <a:spcPts val="0"/>
              </a:spcBef>
              <a:spcAft>
                <a:spcPts val="0"/>
              </a:spcAft>
              <a:buClr>
                <a:schemeClr val="lt1"/>
              </a:buClr>
              <a:buSzPts val="1100"/>
              <a:buNone/>
              <a:defRPr sz="1100">
                <a:solidFill>
                  <a:schemeClr val="lt1"/>
                </a:solidFill>
              </a:defRPr>
            </a:lvl3pPr>
            <a:lvl4pPr lvl="3">
              <a:lnSpc>
                <a:spcPct val="180000"/>
              </a:lnSpc>
              <a:spcBef>
                <a:spcPts val="0"/>
              </a:spcBef>
              <a:spcAft>
                <a:spcPts val="0"/>
              </a:spcAft>
              <a:buClr>
                <a:schemeClr val="lt1"/>
              </a:buClr>
              <a:buSzPts val="1100"/>
              <a:buNone/>
              <a:defRPr sz="1100">
                <a:solidFill>
                  <a:schemeClr val="lt1"/>
                </a:solidFill>
              </a:defRPr>
            </a:lvl4pPr>
            <a:lvl5pPr lvl="4">
              <a:lnSpc>
                <a:spcPct val="180000"/>
              </a:lnSpc>
              <a:spcBef>
                <a:spcPts val="0"/>
              </a:spcBef>
              <a:spcAft>
                <a:spcPts val="0"/>
              </a:spcAft>
              <a:buClr>
                <a:schemeClr val="lt1"/>
              </a:buClr>
              <a:buSzPts val="1100"/>
              <a:buNone/>
              <a:defRPr sz="1100">
                <a:solidFill>
                  <a:schemeClr val="lt1"/>
                </a:solidFill>
              </a:defRPr>
            </a:lvl5pPr>
            <a:lvl6pPr lvl="5">
              <a:lnSpc>
                <a:spcPct val="180000"/>
              </a:lnSpc>
              <a:spcBef>
                <a:spcPts val="0"/>
              </a:spcBef>
              <a:spcAft>
                <a:spcPts val="0"/>
              </a:spcAft>
              <a:buClr>
                <a:schemeClr val="lt1"/>
              </a:buClr>
              <a:buSzPts val="1100"/>
              <a:buNone/>
              <a:defRPr sz="1100">
                <a:solidFill>
                  <a:schemeClr val="lt1"/>
                </a:solidFill>
              </a:defRPr>
            </a:lvl6pPr>
            <a:lvl7pPr lvl="6">
              <a:lnSpc>
                <a:spcPct val="180000"/>
              </a:lnSpc>
              <a:spcBef>
                <a:spcPts val="0"/>
              </a:spcBef>
              <a:spcAft>
                <a:spcPts val="0"/>
              </a:spcAft>
              <a:buClr>
                <a:schemeClr val="lt1"/>
              </a:buClr>
              <a:buSzPts val="1100"/>
              <a:buNone/>
              <a:defRPr sz="1100">
                <a:solidFill>
                  <a:schemeClr val="lt1"/>
                </a:solidFill>
              </a:defRPr>
            </a:lvl7pPr>
            <a:lvl8pPr lvl="7">
              <a:lnSpc>
                <a:spcPct val="180000"/>
              </a:lnSpc>
              <a:spcBef>
                <a:spcPts val="0"/>
              </a:spcBef>
              <a:spcAft>
                <a:spcPts val="0"/>
              </a:spcAft>
              <a:buClr>
                <a:schemeClr val="lt1"/>
              </a:buClr>
              <a:buSzPts val="1100"/>
              <a:buNone/>
              <a:defRPr sz="1100">
                <a:solidFill>
                  <a:schemeClr val="lt1"/>
                </a:solidFill>
              </a:defRPr>
            </a:lvl8pPr>
            <a:lvl9pPr lvl="8">
              <a:lnSpc>
                <a:spcPct val="180000"/>
              </a:lnSpc>
              <a:spcBef>
                <a:spcPts val="0"/>
              </a:spcBef>
              <a:spcAft>
                <a:spcPts val="0"/>
              </a:spcAft>
              <a:buClr>
                <a:schemeClr val="lt1"/>
              </a:buClr>
              <a:buSzPts val="1100"/>
              <a:buNone/>
              <a:defRPr sz="1100">
                <a:solidFill>
                  <a:schemeClr val="lt1"/>
                </a:solidFill>
              </a:defRPr>
            </a:lvl9pPr>
          </a:lstStyle>
          <a:p/>
        </p:txBody>
      </p:sp>
      <p:sp>
        <p:nvSpPr>
          <p:cNvPr id="20" name="Google Shape;20;p3"/>
          <p:cNvSpPr txBox="1"/>
          <p:nvPr>
            <p:ph type="title"/>
          </p:nvPr>
        </p:nvSpPr>
        <p:spPr>
          <a:xfrm>
            <a:off x="1562906" y="426469"/>
            <a:ext cx="3678900" cy="14892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100">
                <a:solidFill>
                  <a:schemeClr val="lt1"/>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sz="5300">
                <a:solidFill>
                  <a:schemeClr val="lt1"/>
                </a:solidFill>
              </a:defRPr>
            </a:lvl2pPr>
            <a:lvl3pPr lvl="2">
              <a:lnSpc>
                <a:spcPct val="105000"/>
              </a:lnSpc>
              <a:spcBef>
                <a:spcPts val="0"/>
              </a:spcBef>
              <a:spcAft>
                <a:spcPts val="0"/>
              </a:spcAft>
              <a:buNone/>
              <a:defRPr sz="5300">
                <a:solidFill>
                  <a:schemeClr val="lt1"/>
                </a:solidFill>
              </a:defRPr>
            </a:lvl3pPr>
            <a:lvl4pPr lvl="3">
              <a:lnSpc>
                <a:spcPct val="105000"/>
              </a:lnSpc>
              <a:spcBef>
                <a:spcPts val="0"/>
              </a:spcBef>
              <a:spcAft>
                <a:spcPts val="0"/>
              </a:spcAft>
              <a:buNone/>
              <a:defRPr sz="5300">
                <a:solidFill>
                  <a:schemeClr val="lt1"/>
                </a:solidFill>
              </a:defRPr>
            </a:lvl4pPr>
            <a:lvl5pPr lvl="4">
              <a:lnSpc>
                <a:spcPct val="105000"/>
              </a:lnSpc>
              <a:spcBef>
                <a:spcPts val="0"/>
              </a:spcBef>
              <a:spcAft>
                <a:spcPts val="0"/>
              </a:spcAft>
              <a:buNone/>
              <a:defRPr sz="5300">
                <a:solidFill>
                  <a:schemeClr val="lt1"/>
                </a:solidFill>
              </a:defRPr>
            </a:lvl5pPr>
            <a:lvl6pPr lvl="5">
              <a:lnSpc>
                <a:spcPct val="105000"/>
              </a:lnSpc>
              <a:spcBef>
                <a:spcPts val="0"/>
              </a:spcBef>
              <a:spcAft>
                <a:spcPts val="0"/>
              </a:spcAft>
              <a:buNone/>
              <a:defRPr sz="5300">
                <a:solidFill>
                  <a:schemeClr val="lt1"/>
                </a:solidFill>
              </a:defRPr>
            </a:lvl6pPr>
            <a:lvl7pPr lvl="6">
              <a:lnSpc>
                <a:spcPct val="105000"/>
              </a:lnSpc>
              <a:spcBef>
                <a:spcPts val="0"/>
              </a:spcBef>
              <a:spcAft>
                <a:spcPts val="0"/>
              </a:spcAft>
              <a:buNone/>
              <a:defRPr sz="5300">
                <a:solidFill>
                  <a:schemeClr val="lt1"/>
                </a:solidFill>
              </a:defRPr>
            </a:lvl7pPr>
            <a:lvl8pPr lvl="7">
              <a:lnSpc>
                <a:spcPct val="105000"/>
              </a:lnSpc>
              <a:spcBef>
                <a:spcPts val="0"/>
              </a:spcBef>
              <a:spcAft>
                <a:spcPts val="0"/>
              </a:spcAft>
              <a:buNone/>
              <a:defRPr sz="5300">
                <a:solidFill>
                  <a:schemeClr val="lt1"/>
                </a:solidFill>
              </a:defRPr>
            </a:lvl8pPr>
            <a:lvl9pPr lvl="8">
              <a:lnSpc>
                <a:spcPct val="105000"/>
              </a:lnSpc>
              <a:spcBef>
                <a:spcPts val="0"/>
              </a:spcBef>
              <a:spcAft>
                <a:spcPts val="0"/>
              </a:spcAft>
              <a:buNone/>
              <a:defRPr sz="5300">
                <a:solidFill>
                  <a:schemeClr val="lt1"/>
                </a:solidFill>
              </a:defRPr>
            </a:lvl9pPr>
          </a:lstStyle>
          <a:p/>
        </p:txBody>
      </p:sp>
      <p:pic>
        <p:nvPicPr>
          <p:cNvPr id="21" name="Google Shape;21;p3"/>
          <p:cNvPicPr preferRelativeResize="0"/>
          <p:nvPr/>
        </p:nvPicPr>
        <p:blipFill>
          <a:blip r:embed="rId3">
            <a:alphaModFix/>
          </a:blip>
          <a:stretch>
            <a:fillRect/>
          </a:stretch>
        </p:blipFill>
        <p:spPr>
          <a:xfrm>
            <a:off x="7580138" y="4652989"/>
            <a:ext cx="1185206" cy="279575"/>
          </a:xfrm>
          <a:prstGeom prst="rect">
            <a:avLst/>
          </a:prstGeom>
          <a:noFill/>
          <a:ln>
            <a:noFill/>
          </a:ln>
        </p:spPr>
      </p:pic>
      <p:pic>
        <p:nvPicPr>
          <p:cNvPr id="22" name="Google Shape;22;p3"/>
          <p:cNvPicPr preferRelativeResize="0"/>
          <p:nvPr/>
        </p:nvPicPr>
        <p:blipFill rotWithShape="1">
          <a:blip r:embed="rId4">
            <a:alphaModFix/>
          </a:blip>
          <a:srcRect b="0" l="0" r="0" t="0"/>
          <a:stretch/>
        </p:blipFill>
        <p:spPr>
          <a:xfrm>
            <a:off x="5657004" y="1980543"/>
            <a:ext cx="211969" cy="211969"/>
          </a:xfrm>
          <a:prstGeom prst="rect">
            <a:avLst/>
          </a:prstGeom>
          <a:noFill/>
          <a:ln>
            <a:noFill/>
          </a:ln>
        </p:spPr>
      </p:pic>
      <p:pic>
        <p:nvPicPr>
          <p:cNvPr id="23" name="Google Shape;23;p3"/>
          <p:cNvPicPr preferRelativeResize="0"/>
          <p:nvPr/>
        </p:nvPicPr>
        <p:blipFill rotWithShape="1">
          <a:blip r:embed="rId5">
            <a:alphaModFix/>
          </a:blip>
          <a:srcRect b="0" l="0" r="0" t="0"/>
          <a:stretch/>
        </p:blipFill>
        <p:spPr>
          <a:xfrm>
            <a:off x="5657004" y="2441999"/>
            <a:ext cx="211969" cy="211969"/>
          </a:xfrm>
          <a:prstGeom prst="rect">
            <a:avLst/>
          </a:prstGeom>
          <a:noFill/>
          <a:ln>
            <a:noFill/>
          </a:ln>
        </p:spPr>
      </p:pic>
      <p:sp>
        <p:nvSpPr>
          <p:cNvPr id="24" name="Google Shape;24;p3"/>
          <p:cNvSpPr txBox="1"/>
          <p:nvPr/>
        </p:nvSpPr>
        <p:spPr>
          <a:xfrm>
            <a:off x="5970356" y="1915519"/>
            <a:ext cx="2649300" cy="3420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1100">
                <a:solidFill>
                  <a:schemeClr val="lt1"/>
                </a:solidFill>
                <a:latin typeface="Red Hat Display"/>
                <a:ea typeface="Red Hat Display"/>
                <a:cs typeface="Red Hat Display"/>
                <a:sym typeface="Red Hat Display"/>
              </a:rPr>
              <a:t>youtube.com/c/RedHatEnterpriseLinux</a:t>
            </a:r>
            <a:endParaRPr sz="1100">
              <a:solidFill>
                <a:schemeClr val="lt1"/>
              </a:solidFill>
              <a:latin typeface="Red Hat Display"/>
              <a:ea typeface="Red Hat Display"/>
              <a:cs typeface="Red Hat Display"/>
              <a:sym typeface="Red Hat Display"/>
            </a:endParaRPr>
          </a:p>
        </p:txBody>
      </p:sp>
      <p:sp>
        <p:nvSpPr>
          <p:cNvPr id="25" name="Google Shape;25;p3"/>
          <p:cNvSpPr txBox="1"/>
          <p:nvPr/>
        </p:nvSpPr>
        <p:spPr>
          <a:xfrm>
            <a:off x="5970354" y="2376938"/>
            <a:ext cx="2245200" cy="3420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1100">
                <a:solidFill>
                  <a:schemeClr val="lt1"/>
                </a:solidFill>
                <a:latin typeface="Red Hat Display"/>
                <a:ea typeface="Red Hat Display"/>
                <a:cs typeface="Red Hat Display"/>
                <a:sym typeface="Red Hat Display"/>
              </a:rPr>
              <a:t>twitter.com/RHEL</a:t>
            </a:r>
            <a:endParaRPr sz="1100">
              <a:solidFill>
                <a:schemeClr val="lt1"/>
              </a:solidFill>
              <a:latin typeface="Red Hat Display"/>
              <a:ea typeface="Red Hat Display"/>
              <a:cs typeface="Red Hat Display"/>
              <a:sym typeface="Red Hat Display"/>
            </a:endParaRPr>
          </a:p>
        </p:txBody>
      </p:sp>
      <p:cxnSp>
        <p:nvCxnSpPr>
          <p:cNvPr id="26" name="Google Shape;26;p3"/>
          <p:cNvCxnSpPr/>
          <p:nvPr/>
        </p:nvCxnSpPr>
        <p:spPr>
          <a:xfrm rot="10800000">
            <a:off x="335831" y="-37"/>
            <a:ext cx="0" cy="1712100"/>
          </a:xfrm>
          <a:prstGeom prst="straightConnector1">
            <a:avLst/>
          </a:prstGeom>
          <a:noFill/>
          <a:ln cap="flat" cmpd="sng" w="7150">
            <a:solidFill>
              <a:srgbClr val="800000"/>
            </a:solidFill>
            <a:prstDash val="solid"/>
            <a:round/>
            <a:headEnd len="med" w="med" type="none"/>
            <a:tailEnd len="med" w="med" type="none"/>
          </a:ln>
        </p:spPr>
      </p:cxnSp>
      <p:cxnSp>
        <p:nvCxnSpPr>
          <p:cNvPr id="27" name="Google Shape;27;p3"/>
          <p:cNvCxnSpPr/>
          <p:nvPr/>
        </p:nvCxnSpPr>
        <p:spPr>
          <a:xfrm rot="10800000">
            <a:off x="335825" y="4801200"/>
            <a:ext cx="0" cy="342300"/>
          </a:xfrm>
          <a:prstGeom prst="straightConnector1">
            <a:avLst/>
          </a:prstGeom>
          <a:noFill/>
          <a:ln cap="flat" cmpd="sng" w="7150">
            <a:solidFill>
              <a:srgbClr val="800000"/>
            </a:solidFill>
            <a:prstDash val="solid"/>
            <a:round/>
            <a:headEnd len="med" w="med" type="none"/>
            <a:tailEnd len="med" w="med" type="none"/>
          </a:ln>
        </p:spPr>
      </p:cxnSp>
      <p:sp>
        <p:nvSpPr>
          <p:cNvPr id="28" name="Google Shape;28;p3"/>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9" name="Google Shape;29;p3"/>
          <p:cNvPicPr preferRelativeResize="0"/>
          <p:nvPr/>
        </p:nvPicPr>
        <p:blipFill>
          <a:blip r:embed="rId6">
            <a:alphaModFix/>
          </a:blip>
          <a:stretch>
            <a:fillRect/>
          </a:stretch>
        </p:blipFill>
        <p:spPr>
          <a:xfrm>
            <a:off x="5656997" y="2903447"/>
            <a:ext cx="211969" cy="211969"/>
          </a:xfrm>
          <a:prstGeom prst="rect">
            <a:avLst/>
          </a:prstGeom>
          <a:noFill/>
          <a:ln>
            <a:noFill/>
          </a:ln>
        </p:spPr>
      </p:pic>
      <p:sp>
        <p:nvSpPr>
          <p:cNvPr id="30" name="Google Shape;30;p3"/>
          <p:cNvSpPr txBox="1"/>
          <p:nvPr/>
        </p:nvSpPr>
        <p:spPr>
          <a:xfrm>
            <a:off x="5970354" y="2838356"/>
            <a:ext cx="2245200" cy="3420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1100">
                <a:solidFill>
                  <a:schemeClr val="lt1"/>
                </a:solidFill>
                <a:latin typeface="Red Hat Display"/>
                <a:ea typeface="Red Hat Display"/>
                <a:cs typeface="Red Hat Display"/>
                <a:sym typeface="Red Hat Display"/>
              </a:rPr>
              <a:t>Reddit.com/r/redhat</a:t>
            </a:r>
            <a:endParaRPr sz="1100">
              <a:solidFill>
                <a:schemeClr val="lt1"/>
              </a:solidFill>
              <a:latin typeface="Red Hat Display"/>
              <a:ea typeface="Red Hat Display"/>
              <a:cs typeface="Red Hat Display"/>
              <a:sym typeface="Red Hat Display"/>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Title">
  <p:cSld name="TITLE_2">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4"/>
          <p:cNvSpPr/>
          <p:nvPr/>
        </p:nvSpPr>
        <p:spPr>
          <a:xfrm>
            <a:off x="0" y="0"/>
            <a:ext cx="9144000" cy="4409100"/>
          </a:xfrm>
          <a:prstGeom prst="rect">
            <a:avLst/>
          </a:prstGeom>
          <a:solidFill>
            <a:schemeClr val="dk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 name="Google Shape;33;p4"/>
          <p:cNvSpPr/>
          <p:nvPr/>
        </p:nvSpPr>
        <p:spPr>
          <a:xfrm>
            <a:off x="7212881" y="4409156"/>
            <a:ext cx="1931100" cy="7344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 name="Google Shape;34;p4"/>
          <p:cNvSpPr txBox="1"/>
          <p:nvPr>
            <p:ph idx="1" type="subTitle"/>
          </p:nvPr>
        </p:nvSpPr>
        <p:spPr>
          <a:xfrm>
            <a:off x="1562794" y="2641369"/>
            <a:ext cx="5649900" cy="6858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1"/>
              </a:buClr>
              <a:buSzPts val="2100"/>
              <a:buFont typeface="Red Hat Display"/>
              <a:buNone/>
              <a:defRPr sz="2100">
                <a:solidFill>
                  <a:schemeClr val="lt1"/>
                </a:solidFill>
                <a:latin typeface="Red Hat Display"/>
                <a:ea typeface="Red Hat Display"/>
                <a:cs typeface="Red Hat Display"/>
                <a:sym typeface="Red Hat Display"/>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35" name="Google Shape;35;p4"/>
          <p:cNvSpPr txBox="1"/>
          <p:nvPr>
            <p:ph type="title"/>
          </p:nvPr>
        </p:nvSpPr>
        <p:spPr>
          <a:xfrm>
            <a:off x="1562906" y="1307719"/>
            <a:ext cx="5649900" cy="1200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36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3600">
                <a:solidFill>
                  <a:schemeClr val="lt1"/>
                </a:solidFill>
              </a:defRPr>
            </a:lvl2pPr>
            <a:lvl3pPr lvl="2">
              <a:lnSpc>
                <a:spcPct val="100000"/>
              </a:lnSpc>
              <a:spcBef>
                <a:spcPts val="0"/>
              </a:spcBef>
              <a:spcAft>
                <a:spcPts val="0"/>
              </a:spcAft>
              <a:buNone/>
              <a:defRPr sz="3600">
                <a:solidFill>
                  <a:schemeClr val="lt1"/>
                </a:solidFill>
              </a:defRPr>
            </a:lvl3pPr>
            <a:lvl4pPr lvl="3">
              <a:lnSpc>
                <a:spcPct val="100000"/>
              </a:lnSpc>
              <a:spcBef>
                <a:spcPts val="0"/>
              </a:spcBef>
              <a:spcAft>
                <a:spcPts val="0"/>
              </a:spcAft>
              <a:buNone/>
              <a:defRPr sz="3600">
                <a:solidFill>
                  <a:schemeClr val="lt1"/>
                </a:solidFill>
              </a:defRPr>
            </a:lvl4pPr>
            <a:lvl5pPr lvl="4">
              <a:lnSpc>
                <a:spcPct val="100000"/>
              </a:lnSpc>
              <a:spcBef>
                <a:spcPts val="0"/>
              </a:spcBef>
              <a:spcAft>
                <a:spcPts val="0"/>
              </a:spcAft>
              <a:buNone/>
              <a:defRPr sz="3600">
                <a:solidFill>
                  <a:schemeClr val="lt1"/>
                </a:solidFill>
              </a:defRPr>
            </a:lvl5pPr>
            <a:lvl6pPr lvl="5">
              <a:lnSpc>
                <a:spcPct val="100000"/>
              </a:lnSpc>
              <a:spcBef>
                <a:spcPts val="0"/>
              </a:spcBef>
              <a:spcAft>
                <a:spcPts val="0"/>
              </a:spcAft>
              <a:buNone/>
              <a:defRPr sz="3600">
                <a:solidFill>
                  <a:schemeClr val="lt1"/>
                </a:solidFill>
              </a:defRPr>
            </a:lvl6pPr>
            <a:lvl7pPr lvl="6">
              <a:lnSpc>
                <a:spcPct val="100000"/>
              </a:lnSpc>
              <a:spcBef>
                <a:spcPts val="0"/>
              </a:spcBef>
              <a:spcAft>
                <a:spcPts val="0"/>
              </a:spcAft>
              <a:buNone/>
              <a:defRPr sz="3600">
                <a:solidFill>
                  <a:schemeClr val="lt1"/>
                </a:solidFill>
              </a:defRPr>
            </a:lvl7pPr>
            <a:lvl8pPr lvl="7">
              <a:lnSpc>
                <a:spcPct val="100000"/>
              </a:lnSpc>
              <a:spcBef>
                <a:spcPts val="0"/>
              </a:spcBef>
              <a:spcAft>
                <a:spcPts val="0"/>
              </a:spcAft>
              <a:buNone/>
              <a:defRPr sz="3600">
                <a:solidFill>
                  <a:schemeClr val="lt1"/>
                </a:solidFill>
              </a:defRPr>
            </a:lvl8pPr>
            <a:lvl9pPr lvl="8">
              <a:lnSpc>
                <a:spcPct val="100000"/>
              </a:lnSpc>
              <a:spcBef>
                <a:spcPts val="0"/>
              </a:spcBef>
              <a:spcAft>
                <a:spcPts val="0"/>
              </a:spcAft>
              <a:buNone/>
              <a:defRPr sz="3600">
                <a:solidFill>
                  <a:schemeClr val="lt1"/>
                </a:solidFill>
              </a:defRPr>
            </a:lvl9pPr>
          </a:lstStyle>
          <a:p/>
        </p:txBody>
      </p:sp>
      <p:sp>
        <p:nvSpPr>
          <p:cNvPr id="36" name="Google Shape;36;p4"/>
          <p:cNvSpPr txBox="1"/>
          <p:nvPr>
            <p:ph idx="2" type="subTitle"/>
          </p:nvPr>
        </p:nvSpPr>
        <p:spPr>
          <a:xfrm>
            <a:off x="1562794" y="3454125"/>
            <a:ext cx="1530300" cy="4542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100"/>
              <a:buFont typeface="Red Hat Display Medium"/>
              <a:buNone/>
              <a:defRPr sz="11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400"/>
              <a:buFont typeface="Red Hat Display Medium"/>
              <a:buNone/>
              <a:defRPr>
                <a:solidFill>
                  <a:schemeClr val="lt1"/>
                </a:solidFill>
                <a:latin typeface="Red Hat Display Medium"/>
                <a:ea typeface="Red Hat Display Medium"/>
                <a:cs typeface="Red Hat Display Medium"/>
                <a:sym typeface="Red Hat Display Medium"/>
              </a:defRPr>
            </a:lvl2pPr>
            <a:lvl3pPr lvl="2">
              <a:lnSpc>
                <a:spcPct val="135000"/>
              </a:lnSpc>
              <a:spcBef>
                <a:spcPts val="0"/>
              </a:spcBef>
              <a:spcAft>
                <a:spcPts val="0"/>
              </a:spcAft>
              <a:buClr>
                <a:schemeClr val="lt1"/>
              </a:buClr>
              <a:buSzPts val="1400"/>
              <a:buFont typeface="Red Hat Display Medium"/>
              <a:buNone/>
              <a:defRPr>
                <a:solidFill>
                  <a:schemeClr val="lt1"/>
                </a:solidFill>
                <a:latin typeface="Red Hat Display Medium"/>
                <a:ea typeface="Red Hat Display Medium"/>
                <a:cs typeface="Red Hat Display Medium"/>
                <a:sym typeface="Red Hat Display Medium"/>
              </a:defRPr>
            </a:lvl3pPr>
            <a:lvl4pPr lvl="3">
              <a:lnSpc>
                <a:spcPct val="135000"/>
              </a:lnSpc>
              <a:spcBef>
                <a:spcPts val="0"/>
              </a:spcBef>
              <a:spcAft>
                <a:spcPts val="0"/>
              </a:spcAft>
              <a:buClr>
                <a:schemeClr val="lt1"/>
              </a:buClr>
              <a:buSzPts val="1400"/>
              <a:buFont typeface="Red Hat Display Medium"/>
              <a:buNone/>
              <a:defRPr>
                <a:solidFill>
                  <a:schemeClr val="lt1"/>
                </a:solidFill>
                <a:latin typeface="Red Hat Display Medium"/>
                <a:ea typeface="Red Hat Display Medium"/>
                <a:cs typeface="Red Hat Display Medium"/>
                <a:sym typeface="Red Hat Display Medium"/>
              </a:defRPr>
            </a:lvl4pPr>
            <a:lvl5pPr lvl="4">
              <a:lnSpc>
                <a:spcPct val="135000"/>
              </a:lnSpc>
              <a:spcBef>
                <a:spcPts val="0"/>
              </a:spcBef>
              <a:spcAft>
                <a:spcPts val="0"/>
              </a:spcAft>
              <a:buClr>
                <a:schemeClr val="lt1"/>
              </a:buClr>
              <a:buSzPts val="1400"/>
              <a:buFont typeface="Red Hat Display Medium"/>
              <a:buNone/>
              <a:defRPr>
                <a:solidFill>
                  <a:schemeClr val="lt1"/>
                </a:solidFill>
                <a:latin typeface="Red Hat Display Medium"/>
                <a:ea typeface="Red Hat Display Medium"/>
                <a:cs typeface="Red Hat Display Medium"/>
                <a:sym typeface="Red Hat Display Medium"/>
              </a:defRPr>
            </a:lvl5pPr>
            <a:lvl6pPr lvl="5">
              <a:lnSpc>
                <a:spcPct val="135000"/>
              </a:lnSpc>
              <a:spcBef>
                <a:spcPts val="0"/>
              </a:spcBef>
              <a:spcAft>
                <a:spcPts val="0"/>
              </a:spcAft>
              <a:buClr>
                <a:schemeClr val="lt1"/>
              </a:buClr>
              <a:buSzPts val="1400"/>
              <a:buFont typeface="Red Hat Display Medium"/>
              <a:buNone/>
              <a:defRPr>
                <a:solidFill>
                  <a:schemeClr val="lt1"/>
                </a:solidFill>
                <a:latin typeface="Red Hat Display Medium"/>
                <a:ea typeface="Red Hat Display Medium"/>
                <a:cs typeface="Red Hat Display Medium"/>
                <a:sym typeface="Red Hat Display Medium"/>
              </a:defRPr>
            </a:lvl6pPr>
            <a:lvl7pPr lvl="6">
              <a:lnSpc>
                <a:spcPct val="135000"/>
              </a:lnSpc>
              <a:spcBef>
                <a:spcPts val="0"/>
              </a:spcBef>
              <a:spcAft>
                <a:spcPts val="0"/>
              </a:spcAft>
              <a:buClr>
                <a:schemeClr val="lt1"/>
              </a:buClr>
              <a:buSzPts val="1400"/>
              <a:buFont typeface="Red Hat Display Medium"/>
              <a:buNone/>
              <a:defRPr>
                <a:solidFill>
                  <a:schemeClr val="lt1"/>
                </a:solidFill>
                <a:latin typeface="Red Hat Display Medium"/>
                <a:ea typeface="Red Hat Display Medium"/>
                <a:cs typeface="Red Hat Display Medium"/>
                <a:sym typeface="Red Hat Display Medium"/>
              </a:defRPr>
            </a:lvl7pPr>
            <a:lvl8pPr lvl="7">
              <a:lnSpc>
                <a:spcPct val="135000"/>
              </a:lnSpc>
              <a:spcBef>
                <a:spcPts val="0"/>
              </a:spcBef>
              <a:spcAft>
                <a:spcPts val="0"/>
              </a:spcAft>
              <a:buClr>
                <a:schemeClr val="lt1"/>
              </a:buClr>
              <a:buSzPts val="1400"/>
              <a:buFont typeface="Red Hat Display Medium"/>
              <a:buNone/>
              <a:defRPr>
                <a:solidFill>
                  <a:schemeClr val="lt1"/>
                </a:solidFill>
                <a:latin typeface="Red Hat Display Medium"/>
                <a:ea typeface="Red Hat Display Medium"/>
                <a:cs typeface="Red Hat Display Medium"/>
                <a:sym typeface="Red Hat Display Medium"/>
              </a:defRPr>
            </a:lvl8pPr>
            <a:lvl9pPr lvl="8">
              <a:lnSpc>
                <a:spcPct val="135000"/>
              </a:lnSpc>
              <a:spcBef>
                <a:spcPts val="0"/>
              </a:spcBef>
              <a:spcAft>
                <a:spcPts val="0"/>
              </a:spcAft>
              <a:buClr>
                <a:schemeClr val="lt1"/>
              </a:buClr>
              <a:buSzPts val="1400"/>
              <a:buFont typeface="Red Hat Display Medium"/>
              <a:buNone/>
              <a:defRPr>
                <a:solidFill>
                  <a:schemeClr val="lt1"/>
                </a:solidFill>
                <a:latin typeface="Red Hat Display Medium"/>
                <a:ea typeface="Red Hat Display Medium"/>
                <a:cs typeface="Red Hat Display Medium"/>
                <a:sym typeface="Red Hat Display Medium"/>
              </a:defRPr>
            </a:lvl9pPr>
          </a:lstStyle>
          <a:p/>
        </p:txBody>
      </p:sp>
      <p:sp>
        <p:nvSpPr>
          <p:cNvPr id="37" name="Google Shape;37;p4"/>
          <p:cNvSpPr txBox="1"/>
          <p:nvPr>
            <p:ph idx="3" type="subTitle"/>
          </p:nvPr>
        </p:nvSpPr>
        <p:spPr>
          <a:xfrm>
            <a:off x="3353888" y="3454125"/>
            <a:ext cx="1530300" cy="4542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100"/>
              <a:buFont typeface="Red Hat Display Medium"/>
              <a:buNone/>
              <a:defRPr sz="11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400"/>
              <a:buFont typeface="Red Hat Display Medium"/>
              <a:buNone/>
              <a:defRPr>
                <a:solidFill>
                  <a:schemeClr val="lt1"/>
                </a:solidFill>
                <a:latin typeface="Red Hat Display Medium"/>
                <a:ea typeface="Red Hat Display Medium"/>
                <a:cs typeface="Red Hat Display Medium"/>
                <a:sym typeface="Red Hat Display Medium"/>
              </a:defRPr>
            </a:lvl2pPr>
            <a:lvl3pPr lvl="2">
              <a:lnSpc>
                <a:spcPct val="135000"/>
              </a:lnSpc>
              <a:spcBef>
                <a:spcPts val="0"/>
              </a:spcBef>
              <a:spcAft>
                <a:spcPts val="0"/>
              </a:spcAft>
              <a:buClr>
                <a:schemeClr val="lt1"/>
              </a:buClr>
              <a:buSzPts val="1400"/>
              <a:buFont typeface="Red Hat Display Medium"/>
              <a:buNone/>
              <a:defRPr>
                <a:solidFill>
                  <a:schemeClr val="lt1"/>
                </a:solidFill>
                <a:latin typeface="Red Hat Display Medium"/>
                <a:ea typeface="Red Hat Display Medium"/>
                <a:cs typeface="Red Hat Display Medium"/>
                <a:sym typeface="Red Hat Display Medium"/>
              </a:defRPr>
            </a:lvl3pPr>
            <a:lvl4pPr lvl="3">
              <a:lnSpc>
                <a:spcPct val="135000"/>
              </a:lnSpc>
              <a:spcBef>
                <a:spcPts val="0"/>
              </a:spcBef>
              <a:spcAft>
                <a:spcPts val="0"/>
              </a:spcAft>
              <a:buClr>
                <a:schemeClr val="lt1"/>
              </a:buClr>
              <a:buSzPts val="1400"/>
              <a:buFont typeface="Red Hat Display Medium"/>
              <a:buNone/>
              <a:defRPr>
                <a:solidFill>
                  <a:schemeClr val="lt1"/>
                </a:solidFill>
                <a:latin typeface="Red Hat Display Medium"/>
                <a:ea typeface="Red Hat Display Medium"/>
                <a:cs typeface="Red Hat Display Medium"/>
                <a:sym typeface="Red Hat Display Medium"/>
              </a:defRPr>
            </a:lvl4pPr>
            <a:lvl5pPr lvl="4">
              <a:lnSpc>
                <a:spcPct val="135000"/>
              </a:lnSpc>
              <a:spcBef>
                <a:spcPts val="0"/>
              </a:spcBef>
              <a:spcAft>
                <a:spcPts val="0"/>
              </a:spcAft>
              <a:buClr>
                <a:schemeClr val="lt1"/>
              </a:buClr>
              <a:buSzPts val="1400"/>
              <a:buFont typeface="Red Hat Display Medium"/>
              <a:buNone/>
              <a:defRPr>
                <a:solidFill>
                  <a:schemeClr val="lt1"/>
                </a:solidFill>
                <a:latin typeface="Red Hat Display Medium"/>
                <a:ea typeface="Red Hat Display Medium"/>
                <a:cs typeface="Red Hat Display Medium"/>
                <a:sym typeface="Red Hat Display Medium"/>
              </a:defRPr>
            </a:lvl5pPr>
            <a:lvl6pPr lvl="5">
              <a:lnSpc>
                <a:spcPct val="135000"/>
              </a:lnSpc>
              <a:spcBef>
                <a:spcPts val="0"/>
              </a:spcBef>
              <a:spcAft>
                <a:spcPts val="0"/>
              </a:spcAft>
              <a:buClr>
                <a:schemeClr val="lt1"/>
              </a:buClr>
              <a:buSzPts val="1400"/>
              <a:buFont typeface="Red Hat Display Medium"/>
              <a:buNone/>
              <a:defRPr>
                <a:solidFill>
                  <a:schemeClr val="lt1"/>
                </a:solidFill>
                <a:latin typeface="Red Hat Display Medium"/>
                <a:ea typeface="Red Hat Display Medium"/>
                <a:cs typeface="Red Hat Display Medium"/>
                <a:sym typeface="Red Hat Display Medium"/>
              </a:defRPr>
            </a:lvl6pPr>
            <a:lvl7pPr lvl="6">
              <a:lnSpc>
                <a:spcPct val="135000"/>
              </a:lnSpc>
              <a:spcBef>
                <a:spcPts val="0"/>
              </a:spcBef>
              <a:spcAft>
                <a:spcPts val="0"/>
              </a:spcAft>
              <a:buClr>
                <a:schemeClr val="lt1"/>
              </a:buClr>
              <a:buSzPts val="1400"/>
              <a:buFont typeface="Red Hat Display Medium"/>
              <a:buNone/>
              <a:defRPr>
                <a:solidFill>
                  <a:schemeClr val="lt1"/>
                </a:solidFill>
                <a:latin typeface="Red Hat Display Medium"/>
                <a:ea typeface="Red Hat Display Medium"/>
                <a:cs typeface="Red Hat Display Medium"/>
                <a:sym typeface="Red Hat Display Medium"/>
              </a:defRPr>
            </a:lvl7pPr>
            <a:lvl8pPr lvl="7">
              <a:lnSpc>
                <a:spcPct val="135000"/>
              </a:lnSpc>
              <a:spcBef>
                <a:spcPts val="0"/>
              </a:spcBef>
              <a:spcAft>
                <a:spcPts val="0"/>
              </a:spcAft>
              <a:buClr>
                <a:schemeClr val="lt1"/>
              </a:buClr>
              <a:buSzPts val="1400"/>
              <a:buFont typeface="Red Hat Display Medium"/>
              <a:buNone/>
              <a:defRPr>
                <a:solidFill>
                  <a:schemeClr val="lt1"/>
                </a:solidFill>
                <a:latin typeface="Red Hat Display Medium"/>
                <a:ea typeface="Red Hat Display Medium"/>
                <a:cs typeface="Red Hat Display Medium"/>
                <a:sym typeface="Red Hat Display Medium"/>
              </a:defRPr>
            </a:lvl8pPr>
            <a:lvl9pPr lvl="8">
              <a:lnSpc>
                <a:spcPct val="135000"/>
              </a:lnSpc>
              <a:spcBef>
                <a:spcPts val="0"/>
              </a:spcBef>
              <a:spcAft>
                <a:spcPts val="0"/>
              </a:spcAft>
              <a:buClr>
                <a:schemeClr val="lt1"/>
              </a:buClr>
              <a:buSzPts val="1400"/>
              <a:buFont typeface="Red Hat Display Medium"/>
              <a:buNone/>
              <a:defRPr>
                <a:solidFill>
                  <a:schemeClr val="lt1"/>
                </a:solidFill>
                <a:latin typeface="Red Hat Display Medium"/>
                <a:ea typeface="Red Hat Display Medium"/>
                <a:cs typeface="Red Hat Display Medium"/>
                <a:sym typeface="Red Hat Display Medium"/>
              </a:defRPr>
            </a:lvl9pPr>
          </a:lstStyle>
          <a:p/>
        </p:txBody>
      </p:sp>
      <p:pic>
        <p:nvPicPr>
          <p:cNvPr id="38" name="Google Shape;38;p4"/>
          <p:cNvPicPr preferRelativeResize="0"/>
          <p:nvPr/>
        </p:nvPicPr>
        <p:blipFill>
          <a:blip r:embed="rId3">
            <a:alphaModFix/>
          </a:blip>
          <a:stretch>
            <a:fillRect/>
          </a:stretch>
        </p:blipFill>
        <p:spPr>
          <a:xfrm>
            <a:off x="7580138" y="4652989"/>
            <a:ext cx="1185206" cy="279575"/>
          </a:xfrm>
          <a:prstGeom prst="rect">
            <a:avLst/>
          </a:prstGeom>
          <a:noFill/>
          <a:ln>
            <a:noFill/>
          </a:ln>
        </p:spPr>
      </p:pic>
      <p:cxnSp>
        <p:nvCxnSpPr>
          <p:cNvPr id="39" name="Google Shape;39;p4"/>
          <p:cNvCxnSpPr/>
          <p:nvPr/>
        </p:nvCxnSpPr>
        <p:spPr>
          <a:xfrm rot="10800000">
            <a:off x="335825" y="4801200"/>
            <a:ext cx="0" cy="342300"/>
          </a:xfrm>
          <a:prstGeom prst="straightConnector1">
            <a:avLst/>
          </a:prstGeom>
          <a:noFill/>
          <a:ln cap="flat" cmpd="sng" w="7150">
            <a:solidFill>
              <a:srgbClr val="EE0000"/>
            </a:solidFill>
            <a:prstDash val="solid"/>
            <a:round/>
            <a:headEnd len="med" w="med" type="none"/>
            <a:tailEnd len="med" w="med" type="none"/>
          </a:ln>
        </p:spPr>
      </p:cxnSp>
      <p:sp>
        <p:nvSpPr>
          <p:cNvPr id="40" name="Google Shape;40;p4"/>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1" name="Google Shape;41;p4"/>
          <p:cNvPicPr preferRelativeResize="0"/>
          <p:nvPr/>
        </p:nvPicPr>
        <p:blipFill rotWithShape="1">
          <a:blip r:embed="rId4">
            <a:alphaModFix/>
          </a:blip>
          <a:srcRect b="3840" l="55799" r="5222" t="3849"/>
          <a:stretch/>
        </p:blipFill>
        <p:spPr>
          <a:xfrm>
            <a:off x="6046425" y="141338"/>
            <a:ext cx="3097631" cy="412642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closing">
  <p:cSld name="TITLE_1_1">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5"/>
          <p:cNvSpPr/>
          <p:nvPr/>
        </p:nvSpPr>
        <p:spPr>
          <a:xfrm>
            <a:off x="0" y="0"/>
            <a:ext cx="9144000" cy="4409100"/>
          </a:xfrm>
          <a:prstGeom prst="rect">
            <a:avLst/>
          </a:prstGeom>
          <a:solidFill>
            <a:schemeClr val="dk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 name="Google Shape;44;p5"/>
          <p:cNvSpPr/>
          <p:nvPr/>
        </p:nvSpPr>
        <p:spPr>
          <a:xfrm>
            <a:off x="7212881" y="4409156"/>
            <a:ext cx="1931100" cy="7344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 name="Google Shape;45;p5"/>
          <p:cNvSpPr txBox="1"/>
          <p:nvPr>
            <p:ph idx="1" type="subTitle"/>
          </p:nvPr>
        </p:nvSpPr>
        <p:spPr>
          <a:xfrm>
            <a:off x="1562794" y="2256319"/>
            <a:ext cx="3109800" cy="11436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100"/>
              <a:buFont typeface="Red Hat Display"/>
              <a:buNone/>
              <a:defRPr sz="1100">
                <a:solidFill>
                  <a:schemeClr val="lt1"/>
                </a:solidFill>
                <a:latin typeface="Red Hat Display"/>
                <a:ea typeface="Red Hat Display"/>
                <a:cs typeface="Red Hat Display"/>
                <a:sym typeface="Red Hat Display"/>
              </a:defRPr>
            </a:lvl1pPr>
            <a:lvl2pPr lvl="1">
              <a:lnSpc>
                <a:spcPct val="180000"/>
              </a:lnSpc>
              <a:spcBef>
                <a:spcPts val="0"/>
              </a:spcBef>
              <a:spcAft>
                <a:spcPts val="0"/>
              </a:spcAft>
              <a:buClr>
                <a:schemeClr val="lt1"/>
              </a:buClr>
              <a:buSzPts val="1100"/>
              <a:buFont typeface="Red Hat Display"/>
              <a:buNone/>
              <a:defRPr sz="1100">
                <a:solidFill>
                  <a:schemeClr val="lt1"/>
                </a:solidFill>
                <a:latin typeface="Red Hat Display"/>
                <a:ea typeface="Red Hat Display"/>
                <a:cs typeface="Red Hat Display"/>
                <a:sym typeface="Red Hat Display"/>
              </a:defRPr>
            </a:lvl2pPr>
            <a:lvl3pPr lvl="2">
              <a:lnSpc>
                <a:spcPct val="180000"/>
              </a:lnSpc>
              <a:spcBef>
                <a:spcPts val="0"/>
              </a:spcBef>
              <a:spcAft>
                <a:spcPts val="0"/>
              </a:spcAft>
              <a:buClr>
                <a:schemeClr val="lt1"/>
              </a:buClr>
              <a:buSzPts val="1100"/>
              <a:buFont typeface="Red Hat Display"/>
              <a:buNone/>
              <a:defRPr sz="1100">
                <a:solidFill>
                  <a:schemeClr val="lt1"/>
                </a:solidFill>
                <a:latin typeface="Red Hat Display"/>
                <a:ea typeface="Red Hat Display"/>
                <a:cs typeface="Red Hat Display"/>
                <a:sym typeface="Red Hat Display"/>
              </a:defRPr>
            </a:lvl3pPr>
            <a:lvl4pPr lvl="3">
              <a:lnSpc>
                <a:spcPct val="180000"/>
              </a:lnSpc>
              <a:spcBef>
                <a:spcPts val="0"/>
              </a:spcBef>
              <a:spcAft>
                <a:spcPts val="0"/>
              </a:spcAft>
              <a:buClr>
                <a:schemeClr val="lt1"/>
              </a:buClr>
              <a:buSzPts val="1100"/>
              <a:buFont typeface="Red Hat Display"/>
              <a:buNone/>
              <a:defRPr sz="1100">
                <a:solidFill>
                  <a:schemeClr val="lt1"/>
                </a:solidFill>
                <a:latin typeface="Red Hat Display"/>
                <a:ea typeface="Red Hat Display"/>
                <a:cs typeface="Red Hat Display"/>
                <a:sym typeface="Red Hat Display"/>
              </a:defRPr>
            </a:lvl4pPr>
            <a:lvl5pPr lvl="4">
              <a:lnSpc>
                <a:spcPct val="180000"/>
              </a:lnSpc>
              <a:spcBef>
                <a:spcPts val="0"/>
              </a:spcBef>
              <a:spcAft>
                <a:spcPts val="0"/>
              </a:spcAft>
              <a:buClr>
                <a:schemeClr val="lt1"/>
              </a:buClr>
              <a:buSzPts val="1100"/>
              <a:buFont typeface="Red Hat Display"/>
              <a:buNone/>
              <a:defRPr sz="1100">
                <a:solidFill>
                  <a:schemeClr val="lt1"/>
                </a:solidFill>
                <a:latin typeface="Red Hat Display"/>
                <a:ea typeface="Red Hat Display"/>
                <a:cs typeface="Red Hat Display"/>
                <a:sym typeface="Red Hat Display"/>
              </a:defRPr>
            </a:lvl5pPr>
            <a:lvl6pPr lvl="5">
              <a:lnSpc>
                <a:spcPct val="180000"/>
              </a:lnSpc>
              <a:spcBef>
                <a:spcPts val="0"/>
              </a:spcBef>
              <a:spcAft>
                <a:spcPts val="0"/>
              </a:spcAft>
              <a:buClr>
                <a:schemeClr val="lt1"/>
              </a:buClr>
              <a:buSzPts val="1100"/>
              <a:buFont typeface="Red Hat Display"/>
              <a:buNone/>
              <a:defRPr sz="1100">
                <a:solidFill>
                  <a:schemeClr val="lt1"/>
                </a:solidFill>
                <a:latin typeface="Red Hat Display"/>
                <a:ea typeface="Red Hat Display"/>
                <a:cs typeface="Red Hat Display"/>
                <a:sym typeface="Red Hat Display"/>
              </a:defRPr>
            </a:lvl6pPr>
            <a:lvl7pPr lvl="6">
              <a:lnSpc>
                <a:spcPct val="180000"/>
              </a:lnSpc>
              <a:spcBef>
                <a:spcPts val="0"/>
              </a:spcBef>
              <a:spcAft>
                <a:spcPts val="0"/>
              </a:spcAft>
              <a:buClr>
                <a:schemeClr val="lt1"/>
              </a:buClr>
              <a:buSzPts val="1100"/>
              <a:buFont typeface="Red Hat Display"/>
              <a:buNone/>
              <a:defRPr sz="1100">
                <a:solidFill>
                  <a:schemeClr val="lt1"/>
                </a:solidFill>
                <a:latin typeface="Red Hat Display"/>
                <a:ea typeface="Red Hat Display"/>
                <a:cs typeface="Red Hat Display"/>
                <a:sym typeface="Red Hat Display"/>
              </a:defRPr>
            </a:lvl7pPr>
            <a:lvl8pPr lvl="7">
              <a:lnSpc>
                <a:spcPct val="180000"/>
              </a:lnSpc>
              <a:spcBef>
                <a:spcPts val="0"/>
              </a:spcBef>
              <a:spcAft>
                <a:spcPts val="0"/>
              </a:spcAft>
              <a:buClr>
                <a:schemeClr val="lt1"/>
              </a:buClr>
              <a:buSzPts val="1100"/>
              <a:buFont typeface="Red Hat Display"/>
              <a:buNone/>
              <a:defRPr sz="1100">
                <a:solidFill>
                  <a:schemeClr val="lt1"/>
                </a:solidFill>
                <a:latin typeface="Red Hat Display"/>
                <a:ea typeface="Red Hat Display"/>
                <a:cs typeface="Red Hat Display"/>
                <a:sym typeface="Red Hat Display"/>
              </a:defRPr>
            </a:lvl8pPr>
            <a:lvl9pPr lvl="8">
              <a:lnSpc>
                <a:spcPct val="180000"/>
              </a:lnSpc>
              <a:spcBef>
                <a:spcPts val="0"/>
              </a:spcBef>
              <a:spcAft>
                <a:spcPts val="0"/>
              </a:spcAft>
              <a:buClr>
                <a:schemeClr val="lt1"/>
              </a:buClr>
              <a:buSzPts val="1100"/>
              <a:buFont typeface="Red Hat Display"/>
              <a:buNone/>
              <a:defRPr sz="1100">
                <a:solidFill>
                  <a:schemeClr val="lt1"/>
                </a:solidFill>
                <a:latin typeface="Red Hat Display"/>
                <a:ea typeface="Red Hat Display"/>
                <a:cs typeface="Red Hat Display"/>
                <a:sym typeface="Red Hat Display"/>
              </a:defRPr>
            </a:lvl9pPr>
          </a:lstStyle>
          <a:p/>
        </p:txBody>
      </p:sp>
      <p:sp>
        <p:nvSpPr>
          <p:cNvPr id="46" name="Google Shape;46;p5"/>
          <p:cNvSpPr txBox="1"/>
          <p:nvPr>
            <p:ph type="title"/>
          </p:nvPr>
        </p:nvSpPr>
        <p:spPr>
          <a:xfrm>
            <a:off x="1562906" y="426469"/>
            <a:ext cx="3678900" cy="14892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100">
                <a:solidFill>
                  <a:schemeClr val="lt1"/>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sz="5300">
                <a:solidFill>
                  <a:schemeClr val="lt1"/>
                </a:solidFill>
              </a:defRPr>
            </a:lvl2pPr>
            <a:lvl3pPr lvl="2">
              <a:lnSpc>
                <a:spcPct val="105000"/>
              </a:lnSpc>
              <a:spcBef>
                <a:spcPts val="0"/>
              </a:spcBef>
              <a:spcAft>
                <a:spcPts val="0"/>
              </a:spcAft>
              <a:buNone/>
              <a:defRPr sz="5300">
                <a:solidFill>
                  <a:schemeClr val="lt1"/>
                </a:solidFill>
              </a:defRPr>
            </a:lvl3pPr>
            <a:lvl4pPr lvl="3">
              <a:lnSpc>
                <a:spcPct val="105000"/>
              </a:lnSpc>
              <a:spcBef>
                <a:spcPts val="0"/>
              </a:spcBef>
              <a:spcAft>
                <a:spcPts val="0"/>
              </a:spcAft>
              <a:buNone/>
              <a:defRPr sz="5300">
                <a:solidFill>
                  <a:schemeClr val="lt1"/>
                </a:solidFill>
              </a:defRPr>
            </a:lvl4pPr>
            <a:lvl5pPr lvl="4">
              <a:lnSpc>
                <a:spcPct val="105000"/>
              </a:lnSpc>
              <a:spcBef>
                <a:spcPts val="0"/>
              </a:spcBef>
              <a:spcAft>
                <a:spcPts val="0"/>
              </a:spcAft>
              <a:buNone/>
              <a:defRPr sz="5300">
                <a:solidFill>
                  <a:schemeClr val="lt1"/>
                </a:solidFill>
              </a:defRPr>
            </a:lvl5pPr>
            <a:lvl6pPr lvl="5">
              <a:lnSpc>
                <a:spcPct val="105000"/>
              </a:lnSpc>
              <a:spcBef>
                <a:spcPts val="0"/>
              </a:spcBef>
              <a:spcAft>
                <a:spcPts val="0"/>
              </a:spcAft>
              <a:buNone/>
              <a:defRPr sz="5300">
                <a:solidFill>
                  <a:schemeClr val="lt1"/>
                </a:solidFill>
              </a:defRPr>
            </a:lvl6pPr>
            <a:lvl7pPr lvl="6">
              <a:lnSpc>
                <a:spcPct val="105000"/>
              </a:lnSpc>
              <a:spcBef>
                <a:spcPts val="0"/>
              </a:spcBef>
              <a:spcAft>
                <a:spcPts val="0"/>
              </a:spcAft>
              <a:buNone/>
              <a:defRPr sz="5300">
                <a:solidFill>
                  <a:schemeClr val="lt1"/>
                </a:solidFill>
              </a:defRPr>
            </a:lvl7pPr>
            <a:lvl8pPr lvl="7">
              <a:lnSpc>
                <a:spcPct val="105000"/>
              </a:lnSpc>
              <a:spcBef>
                <a:spcPts val="0"/>
              </a:spcBef>
              <a:spcAft>
                <a:spcPts val="0"/>
              </a:spcAft>
              <a:buNone/>
              <a:defRPr sz="5300">
                <a:solidFill>
                  <a:schemeClr val="lt1"/>
                </a:solidFill>
              </a:defRPr>
            </a:lvl8pPr>
            <a:lvl9pPr lvl="8">
              <a:lnSpc>
                <a:spcPct val="105000"/>
              </a:lnSpc>
              <a:spcBef>
                <a:spcPts val="0"/>
              </a:spcBef>
              <a:spcAft>
                <a:spcPts val="0"/>
              </a:spcAft>
              <a:buNone/>
              <a:defRPr sz="5300">
                <a:solidFill>
                  <a:schemeClr val="lt1"/>
                </a:solidFill>
              </a:defRPr>
            </a:lvl9pPr>
          </a:lstStyle>
          <a:p/>
        </p:txBody>
      </p:sp>
      <p:pic>
        <p:nvPicPr>
          <p:cNvPr id="47" name="Google Shape;47;p5"/>
          <p:cNvPicPr preferRelativeResize="0"/>
          <p:nvPr/>
        </p:nvPicPr>
        <p:blipFill>
          <a:blip r:embed="rId3">
            <a:alphaModFix/>
          </a:blip>
          <a:stretch>
            <a:fillRect/>
          </a:stretch>
        </p:blipFill>
        <p:spPr>
          <a:xfrm>
            <a:off x="7580138" y="4652989"/>
            <a:ext cx="1185206" cy="279575"/>
          </a:xfrm>
          <a:prstGeom prst="rect">
            <a:avLst/>
          </a:prstGeom>
          <a:noFill/>
          <a:ln>
            <a:noFill/>
          </a:ln>
        </p:spPr>
      </p:pic>
      <p:cxnSp>
        <p:nvCxnSpPr>
          <p:cNvPr id="48" name="Google Shape;48;p5"/>
          <p:cNvCxnSpPr/>
          <p:nvPr/>
        </p:nvCxnSpPr>
        <p:spPr>
          <a:xfrm rot="10800000">
            <a:off x="335831" y="-37"/>
            <a:ext cx="0" cy="1712100"/>
          </a:xfrm>
          <a:prstGeom prst="straightConnector1">
            <a:avLst/>
          </a:prstGeom>
          <a:noFill/>
          <a:ln cap="flat" cmpd="sng" w="7150">
            <a:solidFill>
              <a:srgbClr val="EE0000"/>
            </a:solidFill>
            <a:prstDash val="solid"/>
            <a:round/>
            <a:headEnd len="med" w="med" type="none"/>
            <a:tailEnd len="med" w="med" type="none"/>
          </a:ln>
        </p:spPr>
      </p:cxnSp>
      <p:cxnSp>
        <p:nvCxnSpPr>
          <p:cNvPr id="49" name="Google Shape;49;p5"/>
          <p:cNvCxnSpPr/>
          <p:nvPr/>
        </p:nvCxnSpPr>
        <p:spPr>
          <a:xfrm rot="10800000">
            <a:off x="335825" y="4801200"/>
            <a:ext cx="0" cy="342300"/>
          </a:xfrm>
          <a:prstGeom prst="straightConnector1">
            <a:avLst/>
          </a:prstGeom>
          <a:noFill/>
          <a:ln cap="flat" cmpd="sng" w="7150">
            <a:solidFill>
              <a:srgbClr val="EE0000"/>
            </a:solidFill>
            <a:prstDash val="solid"/>
            <a:round/>
            <a:headEnd len="med" w="med" type="none"/>
            <a:tailEnd len="med" w="med" type="none"/>
          </a:ln>
        </p:spPr>
      </p:cxnSp>
      <p:sp>
        <p:nvSpPr>
          <p:cNvPr id="50" name="Google Shape;50;p5"/>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51" name="Google Shape;51;p5"/>
          <p:cNvSpPr txBox="1"/>
          <p:nvPr/>
        </p:nvSpPr>
        <p:spPr>
          <a:xfrm>
            <a:off x="5970354" y="1499869"/>
            <a:ext cx="2245200" cy="3420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1100">
                <a:solidFill>
                  <a:srgbClr val="FFFFFF"/>
                </a:solidFill>
                <a:latin typeface="Red Hat Display"/>
                <a:ea typeface="Red Hat Display"/>
                <a:cs typeface="Red Hat Display"/>
                <a:sym typeface="Red Hat Display"/>
              </a:rPr>
              <a:t>linkedin.com/company/red-hat</a:t>
            </a:r>
            <a:endParaRPr sz="1100">
              <a:solidFill>
                <a:srgbClr val="FFFFFF"/>
              </a:solidFill>
              <a:latin typeface="Red Hat Display"/>
              <a:ea typeface="Red Hat Display"/>
              <a:cs typeface="Red Hat Display"/>
              <a:sym typeface="Red Hat Display"/>
            </a:endParaRPr>
          </a:p>
        </p:txBody>
      </p:sp>
      <p:sp>
        <p:nvSpPr>
          <p:cNvPr id="52" name="Google Shape;52;p5"/>
          <p:cNvSpPr txBox="1"/>
          <p:nvPr/>
        </p:nvSpPr>
        <p:spPr>
          <a:xfrm>
            <a:off x="5970354" y="2018756"/>
            <a:ext cx="2245200" cy="3420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1100">
                <a:solidFill>
                  <a:srgbClr val="FFFFFF"/>
                </a:solidFill>
                <a:latin typeface="Red Hat Display"/>
                <a:ea typeface="Red Hat Display"/>
                <a:cs typeface="Red Hat Display"/>
                <a:sym typeface="Red Hat Display"/>
              </a:rPr>
              <a:t>youtube.com/user/RedHatVideos</a:t>
            </a:r>
            <a:endParaRPr sz="1100">
              <a:solidFill>
                <a:srgbClr val="FFFFFF"/>
              </a:solidFill>
              <a:latin typeface="Red Hat Display"/>
              <a:ea typeface="Red Hat Display"/>
              <a:cs typeface="Red Hat Display"/>
              <a:sym typeface="Red Hat Display"/>
            </a:endParaRPr>
          </a:p>
        </p:txBody>
      </p:sp>
      <p:sp>
        <p:nvSpPr>
          <p:cNvPr id="53" name="Google Shape;53;p5"/>
          <p:cNvSpPr txBox="1"/>
          <p:nvPr/>
        </p:nvSpPr>
        <p:spPr>
          <a:xfrm>
            <a:off x="5970354" y="2537644"/>
            <a:ext cx="2245200" cy="3420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1100">
                <a:solidFill>
                  <a:srgbClr val="FFFFFF"/>
                </a:solidFill>
                <a:latin typeface="Red Hat Display"/>
                <a:ea typeface="Red Hat Display"/>
                <a:cs typeface="Red Hat Display"/>
                <a:sym typeface="Red Hat Display"/>
              </a:rPr>
              <a:t>facebook.com/redhatinc</a:t>
            </a:r>
            <a:endParaRPr sz="1100">
              <a:solidFill>
                <a:srgbClr val="FFFFFF"/>
              </a:solidFill>
              <a:latin typeface="Red Hat Display"/>
              <a:ea typeface="Red Hat Display"/>
              <a:cs typeface="Red Hat Display"/>
              <a:sym typeface="Red Hat Display"/>
            </a:endParaRPr>
          </a:p>
        </p:txBody>
      </p:sp>
      <p:sp>
        <p:nvSpPr>
          <p:cNvPr id="54" name="Google Shape;54;p5"/>
          <p:cNvSpPr txBox="1"/>
          <p:nvPr/>
        </p:nvSpPr>
        <p:spPr>
          <a:xfrm>
            <a:off x="5970354" y="3056531"/>
            <a:ext cx="2245200" cy="3420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1100">
                <a:solidFill>
                  <a:srgbClr val="FFFFFF"/>
                </a:solidFill>
                <a:latin typeface="Red Hat Display"/>
                <a:ea typeface="Red Hat Display"/>
                <a:cs typeface="Red Hat Display"/>
                <a:sym typeface="Red Hat Display"/>
              </a:rPr>
              <a:t>twitter.com/RedHat</a:t>
            </a:r>
            <a:endParaRPr sz="1100">
              <a:solidFill>
                <a:srgbClr val="FFFFFF"/>
              </a:solidFill>
              <a:latin typeface="Red Hat Display"/>
              <a:ea typeface="Red Hat Display"/>
              <a:cs typeface="Red Hat Display"/>
              <a:sym typeface="Red Hat Display"/>
            </a:endParaRPr>
          </a:p>
        </p:txBody>
      </p:sp>
      <p:pic>
        <p:nvPicPr>
          <p:cNvPr id="55" name="Google Shape;55;p5"/>
          <p:cNvPicPr preferRelativeResize="0"/>
          <p:nvPr/>
        </p:nvPicPr>
        <p:blipFill rotWithShape="1">
          <a:blip r:embed="rId4">
            <a:alphaModFix/>
          </a:blip>
          <a:srcRect b="0" l="0" r="0" t="0"/>
          <a:stretch/>
        </p:blipFill>
        <p:spPr>
          <a:xfrm>
            <a:off x="5657004" y="2602687"/>
            <a:ext cx="211969" cy="211969"/>
          </a:xfrm>
          <a:prstGeom prst="rect">
            <a:avLst/>
          </a:prstGeom>
          <a:noFill/>
          <a:ln>
            <a:noFill/>
          </a:ln>
        </p:spPr>
      </p:pic>
      <p:pic>
        <p:nvPicPr>
          <p:cNvPr id="56" name="Google Shape;56;p5"/>
          <p:cNvPicPr preferRelativeResize="0"/>
          <p:nvPr/>
        </p:nvPicPr>
        <p:blipFill rotWithShape="1">
          <a:blip r:embed="rId5">
            <a:alphaModFix/>
          </a:blip>
          <a:srcRect b="0" l="0" r="0" t="0"/>
          <a:stretch/>
        </p:blipFill>
        <p:spPr>
          <a:xfrm>
            <a:off x="5657004" y="2083780"/>
            <a:ext cx="211969" cy="211969"/>
          </a:xfrm>
          <a:prstGeom prst="rect">
            <a:avLst/>
          </a:prstGeom>
          <a:noFill/>
          <a:ln>
            <a:noFill/>
          </a:ln>
        </p:spPr>
      </p:pic>
      <p:pic>
        <p:nvPicPr>
          <p:cNvPr id="57" name="Google Shape;57;p5"/>
          <p:cNvPicPr preferRelativeResize="0"/>
          <p:nvPr/>
        </p:nvPicPr>
        <p:blipFill rotWithShape="1">
          <a:blip r:embed="rId6">
            <a:alphaModFix/>
          </a:blip>
          <a:srcRect b="0" l="0" r="0" t="0"/>
          <a:stretch/>
        </p:blipFill>
        <p:spPr>
          <a:xfrm>
            <a:off x="5657006" y="1564875"/>
            <a:ext cx="211969" cy="211969"/>
          </a:xfrm>
          <a:prstGeom prst="rect">
            <a:avLst/>
          </a:prstGeom>
          <a:noFill/>
          <a:ln>
            <a:noFill/>
          </a:ln>
        </p:spPr>
      </p:pic>
      <p:pic>
        <p:nvPicPr>
          <p:cNvPr id="58" name="Google Shape;58;p5"/>
          <p:cNvPicPr preferRelativeResize="0"/>
          <p:nvPr/>
        </p:nvPicPr>
        <p:blipFill rotWithShape="1">
          <a:blip r:embed="rId7">
            <a:alphaModFix/>
          </a:blip>
          <a:srcRect b="0" l="0" r="0" t="0"/>
          <a:stretch/>
        </p:blipFill>
        <p:spPr>
          <a:xfrm>
            <a:off x="5657004" y="3121593"/>
            <a:ext cx="211969" cy="21196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p:cSld name="CUSTOM">
    <p:bg>
      <p:bgPr>
        <a:blipFill>
          <a:blip r:embed="rId2">
            <a:alphaModFix/>
          </a:blip>
          <a:stretch>
            <a:fillRect/>
          </a:stretch>
        </a:blipFill>
      </p:bgPr>
    </p:bg>
    <p:spTree>
      <p:nvGrpSpPr>
        <p:cNvPr id="59" name="Shape 59"/>
        <p:cNvGrpSpPr/>
        <p:nvPr/>
      </p:nvGrpSpPr>
      <p:grpSpPr>
        <a:xfrm>
          <a:off x="0" y="0"/>
          <a:ext cx="0" cy="0"/>
          <a:chOff x="0" y="0"/>
          <a:chExt cx="0" cy="0"/>
        </a:xfrm>
      </p:grpSpPr>
      <p:pic>
        <p:nvPicPr>
          <p:cNvPr id="60" name="Google Shape;60;p6"/>
          <p:cNvPicPr preferRelativeResize="0"/>
          <p:nvPr/>
        </p:nvPicPr>
        <p:blipFill>
          <a:blip r:embed="rId3">
            <a:alphaModFix/>
          </a:blip>
          <a:stretch>
            <a:fillRect/>
          </a:stretch>
        </p:blipFill>
        <p:spPr>
          <a:xfrm>
            <a:off x="654044" y="863"/>
            <a:ext cx="2740019" cy="5143501"/>
          </a:xfrm>
          <a:prstGeom prst="rect">
            <a:avLst/>
          </a:prstGeom>
          <a:noFill/>
          <a:ln>
            <a:noFill/>
          </a:ln>
        </p:spPr>
      </p:pic>
      <p:sp>
        <p:nvSpPr>
          <p:cNvPr id="61" name="Google Shape;61;p6"/>
          <p:cNvSpPr/>
          <p:nvPr/>
        </p:nvSpPr>
        <p:spPr>
          <a:xfrm>
            <a:off x="7212881" y="4409156"/>
            <a:ext cx="1931100" cy="7344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62" name="Google Shape;62;p6"/>
          <p:cNvPicPr preferRelativeResize="0"/>
          <p:nvPr/>
        </p:nvPicPr>
        <p:blipFill>
          <a:blip r:embed="rId4">
            <a:alphaModFix/>
          </a:blip>
          <a:stretch>
            <a:fillRect/>
          </a:stretch>
        </p:blipFill>
        <p:spPr>
          <a:xfrm>
            <a:off x="7580138" y="4652989"/>
            <a:ext cx="1185206" cy="279575"/>
          </a:xfrm>
          <a:prstGeom prst="rect">
            <a:avLst/>
          </a:prstGeom>
          <a:noFill/>
          <a:ln>
            <a:noFill/>
          </a:ln>
        </p:spPr>
      </p:pic>
      <p:cxnSp>
        <p:nvCxnSpPr>
          <p:cNvPr id="63" name="Google Shape;63;p6"/>
          <p:cNvCxnSpPr/>
          <p:nvPr/>
        </p:nvCxnSpPr>
        <p:spPr>
          <a:xfrm rot="10800000">
            <a:off x="335825" y="4801200"/>
            <a:ext cx="0" cy="342300"/>
          </a:xfrm>
          <a:prstGeom prst="straightConnector1">
            <a:avLst/>
          </a:prstGeom>
          <a:noFill/>
          <a:ln cap="flat" cmpd="sng" w="7150">
            <a:solidFill>
              <a:schemeClr val="lt1"/>
            </a:solidFill>
            <a:prstDash val="solid"/>
            <a:round/>
            <a:headEnd len="med" w="med" type="none"/>
            <a:tailEnd len="med" w="med" type="none"/>
          </a:ln>
        </p:spPr>
      </p:cxnSp>
      <p:sp>
        <p:nvSpPr>
          <p:cNvPr id="64" name="Google Shape;64;p6"/>
          <p:cNvSpPr txBox="1"/>
          <p:nvPr>
            <p:ph idx="1" type="subTitle"/>
          </p:nvPr>
        </p:nvSpPr>
        <p:spPr>
          <a:xfrm>
            <a:off x="4245394" y="2978738"/>
            <a:ext cx="3334800" cy="6858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a:buNone/>
              <a:defRPr sz="1400">
                <a:solidFill>
                  <a:schemeClr val="dk1"/>
                </a:solidFill>
                <a:latin typeface="Red Hat Display"/>
                <a:ea typeface="Red Hat Display"/>
                <a:cs typeface="Red Hat Display"/>
                <a:sym typeface="Red Hat Display"/>
              </a:defRPr>
            </a:lvl1pPr>
            <a:lvl2pPr lvl="1">
              <a:lnSpc>
                <a:spcPct val="140000"/>
              </a:lnSpc>
              <a:spcBef>
                <a:spcPts val="0"/>
              </a:spcBef>
              <a:spcAft>
                <a:spcPts val="0"/>
              </a:spcAft>
              <a:buClr>
                <a:schemeClr val="dk1"/>
              </a:buClr>
              <a:buSzPts val="1400"/>
              <a:buNone/>
              <a:defRPr sz="1400">
                <a:solidFill>
                  <a:schemeClr val="dk1"/>
                </a:solidFill>
              </a:defRPr>
            </a:lvl2pPr>
            <a:lvl3pPr lvl="2">
              <a:lnSpc>
                <a:spcPct val="140000"/>
              </a:lnSpc>
              <a:spcBef>
                <a:spcPts val="0"/>
              </a:spcBef>
              <a:spcAft>
                <a:spcPts val="0"/>
              </a:spcAft>
              <a:buClr>
                <a:schemeClr val="dk1"/>
              </a:buClr>
              <a:buSzPts val="1400"/>
              <a:buNone/>
              <a:defRPr sz="1400">
                <a:solidFill>
                  <a:schemeClr val="dk1"/>
                </a:solidFill>
              </a:defRPr>
            </a:lvl3pPr>
            <a:lvl4pPr lvl="3">
              <a:lnSpc>
                <a:spcPct val="140000"/>
              </a:lnSpc>
              <a:spcBef>
                <a:spcPts val="0"/>
              </a:spcBef>
              <a:spcAft>
                <a:spcPts val="0"/>
              </a:spcAft>
              <a:buClr>
                <a:schemeClr val="dk1"/>
              </a:buClr>
              <a:buSzPts val="1400"/>
              <a:buNone/>
              <a:defRPr sz="1400">
                <a:solidFill>
                  <a:schemeClr val="dk1"/>
                </a:solidFill>
              </a:defRPr>
            </a:lvl4pPr>
            <a:lvl5pPr lvl="4">
              <a:lnSpc>
                <a:spcPct val="140000"/>
              </a:lnSpc>
              <a:spcBef>
                <a:spcPts val="0"/>
              </a:spcBef>
              <a:spcAft>
                <a:spcPts val="0"/>
              </a:spcAft>
              <a:buClr>
                <a:schemeClr val="dk1"/>
              </a:buClr>
              <a:buSzPts val="1400"/>
              <a:buNone/>
              <a:defRPr sz="1400">
                <a:solidFill>
                  <a:schemeClr val="dk1"/>
                </a:solidFill>
              </a:defRPr>
            </a:lvl5pPr>
            <a:lvl6pPr lvl="5">
              <a:lnSpc>
                <a:spcPct val="140000"/>
              </a:lnSpc>
              <a:spcBef>
                <a:spcPts val="0"/>
              </a:spcBef>
              <a:spcAft>
                <a:spcPts val="0"/>
              </a:spcAft>
              <a:buClr>
                <a:schemeClr val="dk1"/>
              </a:buClr>
              <a:buSzPts val="1400"/>
              <a:buNone/>
              <a:defRPr sz="1400">
                <a:solidFill>
                  <a:schemeClr val="dk1"/>
                </a:solidFill>
              </a:defRPr>
            </a:lvl6pPr>
            <a:lvl7pPr lvl="6">
              <a:lnSpc>
                <a:spcPct val="140000"/>
              </a:lnSpc>
              <a:spcBef>
                <a:spcPts val="0"/>
              </a:spcBef>
              <a:spcAft>
                <a:spcPts val="0"/>
              </a:spcAft>
              <a:buClr>
                <a:schemeClr val="dk1"/>
              </a:buClr>
              <a:buSzPts val="1400"/>
              <a:buNone/>
              <a:defRPr sz="1400">
                <a:solidFill>
                  <a:schemeClr val="dk1"/>
                </a:solidFill>
              </a:defRPr>
            </a:lvl7pPr>
            <a:lvl8pPr lvl="7">
              <a:lnSpc>
                <a:spcPct val="140000"/>
              </a:lnSpc>
              <a:spcBef>
                <a:spcPts val="0"/>
              </a:spcBef>
              <a:spcAft>
                <a:spcPts val="0"/>
              </a:spcAft>
              <a:buClr>
                <a:schemeClr val="dk1"/>
              </a:buClr>
              <a:buSzPts val="1400"/>
              <a:buNone/>
              <a:defRPr sz="1400">
                <a:solidFill>
                  <a:schemeClr val="dk1"/>
                </a:solidFill>
              </a:defRPr>
            </a:lvl8pPr>
            <a:lvl9pPr lvl="8">
              <a:lnSpc>
                <a:spcPct val="140000"/>
              </a:lnSpc>
              <a:spcBef>
                <a:spcPts val="0"/>
              </a:spcBef>
              <a:spcAft>
                <a:spcPts val="0"/>
              </a:spcAft>
              <a:buClr>
                <a:schemeClr val="dk1"/>
              </a:buClr>
              <a:buSzPts val="1400"/>
              <a:buNone/>
              <a:defRPr sz="1400">
                <a:solidFill>
                  <a:schemeClr val="dk1"/>
                </a:solidFill>
              </a:defRPr>
            </a:lvl9pPr>
          </a:lstStyle>
          <a:p/>
        </p:txBody>
      </p:sp>
      <p:sp>
        <p:nvSpPr>
          <p:cNvPr id="65" name="Google Shape;65;p6"/>
          <p:cNvSpPr txBox="1"/>
          <p:nvPr>
            <p:ph type="title"/>
          </p:nvPr>
        </p:nvSpPr>
        <p:spPr>
          <a:xfrm>
            <a:off x="4245394" y="1281774"/>
            <a:ext cx="4302300" cy="15882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36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9pPr>
          </a:lstStyle>
          <a:p/>
        </p:txBody>
      </p:sp>
      <p:sp>
        <p:nvSpPr>
          <p:cNvPr id="66" name="Google Shape;66;p6"/>
          <p:cNvSpPr txBox="1"/>
          <p:nvPr>
            <p:ph idx="2" type="subTitle"/>
          </p:nvPr>
        </p:nvSpPr>
        <p:spPr>
          <a:xfrm>
            <a:off x="4245394" y="3988706"/>
            <a:ext cx="1530300" cy="4542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100"/>
              <a:buFont typeface="Red Hat Display Medium"/>
              <a:buNone/>
              <a:defRPr sz="1100">
                <a:solidFill>
                  <a:schemeClr val="dk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dk1"/>
              </a:buClr>
              <a:buSzPts val="900"/>
              <a:buNone/>
              <a:defRPr sz="900">
                <a:solidFill>
                  <a:schemeClr val="dk1"/>
                </a:solidFill>
              </a:defRPr>
            </a:lvl2pPr>
            <a:lvl3pPr lvl="2">
              <a:lnSpc>
                <a:spcPct val="135000"/>
              </a:lnSpc>
              <a:spcBef>
                <a:spcPts val="0"/>
              </a:spcBef>
              <a:spcAft>
                <a:spcPts val="0"/>
              </a:spcAft>
              <a:buClr>
                <a:schemeClr val="dk1"/>
              </a:buClr>
              <a:buSzPts val="900"/>
              <a:buNone/>
              <a:defRPr sz="900">
                <a:solidFill>
                  <a:schemeClr val="dk1"/>
                </a:solidFill>
              </a:defRPr>
            </a:lvl3pPr>
            <a:lvl4pPr lvl="3">
              <a:lnSpc>
                <a:spcPct val="135000"/>
              </a:lnSpc>
              <a:spcBef>
                <a:spcPts val="0"/>
              </a:spcBef>
              <a:spcAft>
                <a:spcPts val="0"/>
              </a:spcAft>
              <a:buClr>
                <a:schemeClr val="dk1"/>
              </a:buClr>
              <a:buSzPts val="900"/>
              <a:buNone/>
              <a:defRPr sz="900">
                <a:solidFill>
                  <a:schemeClr val="dk1"/>
                </a:solidFill>
              </a:defRPr>
            </a:lvl4pPr>
            <a:lvl5pPr lvl="4">
              <a:lnSpc>
                <a:spcPct val="135000"/>
              </a:lnSpc>
              <a:spcBef>
                <a:spcPts val="0"/>
              </a:spcBef>
              <a:spcAft>
                <a:spcPts val="0"/>
              </a:spcAft>
              <a:buClr>
                <a:schemeClr val="dk1"/>
              </a:buClr>
              <a:buSzPts val="900"/>
              <a:buNone/>
              <a:defRPr sz="900">
                <a:solidFill>
                  <a:schemeClr val="dk1"/>
                </a:solidFill>
              </a:defRPr>
            </a:lvl5pPr>
            <a:lvl6pPr lvl="5">
              <a:lnSpc>
                <a:spcPct val="135000"/>
              </a:lnSpc>
              <a:spcBef>
                <a:spcPts val="0"/>
              </a:spcBef>
              <a:spcAft>
                <a:spcPts val="0"/>
              </a:spcAft>
              <a:buClr>
                <a:schemeClr val="dk1"/>
              </a:buClr>
              <a:buSzPts val="900"/>
              <a:buNone/>
              <a:defRPr sz="900">
                <a:solidFill>
                  <a:schemeClr val="dk1"/>
                </a:solidFill>
              </a:defRPr>
            </a:lvl6pPr>
            <a:lvl7pPr lvl="6">
              <a:lnSpc>
                <a:spcPct val="135000"/>
              </a:lnSpc>
              <a:spcBef>
                <a:spcPts val="0"/>
              </a:spcBef>
              <a:spcAft>
                <a:spcPts val="0"/>
              </a:spcAft>
              <a:buClr>
                <a:schemeClr val="dk1"/>
              </a:buClr>
              <a:buSzPts val="900"/>
              <a:buNone/>
              <a:defRPr sz="900">
                <a:solidFill>
                  <a:schemeClr val="dk1"/>
                </a:solidFill>
              </a:defRPr>
            </a:lvl7pPr>
            <a:lvl8pPr lvl="7">
              <a:lnSpc>
                <a:spcPct val="135000"/>
              </a:lnSpc>
              <a:spcBef>
                <a:spcPts val="0"/>
              </a:spcBef>
              <a:spcAft>
                <a:spcPts val="0"/>
              </a:spcAft>
              <a:buClr>
                <a:schemeClr val="dk1"/>
              </a:buClr>
              <a:buSzPts val="900"/>
              <a:buNone/>
              <a:defRPr sz="900">
                <a:solidFill>
                  <a:schemeClr val="dk1"/>
                </a:solidFill>
              </a:defRPr>
            </a:lvl8pPr>
            <a:lvl9pPr lvl="8">
              <a:lnSpc>
                <a:spcPct val="135000"/>
              </a:lnSpc>
              <a:spcBef>
                <a:spcPts val="0"/>
              </a:spcBef>
              <a:spcAft>
                <a:spcPts val="0"/>
              </a:spcAft>
              <a:buClr>
                <a:schemeClr val="dk1"/>
              </a:buClr>
              <a:buSzPts val="900"/>
              <a:buNone/>
              <a:defRPr sz="900">
                <a:solidFill>
                  <a:schemeClr val="dk1"/>
                </a:solidFill>
              </a:defRPr>
            </a:lvl9pPr>
          </a:lstStyle>
          <a:p/>
        </p:txBody>
      </p:sp>
      <p:sp>
        <p:nvSpPr>
          <p:cNvPr id="67" name="Google Shape;67;p6"/>
          <p:cNvSpPr txBox="1"/>
          <p:nvPr>
            <p:ph idx="3" type="subTitle"/>
          </p:nvPr>
        </p:nvSpPr>
        <p:spPr>
          <a:xfrm rot="5400000">
            <a:off x="-1603762" y="1603800"/>
            <a:ext cx="3861600" cy="654000"/>
          </a:xfrm>
          <a:prstGeom prst="rect">
            <a:avLst/>
          </a:prstGeom>
        </p:spPr>
        <p:txBody>
          <a:bodyPr anchorCtr="0" anchor="ctr" bIns="68575" lIns="377175" spcFirstLastPara="1" rIns="68575" wrap="square" tIns="68575">
            <a:noAutofit/>
          </a:bodyPr>
          <a:lstStyle>
            <a:lvl1pPr lvl="0">
              <a:lnSpc>
                <a:spcPct val="100000"/>
              </a:lnSpc>
              <a:spcBef>
                <a:spcPts val="0"/>
              </a:spcBef>
              <a:spcAft>
                <a:spcPts val="0"/>
              </a:spcAft>
              <a:buClr>
                <a:schemeClr val="lt1"/>
              </a:buClr>
              <a:buSzPts val="800"/>
              <a:buFont typeface="Red Hat Display Medium"/>
              <a:buNone/>
              <a:defRPr sz="8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9pPr>
          </a:lstStyle>
          <a:p/>
        </p:txBody>
      </p:sp>
      <p:sp>
        <p:nvSpPr>
          <p:cNvPr id="68" name="Google Shape;68;p6"/>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solidFill>
                  <a:srgbClr val="FFFFFF"/>
                </a:solidFill>
                <a:latin typeface="Red Hat Text Medium"/>
                <a:ea typeface="Red Hat Text Medium"/>
                <a:cs typeface="Red Hat Text Medium"/>
                <a:sym typeface="Red Hat Text Medium"/>
              </a:defRPr>
            </a:lvl1pPr>
            <a:lvl2pPr lvl="1" algn="ctr">
              <a:buNone/>
              <a:defRPr sz="600">
                <a:solidFill>
                  <a:srgbClr val="FFFFFF"/>
                </a:solidFill>
                <a:latin typeface="Red Hat Text Medium"/>
                <a:ea typeface="Red Hat Text Medium"/>
                <a:cs typeface="Red Hat Text Medium"/>
                <a:sym typeface="Red Hat Text Medium"/>
              </a:defRPr>
            </a:lvl2pPr>
            <a:lvl3pPr lvl="2" algn="ctr">
              <a:buNone/>
              <a:defRPr sz="600">
                <a:solidFill>
                  <a:srgbClr val="FFFFFF"/>
                </a:solidFill>
                <a:latin typeface="Red Hat Text Medium"/>
                <a:ea typeface="Red Hat Text Medium"/>
                <a:cs typeface="Red Hat Text Medium"/>
                <a:sym typeface="Red Hat Text Medium"/>
              </a:defRPr>
            </a:lvl3pPr>
            <a:lvl4pPr lvl="3" algn="ctr">
              <a:buNone/>
              <a:defRPr sz="600">
                <a:solidFill>
                  <a:srgbClr val="FFFFFF"/>
                </a:solidFill>
                <a:latin typeface="Red Hat Text Medium"/>
                <a:ea typeface="Red Hat Text Medium"/>
                <a:cs typeface="Red Hat Text Medium"/>
                <a:sym typeface="Red Hat Text Medium"/>
              </a:defRPr>
            </a:lvl4pPr>
            <a:lvl5pPr lvl="4" algn="ctr">
              <a:buNone/>
              <a:defRPr sz="600">
                <a:solidFill>
                  <a:srgbClr val="FFFFFF"/>
                </a:solidFill>
                <a:latin typeface="Red Hat Text Medium"/>
                <a:ea typeface="Red Hat Text Medium"/>
                <a:cs typeface="Red Hat Text Medium"/>
                <a:sym typeface="Red Hat Text Medium"/>
              </a:defRPr>
            </a:lvl5pPr>
            <a:lvl6pPr lvl="5" algn="ctr">
              <a:buNone/>
              <a:defRPr sz="600">
                <a:solidFill>
                  <a:srgbClr val="FFFFFF"/>
                </a:solidFill>
                <a:latin typeface="Red Hat Text Medium"/>
                <a:ea typeface="Red Hat Text Medium"/>
                <a:cs typeface="Red Hat Text Medium"/>
                <a:sym typeface="Red Hat Text Medium"/>
              </a:defRPr>
            </a:lvl6pPr>
            <a:lvl7pPr lvl="6" algn="ctr">
              <a:buNone/>
              <a:defRPr sz="600">
                <a:solidFill>
                  <a:srgbClr val="FFFFFF"/>
                </a:solidFill>
                <a:latin typeface="Red Hat Text Medium"/>
                <a:ea typeface="Red Hat Text Medium"/>
                <a:cs typeface="Red Hat Text Medium"/>
                <a:sym typeface="Red Hat Text Medium"/>
              </a:defRPr>
            </a:lvl7pPr>
            <a:lvl8pPr lvl="7" algn="ctr">
              <a:buNone/>
              <a:defRPr sz="600">
                <a:solidFill>
                  <a:srgbClr val="FFFFFF"/>
                </a:solidFill>
                <a:latin typeface="Red Hat Text Medium"/>
                <a:ea typeface="Red Hat Text Medium"/>
                <a:cs typeface="Red Hat Text Medium"/>
                <a:sym typeface="Red Hat Text Medium"/>
              </a:defRPr>
            </a:lvl8pPr>
            <a:lvl9pPr lvl="8" algn="ctr">
              <a:buNone/>
              <a:defRPr sz="6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closing">
  <p:cSld name="CUSTOM_1">
    <p:bg>
      <p:bgPr>
        <a:blipFill>
          <a:blip r:embed="rId2">
            <a:alphaModFix/>
          </a:blip>
          <a:stretch>
            <a:fillRect/>
          </a:stretch>
        </a:blipFill>
      </p:bgPr>
    </p:bg>
    <p:spTree>
      <p:nvGrpSpPr>
        <p:cNvPr id="69" name="Shape 69"/>
        <p:cNvGrpSpPr/>
        <p:nvPr/>
      </p:nvGrpSpPr>
      <p:grpSpPr>
        <a:xfrm>
          <a:off x="0" y="0"/>
          <a:ext cx="0" cy="0"/>
          <a:chOff x="0" y="0"/>
          <a:chExt cx="0" cy="0"/>
        </a:xfrm>
      </p:grpSpPr>
      <p:sp>
        <p:nvSpPr>
          <p:cNvPr id="70" name="Google Shape;70;p7"/>
          <p:cNvSpPr/>
          <p:nvPr/>
        </p:nvSpPr>
        <p:spPr>
          <a:xfrm>
            <a:off x="7212881" y="4409156"/>
            <a:ext cx="1931100" cy="7344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71" name="Google Shape;71;p7"/>
          <p:cNvPicPr preferRelativeResize="0"/>
          <p:nvPr/>
        </p:nvPicPr>
        <p:blipFill>
          <a:blip r:embed="rId3">
            <a:alphaModFix/>
          </a:blip>
          <a:stretch>
            <a:fillRect/>
          </a:stretch>
        </p:blipFill>
        <p:spPr>
          <a:xfrm>
            <a:off x="7580138" y="4652989"/>
            <a:ext cx="1185206" cy="279575"/>
          </a:xfrm>
          <a:prstGeom prst="rect">
            <a:avLst/>
          </a:prstGeom>
          <a:noFill/>
          <a:ln>
            <a:noFill/>
          </a:ln>
        </p:spPr>
      </p:pic>
      <p:cxnSp>
        <p:nvCxnSpPr>
          <p:cNvPr id="72" name="Google Shape;72;p7"/>
          <p:cNvCxnSpPr/>
          <p:nvPr/>
        </p:nvCxnSpPr>
        <p:spPr>
          <a:xfrm rot="10800000">
            <a:off x="335825" y="4801200"/>
            <a:ext cx="0" cy="342300"/>
          </a:xfrm>
          <a:prstGeom prst="straightConnector1">
            <a:avLst/>
          </a:prstGeom>
          <a:noFill/>
          <a:ln cap="flat" cmpd="sng" w="7150">
            <a:solidFill>
              <a:schemeClr val="lt1"/>
            </a:solidFill>
            <a:prstDash val="solid"/>
            <a:round/>
            <a:headEnd len="med" w="med" type="none"/>
            <a:tailEnd len="med" w="med" type="none"/>
          </a:ln>
        </p:spPr>
      </p:cxnSp>
      <p:sp>
        <p:nvSpPr>
          <p:cNvPr id="73" name="Google Shape;73;p7"/>
          <p:cNvSpPr txBox="1"/>
          <p:nvPr>
            <p:ph type="title"/>
          </p:nvPr>
        </p:nvSpPr>
        <p:spPr>
          <a:xfrm>
            <a:off x="4245394" y="426470"/>
            <a:ext cx="4302300" cy="14469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1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53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53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53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53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53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53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53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5300">
                <a:solidFill>
                  <a:schemeClr val="accent1"/>
                </a:solidFill>
                <a:latin typeface="Red Hat Display Medium"/>
                <a:ea typeface="Red Hat Display Medium"/>
                <a:cs typeface="Red Hat Display Medium"/>
                <a:sym typeface="Red Hat Display Medium"/>
              </a:defRPr>
            </a:lvl9pPr>
          </a:lstStyle>
          <a:p/>
        </p:txBody>
      </p:sp>
      <p:sp>
        <p:nvSpPr>
          <p:cNvPr id="74" name="Google Shape;74;p7"/>
          <p:cNvSpPr txBox="1"/>
          <p:nvPr>
            <p:ph idx="1" type="subTitle"/>
          </p:nvPr>
        </p:nvSpPr>
        <p:spPr>
          <a:xfrm rot="5400000">
            <a:off x="-1603762" y="1603800"/>
            <a:ext cx="3861600" cy="654000"/>
          </a:xfrm>
          <a:prstGeom prst="rect">
            <a:avLst/>
          </a:prstGeom>
        </p:spPr>
        <p:txBody>
          <a:bodyPr anchorCtr="0" anchor="ctr" bIns="68575" lIns="377175" spcFirstLastPara="1" rIns="68575" wrap="square" tIns="68575">
            <a:noAutofit/>
          </a:bodyPr>
          <a:lstStyle>
            <a:lvl1pPr lvl="0">
              <a:lnSpc>
                <a:spcPct val="100000"/>
              </a:lnSpc>
              <a:spcBef>
                <a:spcPts val="0"/>
              </a:spcBef>
              <a:spcAft>
                <a:spcPts val="0"/>
              </a:spcAft>
              <a:buClr>
                <a:schemeClr val="lt1"/>
              </a:buClr>
              <a:buSzPts val="800"/>
              <a:buFont typeface="Red Hat Display Medium"/>
              <a:buNone/>
              <a:defRPr sz="8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9pPr>
          </a:lstStyle>
          <a:p/>
        </p:txBody>
      </p:sp>
      <p:sp>
        <p:nvSpPr>
          <p:cNvPr id="75" name="Google Shape;75;p7"/>
          <p:cNvSpPr txBox="1"/>
          <p:nvPr>
            <p:ph idx="2" type="subTitle"/>
          </p:nvPr>
        </p:nvSpPr>
        <p:spPr>
          <a:xfrm>
            <a:off x="4245394" y="2064300"/>
            <a:ext cx="3334800" cy="11436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100"/>
              <a:buFont typeface="Red Hat Display"/>
              <a:buNone/>
              <a:defRPr sz="1100">
                <a:solidFill>
                  <a:schemeClr val="dk1"/>
                </a:solidFill>
                <a:latin typeface="Red Hat Display"/>
                <a:ea typeface="Red Hat Display"/>
                <a:cs typeface="Red Hat Display"/>
                <a:sym typeface="Red Hat Display"/>
              </a:defRPr>
            </a:lvl1pPr>
            <a:lvl2pPr lvl="1">
              <a:lnSpc>
                <a:spcPct val="180000"/>
              </a:lnSpc>
              <a:spcBef>
                <a:spcPts val="0"/>
              </a:spcBef>
              <a:spcAft>
                <a:spcPts val="0"/>
              </a:spcAft>
              <a:buClr>
                <a:schemeClr val="dk1"/>
              </a:buClr>
              <a:buSzPts val="1100"/>
              <a:buNone/>
              <a:defRPr sz="1100">
                <a:solidFill>
                  <a:schemeClr val="dk1"/>
                </a:solidFill>
              </a:defRPr>
            </a:lvl2pPr>
            <a:lvl3pPr lvl="2">
              <a:lnSpc>
                <a:spcPct val="180000"/>
              </a:lnSpc>
              <a:spcBef>
                <a:spcPts val="0"/>
              </a:spcBef>
              <a:spcAft>
                <a:spcPts val="0"/>
              </a:spcAft>
              <a:buClr>
                <a:schemeClr val="dk1"/>
              </a:buClr>
              <a:buSzPts val="1100"/>
              <a:buNone/>
              <a:defRPr sz="1100">
                <a:solidFill>
                  <a:schemeClr val="dk1"/>
                </a:solidFill>
              </a:defRPr>
            </a:lvl3pPr>
            <a:lvl4pPr lvl="3">
              <a:lnSpc>
                <a:spcPct val="180000"/>
              </a:lnSpc>
              <a:spcBef>
                <a:spcPts val="0"/>
              </a:spcBef>
              <a:spcAft>
                <a:spcPts val="0"/>
              </a:spcAft>
              <a:buClr>
                <a:schemeClr val="dk1"/>
              </a:buClr>
              <a:buSzPts val="1100"/>
              <a:buNone/>
              <a:defRPr sz="1100">
                <a:solidFill>
                  <a:schemeClr val="dk1"/>
                </a:solidFill>
              </a:defRPr>
            </a:lvl4pPr>
            <a:lvl5pPr lvl="4">
              <a:lnSpc>
                <a:spcPct val="180000"/>
              </a:lnSpc>
              <a:spcBef>
                <a:spcPts val="0"/>
              </a:spcBef>
              <a:spcAft>
                <a:spcPts val="0"/>
              </a:spcAft>
              <a:buClr>
                <a:schemeClr val="dk1"/>
              </a:buClr>
              <a:buSzPts val="1100"/>
              <a:buNone/>
              <a:defRPr sz="1100">
                <a:solidFill>
                  <a:schemeClr val="dk1"/>
                </a:solidFill>
              </a:defRPr>
            </a:lvl5pPr>
            <a:lvl6pPr lvl="5">
              <a:lnSpc>
                <a:spcPct val="180000"/>
              </a:lnSpc>
              <a:spcBef>
                <a:spcPts val="0"/>
              </a:spcBef>
              <a:spcAft>
                <a:spcPts val="0"/>
              </a:spcAft>
              <a:buClr>
                <a:schemeClr val="dk1"/>
              </a:buClr>
              <a:buSzPts val="1100"/>
              <a:buNone/>
              <a:defRPr sz="1100">
                <a:solidFill>
                  <a:schemeClr val="dk1"/>
                </a:solidFill>
              </a:defRPr>
            </a:lvl6pPr>
            <a:lvl7pPr lvl="6">
              <a:lnSpc>
                <a:spcPct val="180000"/>
              </a:lnSpc>
              <a:spcBef>
                <a:spcPts val="0"/>
              </a:spcBef>
              <a:spcAft>
                <a:spcPts val="0"/>
              </a:spcAft>
              <a:buClr>
                <a:schemeClr val="dk1"/>
              </a:buClr>
              <a:buSzPts val="1100"/>
              <a:buNone/>
              <a:defRPr sz="1100">
                <a:solidFill>
                  <a:schemeClr val="dk1"/>
                </a:solidFill>
              </a:defRPr>
            </a:lvl7pPr>
            <a:lvl8pPr lvl="7">
              <a:lnSpc>
                <a:spcPct val="180000"/>
              </a:lnSpc>
              <a:spcBef>
                <a:spcPts val="0"/>
              </a:spcBef>
              <a:spcAft>
                <a:spcPts val="0"/>
              </a:spcAft>
              <a:buClr>
                <a:schemeClr val="dk1"/>
              </a:buClr>
              <a:buSzPts val="1100"/>
              <a:buNone/>
              <a:defRPr sz="1100">
                <a:solidFill>
                  <a:schemeClr val="dk1"/>
                </a:solidFill>
              </a:defRPr>
            </a:lvl8pPr>
            <a:lvl9pPr lvl="8">
              <a:lnSpc>
                <a:spcPct val="180000"/>
              </a:lnSpc>
              <a:spcBef>
                <a:spcPts val="0"/>
              </a:spcBef>
              <a:spcAft>
                <a:spcPts val="0"/>
              </a:spcAft>
              <a:buClr>
                <a:schemeClr val="dk1"/>
              </a:buClr>
              <a:buSzPts val="1100"/>
              <a:buNone/>
              <a:defRPr sz="1100">
                <a:solidFill>
                  <a:schemeClr val="dk1"/>
                </a:solidFill>
              </a:defRPr>
            </a:lvl9pPr>
          </a:lstStyle>
          <a:p/>
        </p:txBody>
      </p:sp>
      <p:sp>
        <p:nvSpPr>
          <p:cNvPr id="76" name="Google Shape;76;p7"/>
          <p:cNvSpPr txBox="1"/>
          <p:nvPr/>
        </p:nvSpPr>
        <p:spPr>
          <a:xfrm>
            <a:off x="4427588" y="3550296"/>
            <a:ext cx="2216100" cy="1809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Clr>
                <a:schemeClr val="dk1"/>
              </a:buClr>
              <a:buSzPts val="800"/>
              <a:buFont typeface="Arial"/>
              <a:buNone/>
            </a:pPr>
            <a:r>
              <a:rPr lang="en" sz="900">
                <a:solidFill>
                  <a:schemeClr val="dk1"/>
                </a:solidFill>
                <a:latin typeface="Red Hat Display"/>
                <a:ea typeface="Red Hat Display"/>
                <a:cs typeface="Red Hat Display"/>
                <a:sym typeface="Red Hat Display"/>
              </a:rPr>
              <a:t>youtube.com/c/RedHatEnterpriseLinux</a:t>
            </a:r>
            <a:endParaRPr sz="9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900">
              <a:solidFill>
                <a:schemeClr val="dk1"/>
              </a:solidFill>
              <a:latin typeface="Red Hat Display"/>
              <a:ea typeface="Red Hat Display"/>
              <a:cs typeface="Red Hat Display"/>
              <a:sym typeface="Red Hat Display"/>
            </a:endParaRPr>
          </a:p>
        </p:txBody>
      </p:sp>
      <p:sp>
        <p:nvSpPr>
          <p:cNvPr id="77" name="Google Shape;77;p7"/>
          <p:cNvSpPr txBox="1"/>
          <p:nvPr/>
        </p:nvSpPr>
        <p:spPr>
          <a:xfrm>
            <a:off x="4417200" y="3880725"/>
            <a:ext cx="1920300" cy="1809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900">
                <a:solidFill>
                  <a:schemeClr val="dk1"/>
                </a:solidFill>
                <a:latin typeface="Red Hat Display"/>
                <a:ea typeface="Red Hat Display"/>
                <a:cs typeface="Red Hat Display"/>
                <a:sym typeface="Red Hat Display"/>
              </a:rPr>
              <a:t>twitter.com/RHEL</a:t>
            </a:r>
            <a:endParaRPr sz="900">
              <a:solidFill>
                <a:schemeClr val="dk1"/>
              </a:solidFill>
              <a:latin typeface="Red Hat Display"/>
              <a:ea typeface="Red Hat Display"/>
              <a:cs typeface="Red Hat Display"/>
              <a:sym typeface="Red Hat Display"/>
            </a:endParaRPr>
          </a:p>
        </p:txBody>
      </p:sp>
      <p:pic>
        <p:nvPicPr>
          <p:cNvPr id="78" name="Google Shape;78;p7"/>
          <p:cNvPicPr preferRelativeResize="0"/>
          <p:nvPr/>
        </p:nvPicPr>
        <p:blipFill rotWithShape="1">
          <a:blip r:embed="rId4">
            <a:alphaModFix/>
          </a:blip>
          <a:srcRect b="0" l="2507" r="2498" t="0"/>
          <a:stretch/>
        </p:blipFill>
        <p:spPr>
          <a:xfrm>
            <a:off x="4245400" y="3880729"/>
            <a:ext cx="171806" cy="180863"/>
          </a:xfrm>
          <a:prstGeom prst="rect">
            <a:avLst/>
          </a:prstGeom>
          <a:noFill/>
          <a:ln>
            <a:noFill/>
          </a:ln>
        </p:spPr>
      </p:pic>
      <p:pic>
        <p:nvPicPr>
          <p:cNvPr id="79" name="Google Shape;79;p7"/>
          <p:cNvPicPr preferRelativeResize="0"/>
          <p:nvPr/>
        </p:nvPicPr>
        <p:blipFill rotWithShape="1">
          <a:blip r:embed="rId5">
            <a:alphaModFix/>
          </a:blip>
          <a:srcRect b="0" l="2507" r="2498" t="0"/>
          <a:stretch/>
        </p:blipFill>
        <p:spPr>
          <a:xfrm>
            <a:off x="4245400" y="3501917"/>
            <a:ext cx="171806" cy="180863"/>
          </a:xfrm>
          <a:prstGeom prst="rect">
            <a:avLst/>
          </a:prstGeom>
          <a:noFill/>
          <a:ln>
            <a:noFill/>
          </a:ln>
        </p:spPr>
      </p:pic>
      <p:sp>
        <p:nvSpPr>
          <p:cNvPr id="80" name="Google Shape;80;p7"/>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solidFill>
                  <a:srgbClr val="FFFFFF"/>
                </a:solidFill>
                <a:latin typeface="Red Hat Text Medium"/>
                <a:ea typeface="Red Hat Text Medium"/>
                <a:cs typeface="Red Hat Text Medium"/>
                <a:sym typeface="Red Hat Text Medium"/>
              </a:defRPr>
            </a:lvl1pPr>
            <a:lvl2pPr lvl="1" algn="ctr">
              <a:buNone/>
              <a:defRPr sz="600">
                <a:solidFill>
                  <a:srgbClr val="FFFFFF"/>
                </a:solidFill>
                <a:latin typeface="Red Hat Text Medium"/>
                <a:ea typeface="Red Hat Text Medium"/>
                <a:cs typeface="Red Hat Text Medium"/>
                <a:sym typeface="Red Hat Text Medium"/>
              </a:defRPr>
            </a:lvl2pPr>
            <a:lvl3pPr lvl="2" algn="ctr">
              <a:buNone/>
              <a:defRPr sz="600">
                <a:solidFill>
                  <a:srgbClr val="FFFFFF"/>
                </a:solidFill>
                <a:latin typeface="Red Hat Text Medium"/>
                <a:ea typeface="Red Hat Text Medium"/>
                <a:cs typeface="Red Hat Text Medium"/>
                <a:sym typeface="Red Hat Text Medium"/>
              </a:defRPr>
            </a:lvl3pPr>
            <a:lvl4pPr lvl="3" algn="ctr">
              <a:buNone/>
              <a:defRPr sz="600">
                <a:solidFill>
                  <a:srgbClr val="FFFFFF"/>
                </a:solidFill>
                <a:latin typeface="Red Hat Text Medium"/>
                <a:ea typeface="Red Hat Text Medium"/>
                <a:cs typeface="Red Hat Text Medium"/>
                <a:sym typeface="Red Hat Text Medium"/>
              </a:defRPr>
            </a:lvl4pPr>
            <a:lvl5pPr lvl="4" algn="ctr">
              <a:buNone/>
              <a:defRPr sz="600">
                <a:solidFill>
                  <a:srgbClr val="FFFFFF"/>
                </a:solidFill>
                <a:latin typeface="Red Hat Text Medium"/>
                <a:ea typeface="Red Hat Text Medium"/>
                <a:cs typeface="Red Hat Text Medium"/>
                <a:sym typeface="Red Hat Text Medium"/>
              </a:defRPr>
            </a:lvl5pPr>
            <a:lvl6pPr lvl="5" algn="ctr">
              <a:buNone/>
              <a:defRPr sz="600">
                <a:solidFill>
                  <a:srgbClr val="FFFFFF"/>
                </a:solidFill>
                <a:latin typeface="Red Hat Text Medium"/>
                <a:ea typeface="Red Hat Text Medium"/>
                <a:cs typeface="Red Hat Text Medium"/>
                <a:sym typeface="Red Hat Text Medium"/>
              </a:defRPr>
            </a:lvl6pPr>
            <a:lvl7pPr lvl="6" algn="ctr">
              <a:buNone/>
              <a:defRPr sz="600">
                <a:solidFill>
                  <a:srgbClr val="FFFFFF"/>
                </a:solidFill>
                <a:latin typeface="Red Hat Text Medium"/>
                <a:ea typeface="Red Hat Text Medium"/>
                <a:cs typeface="Red Hat Text Medium"/>
                <a:sym typeface="Red Hat Text Medium"/>
              </a:defRPr>
            </a:lvl7pPr>
            <a:lvl8pPr lvl="7" algn="ctr">
              <a:buNone/>
              <a:defRPr sz="600">
                <a:solidFill>
                  <a:srgbClr val="FFFFFF"/>
                </a:solidFill>
                <a:latin typeface="Red Hat Text Medium"/>
                <a:ea typeface="Red Hat Text Medium"/>
                <a:cs typeface="Red Hat Text Medium"/>
                <a:sym typeface="Red Hat Text Medium"/>
              </a:defRPr>
            </a:lvl8pPr>
            <a:lvl9pPr lvl="8" algn="ctr">
              <a:buNone/>
              <a:defRPr sz="6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81" name="Google Shape;81;p7"/>
          <p:cNvPicPr preferRelativeResize="0"/>
          <p:nvPr/>
        </p:nvPicPr>
        <p:blipFill>
          <a:blip r:embed="rId6">
            <a:alphaModFix/>
          </a:blip>
          <a:stretch>
            <a:fillRect/>
          </a:stretch>
        </p:blipFill>
        <p:spPr>
          <a:xfrm>
            <a:off x="654044" y="863"/>
            <a:ext cx="2740019" cy="5143501"/>
          </a:xfrm>
          <a:prstGeom prst="rect">
            <a:avLst/>
          </a:prstGeom>
          <a:noFill/>
          <a:ln>
            <a:noFill/>
          </a:ln>
        </p:spPr>
      </p:pic>
      <p:pic>
        <p:nvPicPr>
          <p:cNvPr id="82" name="Google Shape;82;p7"/>
          <p:cNvPicPr preferRelativeResize="0"/>
          <p:nvPr/>
        </p:nvPicPr>
        <p:blipFill>
          <a:blip r:embed="rId7">
            <a:alphaModFix/>
          </a:blip>
          <a:stretch>
            <a:fillRect/>
          </a:stretch>
        </p:blipFill>
        <p:spPr>
          <a:xfrm>
            <a:off x="4245394" y="4237351"/>
            <a:ext cx="171807" cy="171807"/>
          </a:xfrm>
          <a:prstGeom prst="rect">
            <a:avLst/>
          </a:prstGeom>
          <a:noFill/>
          <a:ln>
            <a:noFill/>
          </a:ln>
        </p:spPr>
      </p:pic>
      <p:sp>
        <p:nvSpPr>
          <p:cNvPr id="83" name="Google Shape;83;p7"/>
          <p:cNvSpPr txBox="1"/>
          <p:nvPr/>
        </p:nvSpPr>
        <p:spPr>
          <a:xfrm>
            <a:off x="4417200" y="4232803"/>
            <a:ext cx="1920300" cy="1809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900">
                <a:solidFill>
                  <a:schemeClr val="dk1"/>
                </a:solidFill>
                <a:latin typeface="Red Hat Display"/>
                <a:ea typeface="Red Hat Display"/>
                <a:cs typeface="Red Hat Display"/>
                <a:sym typeface="Red Hat Display"/>
              </a:rPr>
              <a:t>reddit.com/r/redhat</a:t>
            </a:r>
            <a:endParaRPr sz="900">
              <a:solidFill>
                <a:schemeClr val="dk1"/>
              </a:solidFill>
              <a:latin typeface="Red Hat Display"/>
              <a:ea typeface="Red Hat Display"/>
              <a:cs typeface="Red Hat Display"/>
              <a:sym typeface="Red Hat Display"/>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1">
  <p:cSld name="CUSTOM_5">
    <p:bg>
      <p:bgPr>
        <a:blipFill>
          <a:blip r:embed="rId2">
            <a:alphaModFix/>
          </a:blip>
          <a:stretch>
            <a:fillRect/>
          </a:stretch>
        </a:blipFill>
      </p:bgPr>
    </p:bg>
    <p:spTree>
      <p:nvGrpSpPr>
        <p:cNvPr id="84" name="Shape 84"/>
        <p:cNvGrpSpPr/>
        <p:nvPr/>
      </p:nvGrpSpPr>
      <p:grpSpPr>
        <a:xfrm>
          <a:off x="0" y="0"/>
          <a:ext cx="0" cy="0"/>
          <a:chOff x="0" y="0"/>
          <a:chExt cx="0" cy="0"/>
        </a:xfrm>
      </p:grpSpPr>
      <p:pic>
        <p:nvPicPr>
          <p:cNvPr id="85" name="Google Shape;85;p8"/>
          <p:cNvPicPr preferRelativeResize="0"/>
          <p:nvPr/>
        </p:nvPicPr>
        <p:blipFill>
          <a:blip r:embed="rId3">
            <a:alphaModFix/>
          </a:blip>
          <a:stretch>
            <a:fillRect/>
          </a:stretch>
        </p:blipFill>
        <p:spPr>
          <a:xfrm>
            <a:off x="654034" y="0"/>
            <a:ext cx="2740019" cy="5143501"/>
          </a:xfrm>
          <a:prstGeom prst="rect">
            <a:avLst/>
          </a:prstGeom>
          <a:noFill/>
          <a:ln>
            <a:noFill/>
          </a:ln>
        </p:spPr>
      </p:pic>
      <p:sp>
        <p:nvSpPr>
          <p:cNvPr id="86" name="Google Shape;86;p8"/>
          <p:cNvSpPr/>
          <p:nvPr/>
        </p:nvSpPr>
        <p:spPr>
          <a:xfrm>
            <a:off x="7212881" y="4409156"/>
            <a:ext cx="1931100" cy="7344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87" name="Google Shape;87;p8"/>
          <p:cNvPicPr preferRelativeResize="0"/>
          <p:nvPr/>
        </p:nvPicPr>
        <p:blipFill>
          <a:blip r:embed="rId4">
            <a:alphaModFix/>
          </a:blip>
          <a:stretch>
            <a:fillRect/>
          </a:stretch>
        </p:blipFill>
        <p:spPr>
          <a:xfrm>
            <a:off x="7580138" y="4652989"/>
            <a:ext cx="1185206" cy="279575"/>
          </a:xfrm>
          <a:prstGeom prst="rect">
            <a:avLst/>
          </a:prstGeom>
          <a:noFill/>
          <a:ln>
            <a:noFill/>
          </a:ln>
        </p:spPr>
      </p:pic>
      <p:cxnSp>
        <p:nvCxnSpPr>
          <p:cNvPr id="88" name="Google Shape;88;p8"/>
          <p:cNvCxnSpPr/>
          <p:nvPr/>
        </p:nvCxnSpPr>
        <p:spPr>
          <a:xfrm rot="10800000">
            <a:off x="335825" y="4801200"/>
            <a:ext cx="0" cy="342300"/>
          </a:xfrm>
          <a:prstGeom prst="straightConnector1">
            <a:avLst/>
          </a:prstGeom>
          <a:noFill/>
          <a:ln cap="flat" cmpd="sng" w="7150">
            <a:solidFill>
              <a:schemeClr val="lt1"/>
            </a:solidFill>
            <a:prstDash val="solid"/>
            <a:round/>
            <a:headEnd len="med" w="med" type="none"/>
            <a:tailEnd len="med" w="med" type="none"/>
          </a:ln>
        </p:spPr>
      </p:cxnSp>
      <p:sp>
        <p:nvSpPr>
          <p:cNvPr id="89" name="Google Shape;89;p8"/>
          <p:cNvSpPr txBox="1"/>
          <p:nvPr>
            <p:ph idx="1" type="subTitle"/>
          </p:nvPr>
        </p:nvSpPr>
        <p:spPr>
          <a:xfrm>
            <a:off x="4245394" y="2978738"/>
            <a:ext cx="3334800" cy="6858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a:buNone/>
              <a:defRPr sz="1400">
                <a:solidFill>
                  <a:schemeClr val="dk1"/>
                </a:solidFill>
                <a:latin typeface="Red Hat Display"/>
                <a:ea typeface="Red Hat Display"/>
                <a:cs typeface="Red Hat Display"/>
                <a:sym typeface="Red Hat Display"/>
              </a:defRPr>
            </a:lvl1pPr>
            <a:lvl2pPr lvl="1">
              <a:lnSpc>
                <a:spcPct val="140000"/>
              </a:lnSpc>
              <a:spcBef>
                <a:spcPts val="0"/>
              </a:spcBef>
              <a:spcAft>
                <a:spcPts val="0"/>
              </a:spcAft>
              <a:buClr>
                <a:schemeClr val="dk1"/>
              </a:buClr>
              <a:buSzPts val="1400"/>
              <a:buNone/>
              <a:defRPr sz="1400">
                <a:solidFill>
                  <a:schemeClr val="dk1"/>
                </a:solidFill>
              </a:defRPr>
            </a:lvl2pPr>
            <a:lvl3pPr lvl="2">
              <a:lnSpc>
                <a:spcPct val="140000"/>
              </a:lnSpc>
              <a:spcBef>
                <a:spcPts val="0"/>
              </a:spcBef>
              <a:spcAft>
                <a:spcPts val="0"/>
              </a:spcAft>
              <a:buClr>
                <a:schemeClr val="dk1"/>
              </a:buClr>
              <a:buSzPts val="1400"/>
              <a:buNone/>
              <a:defRPr sz="1400">
                <a:solidFill>
                  <a:schemeClr val="dk1"/>
                </a:solidFill>
              </a:defRPr>
            </a:lvl3pPr>
            <a:lvl4pPr lvl="3">
              <a:lnSpc>
                <a:spcPct val="140000"/>
              </a:lnSpc>
              <a:spcBef>
                <a:spcPts val="0"/>
              </a:spcBef>
              <a:spcAft>
                <a:spcPts val="0"/>
              </a:spcAft>
              <a:buClr>
                <a:schemeClr val="dk1"/>
              </a:buClr>
              <a:buSzPts val="1400"/>
              <a:buNone/>
              <a:defRPr sz="1400">
                <a:solidFill>
                  <a:schemeClr val="dk1"/>
                </a:solidFill>
              </a:defRPr>
            </a:lvl4pPr>
            <a:lvl5pPr lvl="4">
              <a:lnSpc>
                <a:spcPct val="140000"/>
              </a:lnSpc>
              <a:spcBef>
                <a:spcPts val="0"/>
              </a:spcBef>
              <a:spcAft>
                <a:spcPts val="0"/>
              </a:spcAft>
              <a:buClr>
                <a:schemeClr val="dk1"/>
              </a:buClr>
              <a:buSzPts val="1400"/>
              <a:buNone/>
              <a:defRPr sz="1400">
                <a:solidFill>
                  <a:schemeClr val="dk1"/>
                </a:solidFill>
              </a:defRPr>
            </a:lvl5pPr>
            <a:lvl6pPr lvl="5">
              <a:lnSpc>
                <a:spcPct val="140000"/>
              </a:lnSpc>
              <a:spcBef>
                <a:spcPts val="0"/>
              </a:spcBef>
              <a:spcAft>
                <a:spcPts val="0"/>
              </a:spcAft>
              <a:buClr>
                <a:schemeClr val="dk1"/>
              </a:buClr>
              <a:buSzPts val="1400"/>
              <a:buNone/>
              <a:defRPr sz="1400">
                <a:solidFill>
                  <a:schemeClr val="dk1"/>
                </a:solidFill>
              </a:defRPr>
            </a:lvl6pPr>
            <a:lvl7pPr lvl="6">
              <a:lnSpc>
                <a:spcPct val="140000"/>
              </a:lnSpc>
              <a:spcBef>
                <a:spcPts val="0"/>
              </a:spcBef>
              <a:spcAft>
                <a:spcPts val="0"/>
              </a:spcAft>
              <a:buClr>
                <a:schemeClr val="dk1"/>
              </a:buClr>
              <a:buSzPts val="1400"/>
              <a:buNone/>
              <a:defRPr sz="1400">
                <a:solidFill>
                  <a:schemeClr val="dk1"/>
                </a:solidFill>
              </a:defRPr>
            </a:lvl7pPr>
            <a:lvl8pPr lvl="7">
              <a:lnSpc>
                <a:spcPct val="140000"/>
              </a:lnSpc>
              <a:spcBef>
                <a:spcPts val="0"/>
              </a:spcBef>
              <a:spcAft>
                <a:spcPts val="0"/>
              </a:spcAft>
              <a:buClr>
                <a:schemeClr val="dk1"/>
              </a:buClr>
              <a:buSzPts val="1400"/>
              <a:buNone/>
              <a:defRPr sz="1400">
                <a:solidFill>
                  <a:schemeClr val="dk1"/>
                </a:solidFill>
              </a:defRPr>
            </a:lvl8pPr>
            <a:lvl9pPr lvl="8">
              <a:lnSpc>
                <a:spcPct val="140000"/>
              </a:lnSpc>
              <a:spcBef>
                <a:spcPts val="0"/>
              </a:spcBef>
              <a:spcAft>
                <a:spcPts val="0"/>
              </a:spcAft>
              <a:buClr>
                <a:schemeClr val="dk1"/>
              </a:buClr>
              <a:buSzPts val="1400"/>
              <a:buNone/>
              <a:defRPr sz="1400">
                <a:solidFill>
                  <a:schemeClr val="dk1"/>
                </a:solidFill>
              </a:defRPr>
            </a:lvl9pPr>
          </a:lstStyle>
          <a:p/>
        </p:txBody>
      </p:sp>
      <p:sp>
        <p:nvSpPr>
          <p:cNvPr id="90" name="Google Shape;90;p8"/>
          <p:cNvSpPr txBox="1"/>
          <p:nvPr>
            <p:ph type="title"/>
          </p:nvPr>
        </p:nvSpPr>
        <p:spPr>
          <a:xfrm>
            <a:off x="4245394" y="1281774"/>
            <a:ext cx="4302300" cy="15882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36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3500">
                <a:solidFill>
                  <a:schemeClr val="accent1"/>
                </a:solidFill>
                <a:latin typeface="Red Hat Display Medium"/>
                <a:ea typeface="Red Hat Display Medium"/>
                <a:cs typeface="Red Hat Display Medium"/>
                <a:sym typeface="Red Hat Display Medium"/>
              </a:defRPr>
            </a:lvl9pPr>
          </a:lstStyle>
          <a:p/>
        </p:txBody>
      </p:sp>
      <p:sp>
        <p:nvSpPr>
          <p:cNvPr id="91" name="Google Shape;91;p8"/>
          <p:cNvSpPr txBox="1"/>
          <p:nvPr>
            <p:ph idx="2" type="subTitle"/>
          </p:nvPr>
        </p:nvSpPr>
        <p:spPr>
          <a:xfrm>
            <a:off x="4245394" y="3988706"/>
            <a:ext cx="1530300" cy="4542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100"/>
              <a:buFont typeface="Red Hat Display Medium"/>
              <a:buNone/>
              <a:defRPr sz="1100">
                <a:solidFill>
                  <a:schemeClr val="dk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dk1"/>
              </a:buClr>
              <a:buSzPts val="900"/>
              <a:buNone/>
              <a:defRPr sz="900">
                <a:solidFill>
                  <a:schemeClr val="dk1"/>
                </a:solidFill>
              </a:defRPr>
            </a:lvl2pPr>
            <a:lvl3pPr lvl="2">
              <a:lnSpc>
                <a:spcPct val="135000"/>
              </a:lnSpc>
              <a:spcBef>
                <a:spcPts val="0"/>
              </a:spcBef>
              <a:spcAft>
                <a:spcPts val="0"/>
              </a:spcAft>
              <a:buClr>
                <a:schemeClr val="dk1"/>
              </a:buClr>
              <a:buSzPts val="900"/>
              <a:buNone/>
              <a:defRPr sz="900">
                <a:solidFill>
                  <a:schemeClr val="dk1"/>
                </a:solidFill>
              </a:defRPr>
            </a:lvl3pPr>
            <a:lvl4pPr lvl="3">
              <a:lnSpc>
                <a:spcPct val="135000"/>
              </a:lnSpc>
              <a:spcBef>
                <a:spcPts val="0"/>
              </a:spcBef>
              <a:spcAft>
                <a:spcPts val="0"/>
              </a:spcAft>
              <a:buClr>
                <a:schemeClr val="dk1"/>
              </a:buClr>
              <a:buSzPts val="900"/>
              <a:buNone/>
              <a:defRPr sz="900">
                <a:solidFill>
                  <a:schemeClr val="dk1"/>
                </a:solidFill>
              </a:defRPr>
            </a:lvl4pPr>
            <a:lvl5pPr lvl="4">
              <a:lnSpc>
                <a:spcPct val="135000"/>
              </a:lnSpc>
              <a:spcBef>
                <a:spcPts val="0"/>
              </a:spcBef>
              <a:spcAft>
                <a:spcPts val="0"/>
              </a:spcAft>
              <a:buClr>
                <a:schemeClr val="dk1"/>
              </a:buClr>
              <a:buSzPts val="900"/>
              <a:buNone/>
              <a:defRPr sz="900">
                <a:solidFill>
                  <a:schemeClr val="dk1"/>
                </a:solidFill>
              </a:defRPr>
            </a:lvl5pPr>
            <a:lvl6pPr lvl="5">
              <a:lnSpc>
                <a:spcPct val="135000"/>
              </a:lnSpc>
              <a:spcBef>
                <a:spcPts val="0"/>
              </a:spcBef>
              <a:spcAft>
                <a:spcPts val="0"/>
              </a:spcAft>
              <a:buClr>
                <a:schemeClr val="dk1"/>
              </a:buClr>
              <a:buSzPts val="900"/>
              <a:buNone/>
              <a:defRPr sz="900">
                <a:solidFill>
                  <a:schemeClr val="dk1"/>
                </a:solidFill>
              </a:defRPr>
            </a:lvl6pPr>
            <a:lvl7pPr lvl="6">
              <a:lnSpc>
                <a:spcPct val="135000"/>
              </a:lnSpc>
              <a:spcBef>
                <a:spcPts val="0"/>
              </a:spcBef>
              <a:spcAft>
                <a:spcPts val="0"/>
              </a:spcAft>
              <a:buClr>
                <a:schemeClr val="dk1"/>
              </a:buClr>
              <a:buSzPts val="900"/>
              <a:buNone/>
              <a:defRPr sz="900">
                <a:solidFill>
                  <a:schemeClr val="dk1"/>
                </a:solidFill>
              </a:defRPr>
            </a:lvl7pPr>
            <a:lvl8pPr lvl="7">
              <a:lnSpc>
                <a:spcPct val="135000"/>
              </a:lnSpc>
              <a:spcBef>
                <a:spcPts val="0"/>
              </a:spcBef>
              <a:spcAft>
                <a:spcPts val="0"/>
              </a:spcAft>
              <a:buClr>
                <a:schemeClr val="dk1"/>
              </a:buClr>
              <a:buSzPts val="900"/>
              <a:buNone/>
              <a:defRPr sz="900">
                <a:solidFill>
                  <a:schemeClr val="dk1"/>
                </a:solidFill>
              </a:defRPr>
            </a:lvl8pPr>
            <a:lvl9pPr lvl="8">
              <a:lnSpc>
                <a:spcPct val="135000"/>
              </a:lnSpc>
              <a:spcBef>
                <a:spcPts val="0"/>
              </a:spcBef>
              <a:spcAft>
                <a:spcPts val="0"/>
              </a:spcAft>
              <a:buClr>
                <a:schemeClr val="dk1"/>
              </a:buClr>
              <a:buSzPts val="900"/>
              <a:buNone/>
              <a:defRPr sz="900">
                <a:solidFill>
                  <a:schemeClr val="dk1"/>
                </a:solidFill>
              </a:defRPr>
            </a:lvl9pPr>
          </a:lstStyle>
          <a:p/>
        </p:txBody>
      </p:sp>
      <p:sp>
        <p:nvSpPr>
          <p:cNvPr id="92" name="Google Shape;92;p8"/>
          <p:cNvSpPr txBox="1"/>
          <p:nvPr>
            <p:ph idx="3" type="subTitle"/>
          </p:nvPr>
        </p:nvSpPr>
        <p:spPr>
          <a:xfrm rot="5400000">
            <a:off x="-1603762" y="1603800"/>
            <a:ext cx="3861600" cy="654000"/>
          </a:xfrm>
          <a:prstGeom prst="rect">
            <a:avLst/>
          </a:prstGeom>
        </p:spPr>
        <p:txBody>
          <a:bodyPr anchorCtr="0" anchor="ctr" bIns="68575" lIns="377175" spcFirstLastPara="1" rIns="68575" wrap="square" tIns="68575">
            <a:noAutofit/>
          </a:bodyPr>
          <a:lstStyle>
            <a:lvl1pPr lvl="0">
              <a:lnSpc>
                <a:spcPct val="100000"/>
              </a:lnSpc>
              <a:spcBef>
                <a:spcPts val="0"/>
              </a:spcBef>
              <a:spcAft>
                <a:spcPts val="0"/>
              </a:spcAft>
              <a:buClr>
                <a:schemeClr val="lt1"/>
              </a:buClr>
              <a:buSzPts val="800"/>
              <a:buFont typeface="Red Hat Display Medium"/>
              <a:buNone/>
              <a:defRPr sz="8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9pPr>
          </a:lstStyle>
          <a:p/>
        </p:txBody>
      </p:sp>
      <p:sp>
        <p:nvSpPr>
          <p:cNvPr id="93" name="Google Shape;93;p8"/>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solidFill>
                  <a:srgbClr val="FFFFFF"/>
                </a:solidFill>
                <a:latin typeface="Red Hat Text Medium"/>
                <a:ea typeface="Red Hat Text Medium"/>
                <a:cs typeface="Red Hat Text Medium"/>
                <a:sym typeface="Red Hat Text Medium"/>
              </a:defRPr>
            </a:lvl1pPr>
            <a:lvl2pPr lvl="1" algn="ctr">
              <a:buNone/>
              <a:defRPr sz="600">
                <a:solidFill>
                  <a:srgbClr val="FFFFFF"/>
                </a:solidFill>
                <a:latin typeface="Red Hat Text Medium"/>
                <a:ea typeface="Red Hat Text Medium"/>
                <a:cs typeface="Red Hat Text Medium"/>
                <a:sym typeface="Red Hat Text Medium"/>
              </a:defRPr>
            </a:lvl2pPr>
            <a:lvl3pPr lvl="2" algn="ctr">
              <a:buNone/>
              <a:defRPr sz="600">
                <a:solidFill>
                  <a:srgbClr val="FFFFFF"/>
                </a:solidFill>
                <a:latin typeface="Red Hat Text Medium"/>
                <a:ea typeface="Red Hat Text Medium"/>
                <a:cs typeface="Red Hat Text Medium"/>
                <a:sym typeface="Red Hat Text Medium"/>
              </a:defRPr>
            </a:lvl3pPr>
            <a:lvl4pPr lvl="3" algn="ctr">
              <a:buNone/>
              <a:defRPr sz="600">
                <a:solidFill>
                  <a:srgbClr val="FFFFFF"/>
                </a:solidFill>
                <a:latin typeface="Red Hat Text Medium"/>
                <a:ea typeface="Red Hat Text Medium"/>
                <a:cs typeface="Red Hat Text Medium"/>
                <a:sym typeface="Red Hat Text Medium"/>
              </a:defRPr>
            </a:lvl4pPr>
            <a:lvl5pPr lvl="4" algn="ctr">
              <a:buNone/>
              <a:defRPr sz="600">
                <a:solidFill>
                  <a:srgbClr val="FFFFFF"/>
                </a:solidFill>
                <a:latin typeface="Red Hat Text Medium"/>
                <a:ea typeface="Red Hat Text Medium"/>
                <a:cs typeface="Red Hat Text Medium"/>
                <a:sym typeface="Red Hat Text Medium"/>
              </a:defRPr>
            </a:lvl5pPr>
            <a:lvl6pPr lvl="5" algn="ctr">
              <a:buNone/>
              <a:defRPr sz="600">
                <a:solidFill>
                  <a:srgbClr val="FFFFFF"/>
                </a:solidFill>
                <a:latin typeface="Red Hat Text Medium"/>
                <a:ea typeface="Red Hat Text Medium"/>
                <a:cs typeface="Red Hat Text Medium"/>
                <a:sym typeface="Red Hat Text Medium"/>
              </a:defRPr>
            </a:lvl6pPr>
            <a:lvl7pPr lvl="6" algn="ctr">
              <a:buNone/>
              <a:defRPr sz="600">
                <a:solidFill>
                  <a:srgbClr val="FFFFFF"/>
                </a:solidFill>
                <a:latin typeface="Red Hat Text Medium"/>
                <a:ea typeface="Red Hat Text Medium"/>
                <a:cs typeface="Red Hat Text Medium"/>
                <a:sym typeface="Red Hat Text Medium"/>
              </a:defRPr>
            </a:lvl7pPr>
            <a:lvl8pPr lvl="7" algn="ctr">
              <a:buNone/>
              <a:defRPr sz="600">
                <a:solidFill>
                  <a:srgbClr val="FFFFFF"/>
                </a:solidFill>
                <a:latin typeface="Red Hat Text Medium"/>
                <a:ea typeface="Red Hat Text Medium"/>
                <a:cs typeface="Red Hat Text Medium"/>
                <a:sym typeface="Red Hat Text Medium"/>
              </a:defRPr>
            </a:lvl8pPr>
            <a:lvl9pPr lvl="8" algn="ctr">
              <a:buNone/>
              <a:defRPr sz="6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closing 1">
  <p:cSld name="CUSTOM_1_1">
    <p:bg>
      <p:bgPr>
        <a:blipFill>
          <a:blip r:embed="rId2">
            <a:alphaModFix/>
          </a:blip>
          <a:stretch>
            <a:fillRect/>
          </a:stretch>
        </a:blipFill>
      </p:bgPr>
    </p:bg>
    <p:spTree>
      <p:nvGrpSpPr>
        <p:cNvPr id="94" name="Shape 94"/>
        <p:cNvGrpSpPr/>
        <p:nvPr/>
      </p:nvGrpSpPr>
      <p:grpSpPr>
        <a:xfrm>
          <a:off x="0" y="0"/>
          <a:ext cx="0" cy="0"/>
          <a:chOff x="0" y="0"/>
          <a:chExt cx="0" cy="0"/>
        </a:xfrm>
      </p:grpSpPr>
      <p:sp>
        <p:nvSpPr>
          <p:cNvPr id="95" name="Google Shape;95;p9"/>
          <p:cNvSpPr/>
          <p:nvPr/>
        </p:nvSpPr>
        <p:spPr>
          <a:xfrm>
            <a:off x="7212881" y="4409156"/>
            <a:ext cx="1931100" cy="7344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96" name="Google Shape;96;p9"/>
          <p:cNvPicPr preferRelativeResize="0"/>
          <p:nvPr/>
        </p:nvPicPr>
        <p:blipFill>
          <a:blip r:embed="rId3">
            <a:alphaModFix/>
          </a:blip>
          <a:stretch>
            <a:fillRect/>
          </a:stretch>
        </p:blipFill>
        <p:spPr>
          <a:xfrm>
            <a:off x="7580138" y="4652989"/>
            <a:ext cx="1185206" cy="279575"/>
          </a:xfrm>
          <a:prstGeom prst="rect">
            <a:avLst/>
          </a:prstGeom>
          <a:noFill/>
          <a:ln>
            <a:noFill/>
          </a:ln>
        </p:spPr>
      </p:pic>
      <p:cxnSp>
        <p:nvCxnSpPr>
          <p:cNvPr id="97" name="Google Shape;97;p9"/>
          <p:cNvCxnSpPr/>
          <p:nvPr/>
        </p:nvCxnSpPr>
        <p:spPr>
          <a:xfrm rot="10800000">
            <a:off x="335825" y="4801200"/>
            <a:ext cx="0" cy="342300"/>
          </a:xfrm>
          <a:prstGeom prst="straightConnector1">
            <a:avLst/>
          </a:prstGeom>
          <a:noFill/>
          <a:ln cap="flat" cmpd="sng" w="7150">
            <a:solidFill>
              <a:schemeClr val="lt1"/>
            </a:solidFill>
            <a:prstDash val="solid"/>
            <a:round/>
            <a:headEnd len="med" w="med" type="none"/>
            <a:tailEnd len="med" w="med" type="none"/>
          </a:ln>
        </p:spPr>
      </p:cxnSp>
      <p:sp>
        <p:nvSpPr>
          <p:cNvPr id="98" name="Google Shape;98;p9"/>
          <p:cNvSpPr txBox="1"/>
          <p:nvPr>
            <p:ph type="title"/>
          </p:nvPr>
        </p:nvSpPr>
        <p:spPr>
          <a:xfrm>
            <a:off x="4245394" y="426470"/>
            <a:ext cx="4302300" cy="14469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1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53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53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53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53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53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53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53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5300">
                <a:solidFill>
                  <a:schemeClr val="accent1"/>
                </a:solidFill>
                <a:latin typeface="Red Hat Display Medium"/>
                <a:ea typeface="Red Hat Display Medium"/>
                <a:cs typeface="Red Hat Display Medium"/>
                <a:sym typeface="Red Hat Display Medium"/>
              </a:defRPr>
            </a:lvl9pPr>
          </a:lstStyle>
          <a:p/>
        </p:txBody>
      </p:sp>
      <p:sp>
        <p:nvSpPr>
          <p:cNvPr id="99" name="Google Shape;99;p9"/>
          <p:cNvSpPr txBox="1"/>
          <p:nvPr>
            <p:ph idx="1" type="subTitle"/>
          </p:nvPr>
        </p:nvSpPr>
        <p:spPr>
          <a:xfrm rot="5400000">
            <a:off x="-1603762" y="1603800"/>
            <a:ext cx="3861600" cy="654000"/>
          </a:xfrm>
          <a:prstGeom prst="rect">
            <a:avLst/>
          </a:prstGeom>
        </p:spPr>
        <p:txBody>
          <a:bodyPr anchorCtr="0" anchor="ctr" bIns="68575" lIns="377175" spcFirstLastPara="1" rIns="68575" wrap="square" tIns="68575">
            <a:noAutofit/>
          </a:bodyPr>
          <a:lstStyle>
            <a:lvl1pPr lvl="0">
              <a:lnSpc>
                <a:spcPct val="100000"/>
              </a:lnSpc>
              <a:spcBef>
                <a:spcPts val="0"/>
              </a:spcBef>
              <a:spcAft>
                <a:spcPts val="0"/>
              </a:spcAft>
              <a:buClr>
                <a:schemeClr val="lt1"/>
              </a:buClr>
              <a:buSzPts val="800"/>
              <a:buFont typeface="Red Hat Display Medium"/>
              <a:buNone/>
              <a:defRPr sz="8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9pPr>
          </a:lstStyle>
          <a:p/>
        </p:txBody>
      </p:sp>
      <p:sp>
        <p:nvSpPr>
          <p:cNvPr id="100" name="Google Shape;100;p9"/>
          <p:cNvSpPr txBox="1"/>
          <p:nvPr>
            <p:ph idx="2" type="subTitle"/>
          </p:nvPr>
        </p:nvSpPr>
        <p:spPr>
          <a:xfrm>
            <a:off x="4245394" y="2064300"/>
            <a:ext cx="3334800" cy="11436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100"/>
              <a:buFont typeface="Red Hat Display"/>
              <a:buNone/>
              <a:defRPr sz="1100">
                <a:solidFill>
                  <a:schemeClr val="dk1"/>
                </a:solidFill>
                <a:latin typeface="Red Hat Display"/>
                <a:ea typeface="Red Hat Display"/>
                <a:cs typeface="Red Hat Display"/>
                <a:sym typeface="Red Hat Display"/>
              </a:defRPr>
            </a:lvl1pPr>
            <a:lvl2pPr lvl="1">
              <a:lnSpc>
                <a:spcPct val="180000"/>
              </a:lnSpc>
              <a:spcBef>
                <a:spcPts val="0"/>
              </a:spcBef>
              <a:spcAft>
                <a:spcPts val="0"/>
              </a:spcAft>
              <a:buClr>
                <a:schemeClr val="dk1"/>
              </a:buClr>
              <a:buSzPts val="1100"/>
              <a:buNone/>
              <a:defRPr sz="1100">
                <a:solidFill>
                  <a:schemeClr val="dk1"/>
                </a:solidFill>
              </a:defRPr>
            </a:lvl2pPr>
            <a:lvl3pPr lvl="2">
              <a:lnSpc>
                <a:spcPct val="180000"/>
              </a:lnSpc>
              <a:spcBef>
                <a:spcPts val="0"/>
              </a:spcBef>
              <a:spcAft>
                <a:spcPts val="0"/>
              </a:spcAft>
              <a:buClr>
                <a:schemeClr val="dk1"/>
              </a:buClr>
              <a:buSzPts val="1100"/>
              <a:buNone/>
              <a:defRPr sz="1100">
                <a:solidFill>
                  <a:schemeClr val="dk1"/>
                </a:solidFill>
              </a:defRPr>
            </a:lvl3pPr>
            <a:lvl4pPr lvl="3">
              <a:lnSpc>
                <a:spcPct val="180000"/>
              </a:lnSpc>
              <a:spcBef>
                <a:spcPts val="0"/>
              </a:spcBef>
              <a:spcAft>
                <a:spcPts val="0"/>
              </a:spcAft>
              <a:buClr>
                <a:schemeClr val="dk1"/>
              </a:buClr>
              <a:buSzPts val="1100"/>
              <a:buNone/>
              <a:defRPr sz="1100">
                <a:solidFill>
                  <a:schemeClr val="dk1"/>
                </a:solidFill>
              </a:defRPr>
            </a:lvl4pPr>
            <a:lvl5pPr lvl="4">
              <a:lnSpc>
                <a:spcPct val="180000"/>
              </a:lnSpc>
              <a:spcBef>
                <a:spcPts val="0"/>
              </a:spcBef>
              <a:spcAft>
                <a:spcPts val="0"/>
              </a:spcAft>
              <a:buClr>
                <a:schemeClr val="dk1"/>
              </a:buClr>
              <a:buSzPts val="1100"/>
              <a:buNone/>
              <a:defRPr sz="1100">
                <a:solidFill>
                  <a:schemeClr val="dk1"/>
                </a:solidFill>
              </a:defRPr>
            </a:lvl5pPr>
            <a:lvl6pPr lvl="5">
              <a:lnSpc>
                <a:spcPct val="180000"/>
              </a:lnSpc>
              <a:spcBef>
                <a:spcPts val="0"/>
              </a:spcBef>
              <a:spcAft>
                <a:spcPts val="0"/>
              </a:spcAft>
              <a:buClr>
                <a:schemeClr val="dk1"/>
              </a:buClr>
              <a:buSzPts val="1100"/>
              <a:buNone/>
              <a:defRPr sz="1100">
                <a:solidFill>
                  <a:schemeClr val="dk1"/>
                </a:solidFill>
              </a:defRPr>
            </a:lvl6pPr>
            <a:lvl7pPr lvl="6">
              <a:lnSpc>
                <a:spcPct val="180000"/>
              </a:lnSpc>
              <a:spcBef>
                <a:spcPts val="0"/>
              </a:spcBef>
              <a:spcAft>
                <a:spcPts val="0"/>
              </a:spcAft>
              <a:buClr>
                <a:schemeClr val="dk1"/>
              </a:buClr>
              <a:buSzPts val="1100"/>
              <a:buNone/>
              <a:defRPr sz="1100">
                <a:solidFill>
                  <a:schemeClr val="dk1"/>
                </a:solidFill>
              </a:defRPr>
            </a:lvl7pPr>
            <a:lvl8pPr lvl="7">
              <a:lnSpc>
                <a:spcPct val="180000"/>
              </a:lnSpc>
              <a:spcBef>
                <a:spcPts val="0"/>
              </a:spcBef>
              <a:spcAft>
                <a:spcPts val="0"/>
              </a:spcAft>
              <a:buClr>
                <a:schemeClr val="dk1"/>
              </a:buClr>
              <a:buSzPts val="1100"/>
              <a:buNone/>
              <a:defRPr sz="1100">
                <a:solidFill>
                  <a:schemeClr val="dk1"/>
                </a:solidFill>
              </a:defRPr>
            </a:lvl8pPr>
            <a:lvl9pPr lvl="8">
              <a:lnSpc>
                <a:spcPct val="180000"/>
              </a:lnSpc>
              <a:spcBef>
                <a:spcPts val="0"/>
              </a:spcBef>
              <a:spcAft>
                <a:spcPts val="0"/>
              </a:spcAft>
              <a:buClr>
                <a:schemeClr val="dk1"/>
              </a:buClr>
              <a:buSzPts val="1100"/>
              <a:buNone/>
              <a:defRPr sz="1100">
                <a:solidFill>
                  <a:schemeClr val="dk1"/>
                </a:solidFill>
              </a:defRPr>
            </a:lvl9pPr>
          </a:lstStyle>
          <a:p/>
        </p:txBody>
      </p:sp>
      <p:sp>
        <p:nvSpPr>
          <p:cNvPr id="101" name="Google Shape;101;p9"/>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solidFill>
                  <a:srgbClr val="FFFFFF"/>
                </a:solidFill>
                <a:latin typeface="Red Hat Text Medium"/>
                <a:ea typeface="Red Hat Text Medium"/>
                <a:cs typeface="Red Hat Text Medium"/>
                <a:sym typeface="Red Hat Text Medium"/>
              </a:defRPr>
            </a:lvl1pPr>
            <a:lvl2pPr lvl="1" algn="ctr">
              <a:buNone/>
              <a:defRPr sz="600">
                <a:solidFill>
                  <a:srgbClr val="FFFFFF"/>
                </a:solidFill>
                <a:latin typeface="Red Hat Text Medium"/>
                <a:ea typeface="Red Hat Text Medium"/>
                <a:cs typeface="Red Hat Text Medium"/>
                <a:sym typeface="Red Hat Text Medium"/>
              </a:defRPr>
            </a:lvl2pPr>
            <a:lvl3pPr lvl="2" algn="ctr">
              <a:buNone/>
              <a:defRPr sz="600">
                <a:solidFill>
                  <a:srgbClr val="FFFFFF"/>
                </a:solidFill>
                <a:latin typeface="Red Hat Text Medium"/>
                <a:ea typeface="Red Hat Text Medium"/>
                <a:cs typeface="Red Hat Text Medium"/>
                <a:sym typeface="Red Hat Text Medium"/>
              </a:defRPr>
            </a:lvl3pPr>
            <a:lvl4pPr lvl="3" algn="ctr">
              <a:buNone/>
              <a:defRPr sz="600">
                <a:solidFill>
                  <a:srgbClr val="FFFFFF"/>
                </a:solidFill>
                <a:latin typeface="Red Hat Text Medium"/>
                <a:ea typeface="Red Hat Text Medium"/>
                <a:cs typeface="Red Hat Text Medium"/>
                <a:sym typeface="Red Hat Text Medium"/>
              </a:defRPr>
            </a:lvl4pPr>
            <a:lvl5pPr lvl="4" algn="ctr">
              <a:buNone/>
              <a:defRPr sz="600">
                <a:solidFill>
                  <a:srgbClr val="FFFFFF"/>
                </a:solidFill>
                <a:latin typeface="Red Hat Text Medium"/>
                <a:ea typeface="Red Hat Text Medium"/>
                <a:cs typeface="Red Hat Text Medium"/>
                <a:sym typeface="Red Hat Text Medium"/>
              </a:defRPr>
            </a:lvl5pPr>
            <a:lvl6pPr lvl="5" algn="ctr">
              <a:buNone/>
              <a:defRPr sz="600">
                <a:solidFill>
                  <a:srgbClr val="FFFFFF"/>
                </a:solidFill>
                <a:latin typeface="Red Hat Text Medium"/>
                <a:ea typeface="Red Hat Text Medium"/>
                <a:cs typeface="Red Hat Text Medium"/>
                <a:sym typeface="Red Hat Text Medium"/>
              </a:defRPr>
            </a:lvl6pPr>
            <a:lvl7pPr lvl="6" algn="ctr">
              <a:buNone/>
              <a:defRPr sz="600">
                <a:solidFill>
                  <a:srgbClr val="FFFFFF"/>
                </a:solidFill>
                <a:latin typeface="Red Hat Text Medium"/>
                <a:ea typeface="Red Hat Text Medium"/>
                <a:cs typeface="Red Hat Text Medium"/>
                <a:sym typeface="Red Hat Text Medium"/>
              </a:defRPr>
            </a:lvl7pPr>
            <a:lvl8pPr lvl="7" algn="ctr">
              <a:buNone/>
              <a:defRPr sz="600">
                <a:solidFill>
                  <a:srgbClr val="FFFFFF"/>
                </a:solidFill>
                <a:latin typeface="Red Hat Text Medium"/>
                <a:ea typeface="Red Hat Text Medium"/>
                <a:cs typeface="Red Hat Text Medium"/>
                <a:sym typeface="Red Hat Text Medium"/>
              </a:defRPr>
            </a:lvl8pPr>
            <a:lvl9pPr lvl="8" algn="ctr">
              <a:buNone/>
              <a:defRPr sz="6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2" name="Google Shape;102;p9"/>
          <p:cNvPicPr preferRelativeResize="0"/>
          <p:nvPr/>
        </p:nvPicPr>
        <p:blipFill>
          <a:blip r:embed="rId4">
            <a:alphaModFix/>
          </a:blip>
          <a:stretch>
            <a:fillRect/>
          </a:stretch>
        </p:blipFill>
        <p:spPr>
          <a:xfrm>
            <a:off x="654034" y="0"/>
            <a:ext cx="2740019" cy="5143501"/>
          </a:xfrm>
          <a:prstGeom prst="rect">
            <a:avLst/>
          </a:prstGeom>
          <a:noFill/>
          <a:ln>
            <a:noFill/>
          </a:ln>
        </p:spPr>
      </p:pic>
      <p:sp>
        <p:nvSpPr>
          <p:cNvPr id="103" name="Google Shape;103;p9"/>
          <p:cNvSpPr txBox="1"/>
          <p:nvPr/>
        </p:nvSpPr>
        <p:spPr>
          <a:xfrm>
            <a:off x="4427588" y="3557209"/>
            <a:ext cx="2216100" cy="1809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900">
                <a:solidFill>
                  <a:schemeClr val="dk1"/>
                </a:solidFill>
                <a:latin typeface="Red Hat Display"/>
                <a:ea typeface="Red Hat Display"/>
                <a:cs typeface="Red Hat Display"/>
                <a:sym typeface="Red Hat Display"/>
              </a:rPr>
              <a:t>youtube.com/c/RedHatEnterpriseLinux</a:t>
            </a:r>
            <a:endParaRPr sz="9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900">
              <a:solidFill>
                <a:schemeClr val="dk1"/>
              </a:solidFill>
              <a:latin typeface="Red Hat Display"/>
              <a:ea typeface="Red Hat Display"/>
              <a:cs typeface="Red Hat Display"/>
              <a:sym typeface="Red Hat Display"/>
            </a:endParaRPr>
          </a:p>
        </p:txBody>
      </p:sp>
      <p:sp>
        <p:nvSpPr>
          <p:cNvPr id="104" name="Google Shape;104;p9"/>
          <p:cNvSpPr txBox="1"/>
          <p:nvPr/>
        </p:nvSpPr>
        <p:spPr>
          <a:xfrm>
            <a:off x="4417200" y="3880725"/>
            <a:ext cx="1920300" cy="1809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900">
                <a:solidFill>
                  <a:schemeClr val="dk1"/>
                </a:solidFill>
                <a:latin typeface="Red Hat Display"/>
                <a:ea typeface="Red Hat Display"/>
                <a:cs typeface="Red Hat Display"/>
                <a:sym typeface="Red Hat Display"/>
              </a:rPr>
              <a:t>twitter.com/RHEL</a:t>
            </a:r>
            <a:endParaRPr sz="900">
              <a:solidFill>
                <a:schemeClr val="dk1"/>
              </a:solidFill>
              <a:latin typeface="Red Hat Display"/>
              <a:ea typeface="Red Hat Display"/>
              <a:cs typeface="Red Hat Display"/>
              <a:sym typeface="Red Hat Display"/>
            </a:endParaRPr>
          </a:p>
        </p:txBody>
      </p:sp>
      <p:pic>
        <p:nvPicPr>
          <p:cNvPr id="105" name="Google Shape;105;p9"/>
          <p:cNvPicPr preferRelativeResize="0"/>
          <p:nvPr/>
        </p:nvPicPr>
        <p:blipFill rotWithShape="1">
          <a:blip r:embed="rId5">
            <a:alphaModFix/>
          </a:blip>
          <a:srcRect b="0" l="2507" r="2498" t="0"/>
          <a:stretch/>
        </p:blipFill>
        <p:spPr>
          <a:xfrm>
            <a:off x="4245400" y="3880729"/>
            <a:ext cx="171806" cy="180863"/>
          </a:xfrm>
          <a:prstGeom prst="rect">
            <a:avLst/>
          </a:prstGeom>
          <a:noFill/>
          <a:ln>
            <a:noFill/>
          </a:ln>
        </p:spPr>
      </p:pic>
      <p:pic>
        <p:nvPicPr>
          <p:cNvPr id="106" name="Google Shape;106;p9"/>
          <p:cNvPicPr preferRelativeResize="0"/>
          <p:nvPr/>
        </p:nvPicPr>
        <p:blipFill rotWithShape="1">
          <a:blip r:embed="rId6">
            <a:alphaModFix/>
          </a:blip>
          <a:srcRect b="0" l="2507" r="2498" t="0"/>
          <a:stretch/>
        </p:blipFill>
        <p:spPr>
          <a:xfrm>
            <a:off x="4245400" y="3501917"/>
            <a:ext cx="171806" cy="180863"/>
          </a:xfrm>
          <a:prstGeom prst="rect">
            <a:avLst/>
          </a:prstGeom>
          <a:noFill/>
          <a:ln>
            <a:noFill/>
          </a:ln>
        </p:spPr>
      </p:pic>
      <p:pic>
        <p:nvPicPr>
          <p:cNvPr id="107" name="Google Shape;107;p9"/>
          <p:cNvPicPr preferRelativeResize="0"/>
          <p:nvPr/>
        </p:nvPicPr>
        <p:blipFill>
          <a:blip r:embed="rId7">
            <a:alphaModFix/>
          </a:blip>
          <a:stretch>
            <a:fillRect/>
          </a:stretch>
        </p:blipFill>
        <p:spPr>
          <a:xfrm>
            <a:off x="4245394" y="4237351"/>
            <a:ext cx="171807" cy="171807"/>
          </a:xfrm>
          <a:prstGeom prst="rect">
            <a:avLst/>
          </a:prstGeom>
          <a:noFill/>
          <a:ln>
            <a:noFill/>
          </a:ln>
        </p:spPr>
      </p:pic>
      <p:sp>
        <p:nvSpPr>
          <p:cNvPr id="108" name="Google Shape;108;p9"/>
          <p:cNvSpPr txBox="1"/>
          <p:nvPr/>
        </p:nvSpPr>
        <p:spPr>
          <a:xfrm>
            <a:off x="4417200" y="4232803"/>
            <a:ext cx="1920300" cy="1809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900">
                <a:solidFill>
                  <a:schemeClr val="dk1"/>
                </a:solidFill>
                <a:latin typeface="Red Hat Display"/>
                <a:ea typeface="Red Hat Display"/>
                <a:cs typeface="Red Hat Display"/>
                <a:sym typeface="Red Hat Display"/>
              </a:rPr>
              <a:t>reddit.com/r/redhat</a:t>
            </a:r>
            <a:endParaRPr sz="900">
              <a:solidFill>
                <a:schemeClr val="dk1"/>
              </a:solidFill>
              <a:latin typeface="Red Hat Display"/>
              <a:ea typeface="Red Hat Display"/>
              <a:cs typeface="Red Hat Display"/>
              <a:sym typeface="Red Hat Display"/>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binar title">
  <p:cSld name="TITLE_3">
    <p:bg>
      <p:bgPr>
        <a:solidFill>
          <a:srgbClr val="EBEBEB">
            <a:alpha val="0"/>
          </a:srgbClr>
        </a:solidFill>
      </p:bgPr>
    </p:bg>
    <p:spTree>
      <p:nvGrpSpPr>
        <p:cNvPr id="109" name="Shape 109"/>
        <p:cNvGrpSpPr/>
        <p:nvPr/>
      </p:nvGrpSpPr>
      <p:grpSpPr>
        <a:xfrm>
          <a:off x="0" y="0"/>
          <a:ext cx="0" cy="0"/>
          <a:chOff x="0" y="0"/>
          <a:chExt cx="0" cy="0"/>
        </a:xfrm>
      </p:grpSpPr>
      <p:pic>
        <p:nvPicPr>
          <p:cNvPr id="110" name="Google Shape;110;p10"/>
          <p:cNvPicPr preferRelativeResize="0"/>
          <p:nvPr/>
        </p:nvPicPr>
        <p:blipFill>
          <a:blip r:embed="rId2">
            <a:alphaModFix/>
          </a:blip>
          <a:stretch>
            <a:fillRect/>
          </a:stretch>
        </p:blipFill>
        <p:spPr>
          <a:xfrm>
            <a:off x="914400" y="571500"/>
            <a:ext cx="1609459" cy="380700"/>
          </a:xfrm>
          <a:prstGeom prst="rect">
            <a:avLst/>
          </a:prstGeom>
          <a:noFill/>
          <a:ln>
            <a:noFill/>
          </a:ln>
        </p:spPr>
      </p:pic>
      <p:sp>
        <p:nvSpPr>
          <p:cNvPr id="111" name="Google Shape;111;p10"/>
          <p:cNvSpPr txBox="1"/>
          <p:nvPr>
            <p:ph idx="1" type="subTitle"/>
          </p:nvPr>
        </p:nvSpPr>
        <p:spPr>
          <a:xfrm>
            <a:off x="876994" y="3327169"/>
            <a:ext cx="5649900" cy="6858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rgbClr val="EE0000"/>
              </a:buClr>
              <a:buSzPts val="2100"/>
              <a:buFont typeface="Red Hat Display"/>
              <a:buNone/>
              <a:defRPr sz="2100">
                <a:solidFill>
                  <a:srgbClr val="EE0000"/>
                </a:solidFill>
                <a:latin typeface="Red Hat Display"/>
                <a:ea typeface="Red Hat Display"/>
                <a:cs typeface="Red Hat Display"/>
                <a:sym typeface="Red Hat Display"/>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12" name="Google Shape;112;p10"/>
          <p:cNvSpPr txBox="1"/>
          <p:nvPr>
            <p:ph type="title"/>
          </p:nvPr>
        </p:nvSpPr>
        <p:spPr>
          <a:xfrm>
            <a:off x="877106" y="1993519"/>
            <a:ext cx="7404000" cy="12003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6000">
                <a:solidFill>
                  <a:srgbClr val="EE0000"/>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b="1" sz="6000">
                <a:solidFill>
                  <a:schemeClr val="lt1"/>
                </a:solidFill>
              </a:defRPr>
            </a:lvl2pPr>
            <a:lvl3pPr lvl="2">
              <a:lnSpc>
                <a:spcPct val="105000"/>
              </a:lnSpc>
              <a:spcBef>
                <a:spcPts val="0"/>
              </a:spcBef>
              <a:spcAft>
                <a:spcPts val="0"/>
              </a:spcAft>
              <a:buNone/>
              <a:defRPr b="1" sz="6000">
                <a:solidFill>
                  <a:schemeClr val="lt1"/>
                </a:solidFill>
              </a:defRPr>
            </a:lvl3pPr>
            <a:lvl4pPr lvl="3">
              <a:lnSpc>
                <a:spcPct val="105000"/>
              </a:lnSpc>
              <a:spcBef>
                <a:spcPts val="0"/>
              </a:spcBef>
              <a:spcAft>
                <a:spcPts val="0"/>
              </a:spcAft>
              <a:buNone/>
              <a:defRPr b="1" sz="6000">
                <a:solidFill>
                  <a:schemeClr val="lt1"/>
                </a:solidFill>
              </a:defRPr>
            </a:lvl4pPr>
            <a:lvl5pPr lvl="4">
              <a:lnSpc>
                <a:spcPct val="105000"/>
              </a:lnSpc>
              <a:spcBef>
                <a:spcPts val="0"/>
              </a:spcBef>
              <a:spcAft>
                <a:spcPts val="0"/>
              </a:spcAft>
              <a:buNone/>
              <a:defRPr b="1" sz="6000">
                <a:solidFill>
                  <a:schemeClr val="lt1"/>
                </a:solidFill>
              </a:defRPr>
            </a:lvl5pPr>
            <a:lvl6pPr lvl="5">
              <a:lnSpc>
                <a:spcPct val="105000"/>
              </a:lnSpc>
              <a:spcBef>
                <a:spcPts val="0"/>
              </a:spcBef>
              <a:spcAft>
                <a:spcPts val="0"/>
              </a:spcAft>
              <a:buNone/>
              <a:defRPr b="1" sz="6000">
                <a:solidFill>
                  <a:schemeClr val="lt1"/>
                </a:solidFill>
              </a:defRPr>
            </a:lvl6pPr>
            <a:lvl7pPr lvl="6">
              <a:lnSpc>
                <a:spcPct val="105000"/>
              </a:lnSpc>
              <a:spcBef>
                <a:spcPts val="0"/>
              </a:spcBef>
              <a:spcAft>
                <a:spcPts val="0"/>
              </a:spcAft>
              <a:buNone/>
              <a:defRPr b="1" sz="6000">
                <a:solidFill>
                  <a:schemeClr val="lt1"/>
                </a:solidFill>
              </a:defRPr>
            </a:lvl7pPr>
            <a:lvl8pPr lvl="7">
              <a:lnSpc>
                <a:spcPct val="105000"/>
              </a:lnSpc>
              <a:spcBef>
                <a:spcPts val="0"/>
              </a:spcBef>
              <a:spcAft>
                <a:spcPts val="0"/>
              </a:spcAft>
              <a:buNone/>
              <a:defRPr b="1" sz="6000">
                <a:solidFill>
                  <a:schemeClr val="lt1"/>
                </a:solidFill>
              </a:defRPr>
            </a:lvl8pPr>
            <a:lvl9pPr lvl="8">
              <a:lnSpc>
                <a:spcPct val="105000"/>
              </a:lnSpc>
              <a:spcBef>
                <a:spcPts val="0"/>
              </a:spcBef>
              <a:spcAft>
                <a:spcPts val="0"/>
              </a:spcAft>
              <a:buNone/>
              <a:defRPr b="1" sz="6000">
                <a:solidFill>
                  <a:schemeClr val="lt1"/>
                </a:solidFill>
              </a:defRPr>
            </a:lvl9pPr>
          </a:lstStyle>
          <a:p/>
        </p:txBody>
      </p:sp>
      <p:sp>
        <p:nvSpPr>
          <p:cNvPr id="113" name="Google Shape;113;p10"/>
          <p:cNvSpPr txBox="1"/>
          <p:nvPr>
            <p:ph idx="2" type="subTitle"/>
          </p:nvPr>
        </p:nvSpPr>
        <p:spPr>
          <a:xfrm>
            <a:off x="876994" y="4091020"/>
            <a:ext cx="1530300" cy="4542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rgbClr val="000000"/>
              </a:buClr>
              <a:buSzPts val="1100"/>
              <a:buFont typeface="Red Hat Display Medium"/>
              <a:buNone/>
              <a:defRPr sz="1100">
                <a:latin typeface="Red Hat Display Medium"/>
                <a:ea typeface="Red Hat Display Medium"/>
                <a:cs typeface="Red Hat Display Medium"/>
                <a:sym typeface="Red Hat Display Medium"/>
              </a:defRPr>
            </a:lvl1pPr>
            <a:lvl2pPr lvl="1">
              <a:lnSpc>
                <a:spcPct val="135000"/>
              </a:lnSpc>
              <a:spcBef>
                <a:spcPts val="0"/>
              </a:spcBef>
              <a:spcAft>
                <a:spcPts val="0"/>
              </a:spcAft>
              <a:buSzPts val="1400"/>
              <a:buFont typeface="Red Hat Text Medium"/>
              <a:buNone/>
              <a:defRPr>
                <a:latin typeface="Red Hat Text Medium"/>
                <a:ea typeface="Red Hat Text Medium"/>
                <a:cs typeface="Red Hat Text Medium"/>
                <a:sym typeface="Red Hat Text Medium"/>
              </a:defRPr>
            </a:lvl2pPr>
            <a:lvl3pPr lvl="2">
              <a:lnSpc>
                <a:spcPct val="135000"/>
              </a:lnSpc>
              <a:spcBef>
                <a:spcPts val="0"/>
              </a:spcBef>
              <a:spcAft>
                <a:spcPts val="0"/>
              </a:spcAft>
              <a:buSzPts val="1400"/>
              <a:buFont typeface="Red Hat Text Medium"/>
              <a:buNone/>
              <a:defRPr>
                <a:latin typeface="Red Hat Text Medium"/>
                <a:ea typeface="Red Hat Text Medium"/>
                <a:cs typeface="Red Hat Text Medium"/>
                <a:sym typeface="Red Hat Text Medium"/>
              </a:defRPr>
            </a:lvl3pPr>
            <a:lvl4pPr lvl="3">
              <a:lnSpc>
                <a:spcPct val="135000"/>
              </a:lnSpc>
              <a:spcBef>
                <a:spcPts val="0"/>
              </a:spcBef>
              <a:spcAft>
                <a:spcPts val="0"/>
              </a:spcAft>
              <a:buSzPts val="1400"/>
              <a:buFont typeface="Red Hat Text Medium"/>
              <a:buNone/>
              <a:defRPr>
                <a:latin typeface="Red Hat Text Medium"/>
                <a:ea typeface="Red Hat Text Medium"/>
                <a:cs typeface="Red Hat Text Medium"/>
                <a:sym typeface="Red Hat Text Medium"/>
              </a:defRPr>
            </a:lvl4pPr>
            <a:lvl5pPr lvl="4">
              <a:lnSpc>
                <a:spcPct val="135000"/>
              </a:lnSpc>
              <a:spcBef>
                <a:spcPts val="0"/>
              </a:spcBef>
              <a:spcAft>
                <a:spcPts val="0"/>
              </a:spcAft>
              <a:buSzPts val="1400"/>
              <a:buFont typeface="Red Hat Text Medium"/>
              <a:buNone/>
              <a:defRPr>
                <a:latin typeface="Red Hat Text Medium"/>
                <a:ea typeface="Red Hat Text Medium"/>
                <a:cs typeface="Red Hat Text Medium"/>
                <a:sym typeface="Red Hat Text Medium"/>
              </a:defRPr>
            </a:lvl5pPr>
            <a:lvl6pPr lvl="5">
              <a:lnSpc>
                <a:spcPct val="135000"/>
              </a:lnSpc>
              <a:spcBef>
                <a:spcPts val="0"/>
              </a:spcBef>
              <a:spcAft>
                <a:spcPts val="0"/>
              </a:spcAft>
              <a:buSzPts val="1400"/>
              <a:buFont typeface="Red Hat Text Medium"/>
              <a:buNone/>
              <a:defRPr>
                <a:latin typeface="Red Hat Text Medium"/>
                <a:ea typeface="Red Hat Text Medium"/>
                <a:cs typeface="Red Hat Text Medium"/>
                <a:sym typeface="Red Hat Text Medium"/>
              </a:defRPr>
            </a:lvl6pPr>
            <a:lvl7pPr lvl="6">
              <a:lnSpc>
                <a:spcPct val="135000"/>
              </a:lnSpc>
              <a:spcBef>
                <a:spcPts val="0"/>
              </a:spcBef>
              <a:spcAft>
                <a:spcPts val="0"/>
              </a:spcAft>
              <a:buSzPts val="1400"/>
              <a:buFont typeface="Red Hat Text Medium"/>
              <a:buNone/>
              <a:defRPr>
                <a:latin typeface="Red Hat Text Medium"/>
                <a:ea typeface="Red Hat Text Medium"/>
                <a:cs typeface="Red Hat Text Medium"/>
                <a:sym typeface="Red Hat Text Medium"/>
              </a:defRPr>
            </a:lvl7pPr>
            <a:lvl8pPr lvl="7">
              <a:lnSpc>
                <a:spcPct val="135000"/>
              </a:lnSpc>
              <a:spcBef>
                <a:spcPts val="0"/>
              </a:spcBef>
              <a:spcAft>
                <a:spcPts val="0"/>
              </a:spcAft>
              <a:buSzPts val="1400"/>
              <a:buFont typeface="Red Hat Text Medium"/>
              <a:buNone/>
              <a:defRPr>
                <a:latin typeface="Red Hat Text Medium"/>
                <a:ea typeface="Red Hat Text Medium"/>
                <a:cs typeface="Red Hat Text Medium"/>
                <a:sym typeface="Red Hat Text Medium"/>
              </a:defRPr>
            </a:lvl8pPr>
            <a:lvl9pPr lvl="8">
              <a:lnSpc>
                <a:spcPct val="135000"/>
              </a:lnSpc>
              <a:spcBef>
                <a:spcPts val="0"/>
              </a:spcBef>
              <a:spcAft>
                <a:spcPts val="0"/>
              </a:spcAft>
              <a:buSzPts val="1400"/>
              <a:buFont typeface="Red Hat Text Medium"/>
              <a:buNone/>
              <a:defRPr>
                <a:latin typeface="Red Hat Text Medium"/>
                <a:ea typeface="Red Hat Text Medium"/>
                <a:cs typeface="Red Hat Text Medium"/>
                <a:sym typeface="Red Hat Text Medium"/>
              </a:defRPr>
            </a:lvl9pPr>
          </a:lstStyle>
          <a:p/>
        </p:txBody>
      </p:sp>
      <p:sp>
        <p:nvSpPr>
          <p:cNvPr id="114" name="Google Shape;114;p10"/>
          <p:cNvSpPr txBox="1"/>
          <p:nvPr>
            <p:ph idx="3" type="subTitle"/>
          </p:nvPr>
        </p:nvSpPr>
        <p:spPr>
          <a:xfrm>
            <a:off x="2668088" y="4091020"/>
            <a:ext cx="1530300" cy="4542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rgbClr val="000000"/>
              </a:buClr>
              <a:buSzPts val="1100"/>
              <a:buFont typeface="Red Hat Display Medium"/>
              <a:buNone/>
              <a:defRPr sz="1100">
                <a:latin typeface="Red Hat Display Medium"/>
                <a:ea typeface="Red Hat Display Medium"/>
                <a:cs typeface="Red Hat Display Medium"/>
                <a:sym typeface="Red Hat Display Medium"/>
              </a:defRPr>
            </a:lvl1pPr>
            <a:lvl2pPr lvl="1">
              <a:lnSpc>
                <a:spcPct val="135000"/>
              </a:lnSpc>
              <a:spcBef>
                <a:spcPts val="0"/>
              </a:spcBef>
              <a:spcAft>
                <a:spcPts val="0"/>
              </a:spcAft>
              <a:buSzPts val="1400"/>
              <a:buFont typeface="Red Hat Text Medium"/>
              <a:buNone/>
              <a:defRPr>
                <a:latin typeface="Red Hat Text Medium"/>
                <a:ea typeface="Red Hat Text Medium"/>
                <a:cs typeface="Red Hat Text Medium"/>
                <a:sym typeface="Red Hat Text Medium"/>
              </a:defRPr>
            </a:lvl2pPr>
            <a:lvl3pPr lvl="2">
              <a:lnSpc>
                <a:spcPct val="135000"/>
              </a:lnSpc>
              <a:spcBef>
                <a:spcPts val="0"/>
              </a:spcBef>
              <a:spcAft>
                <a:spcPts val="0"/>
              </a:spcAft>
              <a:buSzPts val="1400"/>
              <a:buFont typeface="Red Hat Text Medium"/>
              <a:buNone/>
              <a:defRPr>
                <a:latin typeface="Red Hat Text Medium"/>
                <a:ea typeface="Red Hat Text Medium"/>
                <a:cs typeface="Red Hat Text Medium"/>
                <a:sym typeface="Red Hat Text Medium"/>
              </a:defRPr>
            </a:lvl3pPr>
            <a:lvl4pPr lvl="3">
              <a:lnSpc>
                <a:spcPct val="135000"/>
              </a:lnSpc>
              <a:spcBef>
                <a:spcPts val="0"/>
              </a:spcBef>
              <a:spcAft>
                <a:spcPts val="0"/>
              </a:spcAft>
              <a:buSzPts val="1400"/>
              <a:buFont typeface="Red Hat Text Medium"/>
              <a:buNone/>
              <a:defRPr>
                <a:latin typeface="Red Hat Text Medium"/>
                <a:ea typeface="Red Hat Text Medium"/>
                <a:cs typeface="Red Hat Text Medium"/>
                <a:sym typeface="Red Hat Text Medium"/>
              </a:defRPr>
            </a:lvl4pPr>
            <a:lvl5pPr lvl="4">
              <a:lnSpc>
                <a:spcPct val="135000"/>
              </a:lnSpc>
              <a:spcBef>
                <a:spcPts val="0"/>
              </a:spcBef>
              <a:spcAft>
                <a:spcPts val="0"/>
              </a:spcAft>
              <a:buSzPts val="1400"/>
              <a:buFont typeface="Red Hat Text Medium"/>
              <a:buNone/>
              <a:defRPr>
                <a:latin typeface="Red Hat Text Medium"/>
                <a:ea typeface="Red Hat Text Medium"/>
                <a:cs typeface="Red Hat Text Medium"/>
                <a:sym typeface="Red Hat Text Medium"/>
              </a:defRPr>
            </a:lvl5pPr>
            <a:lvl6pPr lvl="5">
              <a:lnSpc>
                <a:spcPct val="135000"/>
              </a:lnSpc>
              <a:spcBef>
                <a:spcPts val="0"/>
              </a:spcBef>
              <a:spcAft>
                <a:spcPts val="0"/>
              </a:spcAft>
              <a:buSzPts val="1400"/>
              <a:buFont typeface="Red Hat Text Medium"/>
              <a:buNone/>
              <a:defRPr>
                <a:latin typeface="Red Hat Text Medium"/>
                <a:ea typeface="Red Hat Text Medium"/>
                <a:cs typeface="Red Hat Text Medium"/>
                <a:sym typeface="Red Hat Text Medium"/>
              </a:defRPr>
            </a:lvl6pPr>
            <a:lvl7pPr lvl="6">
              <a:lnSpc>
                <a:spcPct val="135000"/>
              </a:lnSpc>
              <a:spcBef>
                <a:spcPts val="0"/>
              </a:spcBef>
              <a:spcAft>
                <a:spcPts val="0"/>
              </a:spcAft>
              <a:buSzPts val="1400"/>
              <a:buFont typeface="Red Hat Text Medium"/>
              <a:buNone/>
              <a:defRPr>
                <a:latin typeface="Red Hat Text Medium"/>
                <a:ea typeface="Red Hat Text Medium"/>
                <a:cs typeface="Red Hat Text Medium"/>
                <a:sym typeface="Red Hat Text Medium"/>
              </a:defRPr>
            </a:lvl7pPr>
            <a:lvl8pPr lvl="7">
              <a:lnSpc>
                <a:spcPct val="135000"/>
              </a:lnSpc>
              <a:spcBef>
                <a:spcPts val="0"/>
              </a:spcBef>
              <a:spcAft>
                <a:spcPts val="0"/>
              </a:spcAft>
              <a:buSzPts val="1400"/>
              <a:buFont typeface="Red Hat Text Medium"/>
              <a:buNone/>
              <a:defRPr>
                <a:latin typeface="Red Hat Text Medium"/>
                <a:ea typeface="Red Hat Text Medium"/>
                <a:cs typeface="Red Hat Text Medium"/>
                <a:sym typeface="Red Hat Text Medium"/>
              </a:defRPr>
            </a:lvl8pPr>
            <a:lvl9pPr lvl="8">
              <a:lnSpc>
                <a:spcPct val="135000"/>
              </a:lnSpc>
              <a:spcBef>
                <a:spcPts val="0"/>
              </a:spcBef>
              <a:spcAft>
                <a:spcPts val="0"/>
              </a:spcAft>
              <a:buSzPts val="1400"/>
              <a:buFont typeface="Red Hat Text Medium"/>
              <a:buNone/>
              <a:defRPr>
                <a:latin typeface="Red Hat Text Medium"/>
                <a:ea typeface="Red Hat Text Medium"/>
                <a:cs typeface="Red Hat Text Medium"/>
                <a:sym typeface="Red Hat Text Medium"/>
              </a:defRPr>
            </a:lvl9pPr>
          </a:lstStyle>
          <a:p/>
        </p:txBody>
      </p:sp>
      <p:cxnSp>
        <p:nvCxnSpPr>
          <p:cNvPr id="115" name="Google Shape;115;p10"/>
          <p:cNvCxnSpPr/>
          <p:nvPr/>
        </p:nvCxnSpPr>
        <p:spPr>
          <a:xfrm rot="10800000">
            <a:off x="335825" y="4801200"/>
            <a:ext cx="0" cy="342300"/>
          </a:xfrm>
          <a:prstGeom prst="straightConnector1">
            <a:avLst/>
          </a:prstGeom>
          <a:noFill/>
          <a:ln cap="flat" cmpd="sng" w="7150">
            <a:solidFill>
              <a:srgbClr val="EE0000"/>
            </a:solidFill>
            <a:prstDash val="solid"/>
            <a:round/>
            <a:headEnd len="med" w="med" type="none"/>
            <a:tailEnd len="med" w="med" type="none"/>
          </a:ln>
        </p:spPr>
      </p:cxnSp>
      <p:sp>
        <p:nvSpPr>
          <p:cNvPr id="116" name="Google Shape;116;p10"/>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A">
  <p:cSld name="CUSTOM_2">
    <p:bg>
      <p:bgPr>
        <a:blipFill>
          <a:blip r:embed="rId2">
            <a:alphaModFix/>
          </a:blip>
          <a:stretch>
            <a:fillRect/>
          </a:stretch>
        </a:blipFill>
      </p:bgPr>
    </p:bg>
    <p:spTree>
      <p:nvGrpSpPr>
        <p:cNvPr id="117" name="Shape 117"/>
        <p:cNvGrpSpPr/>
        <p:nvPr/>
      </p:nvGrpSpPr>
      <p:grpSpPr>
        <a:xfrm>
          <a:off x="0" y="0"/>
          <a:ext cx="0" cy="0"/>
          <a:chOff x="0" y="0"/>
          <a:chExt cx="0" cy="0"/>
        </a:xfrm>
      </p:grpSpPr>
      <p:sp>
        <p:nvSpPr>
          <p:cNvPr id="118" name="Google Shape;118;p11"/>
          <p:cNvSpPr txBox="1"/>
          <p:nvPr>
            <p:ph type="title"/>
          </p:nvPr>
        </p:nvSpPr>
        <p:spPr>
          <a:xfrm>
            <a:off x="335831" y="813421"/>
            <a:ext cx="5118900" cy="1578900"/>
          </a:xfrm>
          <a:prstGeom prst="rect">
            <a:avLst/>
          </a:prstGeom>
        </p:spPr>
        <p:txBody>
          <a:bodyPr anchorCtr="0" anchor="t" bIns="68575" lIns="329175" spcFirstLastPara="1" rIns="68575" wrap="square" tIns="68575">
            <a:noAutofit/>
          </a:bodyPr>
          <a:lstStyle>
            <a:lvl1pPr lvl="0">
              <a:spcBef>
                <a:spcPts val="0"/>
              </a:spcBef>
              <a:spcAft>
                <a:spcPts val="0"/>
              </a:spcAft>
              <a:buNone/>
              <a:defRPr sz="3600">
                <a:solidFill>
                  <a:schemeClr val="lt1"/>
                </a:solidFill>
                <a:latin typeface="Red Hat Display Medium"/>
                <a:ea typeface="Red Hat Display Medium"/>
                <a:cs typeface="Red Hat Display Medium"/>
                <a:sym typeface="Red Hat Display Medium"/>
              </a:defRPr>
            </a:lvl1pPr>
            <a:lvl2pPr lvl="1">
              <a:spcBef>
                <a:spcPts val="0"/>
              </a:spcBef>
              <a:spcAft>
                <a:spcPts val="0"/>
              </a:spcAft>
              <a:buNone/>
              <a:defRPr sz="4500">
                <a:solidFill>
                  <a:schemeClr val="lt1"/>
                </a:solidFill>
                <a:latin typeface="Red Hat Display Medium"/>
                <a:ea typeface="Red Hat Display Medium"/>
                <a:cs typeface="Red Hat Display Medium"/>
                <a:sym typeface="Red Hat Display Medium"/>
              </a:defRPr>
            </a:lvl2pPr>
            <a:lvl3pPr lvl="2">
              <a:spcBef>
                <a:spcPts val="0"/>
              </a:spcBef>
              <a:spcAft>
                <a:spcPts val="0"/>
              </a:spcAft>
              <a:buNone/>
              <a:defRPr sz="4500">
                <a:solidFill>
                  <a:schemeClr val="lt1"/>
                </a:solidFill>
                <a:latin typeface="Red Hat Display Medium"/>
                <a:ea typeface="Red Hat Display Medium"/>
                <a:cs typeface="Red Hat Display Medium"/>
                <a:sym typeface="Red Hat Display Medium"/>
              </a:defRPr>
            </a:lvl3pPr>
            <a:lvl4pPr lvl="3">
              <a:spcBef>
                <a:spcPts val="0"/>
              </a:spcBef>
              <a:spcAft>
                <a:spcPts val="0"/>
              </a:spcAft>
              <a:buNone/>
              <a:defRPr sz="4500">
                <a:solidFill>
                  <a:schemeClr val="lt1"/>
                </a:solidFill>
                <a:latin typeface="Red Hat Display Medium"/>
                <a:ea typeface="Red Hat Display Medium"/>
                <a:cs typeface="Red Hat Display Medium"/>
                <a:sym typeface="Red Hat Display Medium"/>
              </a:defRPr>
            </a:lvl4pPr>
            <a:lvl5pPr lvl="4">
              <a:spcBef>
                <a:spcPts val="0"/>
              </a:spcBef>
              <a:spcAft>
                <a:spcPts val="0"/>
              </a:spcAft>
              <a:buNone/>
              <a:defRPr sz="4500">
                <a:solidFill>
                  <a:schemeClr val="lt1"/>
                </a:solidFill>
                <a:latin typeface="Red Hat Display Medium"/>
                <a:ea typeface="Red Hat Display Medium"/>
                <a:cs typeface="Red Hat Display Medium"/>
                <a:sym typeface="Red Hat Display Medium"/>
              </a:defRPr>
            </a:lvl5pPr>
            <a:lvl6pPr lvl="5">
              <a:spcBef>
                <a:spcPts val="0"/>
              </a:spcBef>
              <a:spcAft>
                <a:spcPts val="0"/>
              </a:spcAft>
              <a:buNone/>
              <a:defRPr sz="4500">
                <a:solidFill>
                  <a:schemeClr val="lt1"/>
                </a:solidFill>
                <a:latin typeface="Red Hat Display Medium"/>
                <a:ea typeface="Red Hat Display Medium"/>
                <a:cs typeface="Red Hat Display Medium"/>
                <a:sym typeface="Red Hat Display Medium"/>
              </a:defRPr>
            </a:lvl6pPr>
            <a:lvl7pPr lvl="6">
              <a:spcBef>
                <a:spcPts val="0"/>
              </a:spcBef>
              <a:spcAft>
                <a:spcPts val="0"/>
              </a:spcAft>
              <a:buNone/>
              <a:defRPr sz="4500">
                <a:solidFill>
                  <a:schemeClr val="lt1"/>
                </a:solidFill>
                <a:latin typeface="Red Hat Display Medium"/>
                <a:ea typeface="Red Hat Display Medium"/>
                <a:cs typeface="Red Hat Display Medium"/>
                <a:sym typeface="Red Hat Display Medium"/>
              </a:defRPr>
            </a:lvl7pPr>
            <a:lvl8pPr lvl="7">
              <a:spcBef>
                <a:spcPts val="0"/>
              </a:spcBef>
              <a:spcAft>
                <a:spcPts val="0"/>
              </a:spcAft>
              <a:buNone/>
              <a:defRPr sz="4500">
                <a:solidFill>
                  <a:schemeClr val="lt1"/>
                </a:solidFill>
                <a:latin typeface="Red Hat Display Medium"/>
                <a:ea typeface="Red Hat Display Medium"/>
                <a:cs typeface="Red Hat Display Medium"/>
                <a:sym typeface="Red Hat Display Medium"/>
              </a:defRPr>
            </a:lvl8pPr>
            <a:lvl9pPr lvl="8">
              <a:spcBef>
                <a:spcPts val="0"/>
              </a:spcBef>
              <a:spcAft>
                <a:spcPts val="0"/>
              </a:spcAft>
              <a:buNone/>
              <a:defRPr sz="4500">
                <a:solidFill>
                  <a:schemeClr val="lt1"/>
                </a:solidFill>
                <a:latin typeface="Red Hat Display Medium"/>
                <a:ea typeface="Red Hat Display Medium"/>
                <a:cs typeface="Red Hat Display Medium"/>
                <a:sym typeface="Red Hat Display Medium"/>
              </a:defRPr>
            </a:lvl9pPr>
          </a:lstStyle>
          <a:p/>
        </p:txBody>
      </p:sp>
      <p:cxnSp>
        <p:nvCxnSpPr>
          <p:cNvPr id="119" name="Google Shape;119;p11"/>
          <p:cNvCxnSpPr/>
          <p:nvPr/>
        </p:nvCxnSpPr>
        <p:spPr>
          <a:xfrm rot="10800000">
            <a:off x="335825" y="4801200"/>
            <a:ext cx="0" cy="342300"/>
          </a:xfrm>
          <a:prstGeom prst="straightConnector1">
            <a:avLst/>
          </a:prstGeom>
          <a:noFill/>
          <a:ln cap="flat" cmpd="sng" w="7150">
            <a:solidFill>
              <a:srgbClr val="EE0000"/>
            </a:solidFill>
            <a:prstDash val="solid"/>
            <a:round/>
            <a:headEnd len="med" w="med" type="none"/>
            <a:tailEnd len="med" w="med" type="none"/>
          </a:ln>
        </p:spPr>
      </p:cxnSp>
      <p:cxnSp>
        <p:nvCxnSpPr>
          <p:cNvPr id="120" name="Google Shape;120;p11"/>
          <p:cNvCxnSpPr/>
          <p:nvPr/>
        </p:nvCxnSpPr>
        <p:spPr>
          <a:xfrm rot="10800000">
            <a:off x="335831" y="150"/>
            <a:ext cx="0" cy="664800"/>
          </a:xfrm>
          <a:prstGeom prst="straightConnector1">
            <a:avLst/>
          </a:prstGeom>
          <a:noFill/>
          <a:ln cap="flat" cmpd="sng" w="7150">
            <a:solidFill>
              <a:srgbClr val="EE0000"/>
            </a:solidFill>
            <a:prstDash val="solid"/>
            <a:round/>
            <a:headEnd len="med" w="med" type="none"/>
            <a:tailEnd len="med" w="med" type="none"/>
          </a:ln>
        </p:spPr>
      </p:cxnSp>
      <p:sp>
        <p:nvSpPr>
          <p:cNvPr id="121" name="Google Shape;121;p11"/>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lt1"/>
              </a:buClr>
              <a:buSzPts val="800"/>
              <a:buFont typeface="Red Hat Display Medium"/>
              <a:buNone/>
              <a:defRPr sz="8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9pPr>
          </a:lstStyle>
          <a:p/>
        </p:txBody>
      </p:sp>
      <p:sp>
        <p:nvSpPr>
          <p:cNvPr id="122" name="Google Shape;122;p11"/>
          <p:cNvSpPr txBox="1"/>
          <p:nvPr>
            <p:ph idx="2" type="subTitle"/>
          </p:nvPr>
        </p:nvSpPr>
        <p:spPr>
          <a:xfrm>
            <a:off x="6938588" y="1307790"/>
            <a:ext cx="1593300" cy="24819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100">
                <a:solidFill>
                  <a:srgbClr val="141414"/>
                </a:solidFill>
                <a:latin typeface="Red Hat Display"/>
                <a:ea typeface="Red Hat Display"/>
                <a:cs typeface="Red Hat Display"/>
                <a:sym typeface="Red Hat Display"/>
              </a:defRPr>
            </a:lvl1pPr>
            <a:lvl2pPr lvl="1">
              <a:lnSpc>
                <a:spcPct val="174000"/>
              </a:lnSpc>
              <a:spcBef>
                <a:spcPts val="0"/>
              </a:spcBef>
              <a:spcAft>
                <a:spcPts val="0"/>
              </a:spcAft>
              <a:buNone/>
              <a:defRPr sz="1100">
                <a:solidFill>
                  <a:srgbClr val="141414"/>
                </a:solidFill>
              </a:defRPr>
            </a:lvl2pPr>
            <a:lvl3pPr lvl="2">
              <a:lnSpc>
                <a:spcPct val="174000"/>
              </a:lnSpc>
              <a:spcBef>
                <a:spcPts val="0"/>
              </a:spcBef>
              <a:spcAft>
                <a:spcPts val="0"/>
              </a:spcAft>
              <a:buNone/>
              <a:defRPr sz="1100">
                <a:solidFill>
                  <a:srgbClr val="141414"/>
                </a:solidFill>
              </a:defRPr>
            </a:lvl3pPr>
            <a:lvl4pPr lvl="3">
              <a:lnSpc>
                <a:spcPct val="174000"/>
              </a:lnSpc>
              <a:spcBef>
                <a:spcPts val="0"/>
              </a:spcBef>
              <a:spcAft>
                <a:spcPts val="0"/>
              </a:spcAft>
              <a:buNone/>
              <a:defRPr sz="1100">
                <a:solidFill>
                  <a:srgbClr val="141414"/>
                </a:solidFill>
              </a:defRPr>
            </a:lvl4pPr>
            <a:lvl5pPr lvl="4">
              <a:lnSpc>
                <a:spcPct val="174000"/>
              </a:lnSpc>
              <a:spcBef>
                <a:spcPts val="0"/>
              </a:spcBef>
              <a:spcAft>
                <a:spcPts val="0"/>
              </a:spcAft>
              <a:buNone/>
              <a:defRPr sz="1100">
                <a:solidFill>
                  <a:srgbClr val="141414"/>
                </a:solidFill>
              </a:defRPr>
            </a:lvl5pPr>
            <a:lvl6pPr lvl="5">
              <a:lnSpc>
                <a:spcPct val="174000"/>
              </a:lnSpc>
              <a:spcBef>
                <a:spcPts val="0"/>
              </a:spcBef>
              <a:spcAft>
                <a:spcPts val="0"/>
              </a:spcAft>
              <a:buNone/>
              <a:defRPr sz="1100">
                <a:solidFill>
                  <a:srgbClr val="141414"/>
                </a:solidFill>
              </a:defRPr>
            </a:lvl6pPr>
            <a:lvl7pPr lvl="6">
              <a:lnSpc>
                <a:spcPct val="174000"/>
              </a:lnSpc>
              <a:spcBef>
                <a:spcPts val="0"/>
              </a:spcBef>
              <a:spcAft>
                <a:spcPts val="0"/>
              </a:spcAft>
              <a:buNone/>
              <a:defRPr sz="1100">
                <a:solidFill>
                  <a:srgbClr val="141414"/>
                </a:solidFill>
              </a:defRPr>
            </a:lvl7pPr>
            <a:lvl8pPr lvl="7">
              <a:lnSpc>
                <a:spcPct val="174000"/>
              </a:lnSpc>
              <a:spcBef>
                <a:spcPts val="0"/>
              </a:spcBef>
              <a:spcAft>
                <a:spcPts val="0"/>
              </a:spcAft>
              <a:buNone/>
              <a:defRPr sz="1100">
                <a:solidFill>
                  <a:srgbClr val="141414"/>
                </a:solidFill>
              </a:defRPr>
            </a:lvl8pPr>
            <a:lvl9pPr lvl="8">
              <a:lnSpc>
                <a:spcPct val="174000"/>
              </a:lnSpc>
              <a:spcBef>
                <a:spcPts val="0"/>
              </a:spcBef>
              <a:spcAft>
                <a:spcPts val="0"/>
              </a:spcAft>
              <a:buNone/>
              <a:defRPr sz="1100">
                <a:solidFill>
                  <a:srgbClr val="141414"/>
                </a:solidFill>
              </a:defRPr>
            </a:lvl9pPr>
          </a:lstStyle>
          <a:p/>
        </p:txBody>
      </p:sp>
      <p:pic>
        <p:nvPicPr>
          <p:cNvPr id="123" name="Google Shape;123;p11"/>
          <p:cNvPicPr preferRelativeResize="0"/>
          <p:nvPr/>
        </p:nvPicPr>
        <p:blipFill rotWithShape="1">
          <a:blip r:embed="rId3">
            <a:alphaModFix/>
          </a:blip>
          <a:srcRect b="317" l="0" r="0" t="327"/>
          <a:stretch/>
        </p:blipFill>
        <p:spPr>
          <a:xfrm>
            <a:off x="8033460" y="4734938"/>
            <a:ext cx="731888" cy="171091"/>
          </a:xfrm>
          <a:prstGeom prst="rect">
            <a:avLst/>
          </a:prstGeom>
          <a:noFill/>
          <a:ln>
            <a:noFill/>
          </a:ln>
        </p:spPr>
      </p:pic>
      <p:sp>
        <p:nvSpPr>
          <p:cNvPr id="124" name="Google Shape;124;p11"/>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solidFill>
                  <a:srgbClr val="FFFFFF"/>
                </a:solidFill>
                <a:latin typeface="Red Hat Text Medium"/>
                <a:ea typeface="Red Hat Text Medium"/>
                <a:cs typeface="Red Hat Text Medium"/>
                <a:sym typeface="Red Hat Text Medium"/>
              </a:defRPr>
            </a:lvl1pPr>
            <a:lvl2pPr lvl="1" algn="ctr">
              <a:buNone/>
              <a:defRPr sz="600">
                <a:solidFill>
                  <a:srgbClr val="FFFFFF"/>
                </a:solidFill>
                <a:latin typeface="Red Hat Text Medium"/>
                <a:ea typeface="Red Hat Text Medium"/>
                <a:cs typeface="Red Hat Text Medium"/>
                <a:sym typeface="Red Hat Text Medium"/>
              </a:defRPr>
            </a:lvl2pPr>
            <a:lvl3pPr lvl="2" algn="ctr">
              <a:buNone/>
              <a:defRPr sz="600">
                <a:solidFill>
                  <a:srgbClr val="FFFFFF"/>
                </a:solidFill>
                <a:latin typeface="Red Hat Text Medium"/>
                <a:ea typeface="Red Hat Text Medium"/>
                <a:cs typeface="Red Hat Text Medium"/>
                <a:sym typeface="Red Hat Text Medium"/>
              </a:defRPr>
            </a:lvl3pPr>
            <a:lvl4pPr lvl="3" algn="ctr">
              <a:buNone/>
              <a:defRPr sz="600">
                <a:solidFill>
                  <a:srgbClr val="FFFFFF"/>
                </a:solidFill>
                <a:latin typeface="Red Hat Text Medium"/>
                <a:ea typeface="Red Hat Text Medium"/>
                <a:cs typeface="Red Hat Text Medium"/>
                <a:sym typeface="Red Hat Text Medium"/>
              </a:defRPr>
            </a:lvl4pPr>
            <a:lvl5pPr lvl="4" algn="ctr">
              <a:buNone/>
              <a:defRPr sz="600">
                <a:solidFill>
                  <a:srgbClr val="FFFFFF"/>
                </a:solidFill>
                <a:latin typeface="Red Hat Text Medium"/>
                <a:ea typeface="Red Hat Text Medium"/>
                <a:cs typeface="Red Hat Text Medium"/>
                <a:sym typeface="Red Hat Text Medium"/>
              </a:defRPr>
            </a:lvl5pPr>
            <a:lvl6pPr lvl="5" algn="ctr">
              <a:buNone/>
              <a:defRPr sz="600">
                <a:solidFill>
                  <a:srgbClr val="FFFFFF"/>
                </a:solidFill>
                <a:latin typeface="Red Hat Text Medium"/>
                <a:ea typeface="Red Hat Text Medium"/>
                <a:cs typeface="Red Hat Text Medium"/>
                <a:sym typeface="Red Hat Text Medium"/>
              </a:defRPr>
            </a:lvl6pPr>
            <a:lvl7pPr lvl="6" algn="ctr">
              <a:buNone/>
              <a:defRPr sz="600">
                <a:solidFill>
                  <a:srgbClr val="FFFFFF"/>
                </a:solidFill>
                <a:latin typeface="Red Hat Text Medium"/>
                <a:ea typeface="Red Hat Text Medium"/>
                <a:cs typeface="Red Hat Text Medium"/>
                <a:sym typeface="Red Hat Text Medium"/>
              </a:defRPr>
            </a:lvl7pPr>
            <a:lvl8pPr lvl="7" algn="ctr">
              <a:buNone/>
              <a:defRPr sz="600">
                <a:solidFill>
                  <a:srgbClr val="FFFFFF"/>
                </a:solidFill>
                <a:latin typeface="Red Hat Text Medium"/>
                <a:ea typeface="Red Hat Text Medium"/>
                <a:cs typeface="Red Hat Text Medium"/>
                <a:sym typeface="Red Hat Text Medium"/>
              </a:defRPr>
            </a:lvl8pPr>
            <a:lvl9pPr lvl="8" algn="ctr">
              <a:buNone/>
              <a:defRPr sz="6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B">
  <p:cSld name="CUSTOM_2_1">
    <p:bg>
      <p:bgPr>
        <a:blipFill>
          <a:blip r:embed="rId2">
            <a:alphaModFix/>
          </a:blip>
          <a:stretch>
            <a:fillRect/>
          </a:stretch>
        </a:blipFill>
      </p:bgPr>
    </p:bg>
    <p:spTree>
      <p:nvGrpSpPr>
        <p:cNvPr id="125" name="Shape 125"/>
        <p:cNvGrpSpPr/>
        <p:nvPr/>
      </p:nvGrpSpPr>
      <p:grpSpPr>
        <a:xfrm>
          <a:off x="0" y="0"/>
          <a:ext cx="0" cy="0"/>
          <a:chOff x="0" y="0"/>
          <a:chExt cx="0" cy="0"/>
        </a:xfrm>
      </p:grpSpPr>
      <p:sp>
        <p:nvSpPr>
          <p:cNvPr id="126" name="Google Shape;126;p12"/>
          <p:cNvSpPr txBox="1"/>
          <p:nvPr>
            <p:ph type="title"/>
          </p:nvPr>
        </p:nvSpPr>
        <p:spPr>
          <a:xfrm>
            <a:off x="335831" y="813421"/>
            <a:ext cx="5118900" cy="1578900"/>
          </a:xfrm>
          <a:prstGeom prst="rect">
            <a:avLst/>
          </a:prstGeom>
        </p:spPr>
        <p:txBody>
          <a:bodyPr anchorCtr="0" anchor="t" bIns="68575" lIns="329175" spcFirstLastPara="1" rIns="68575" wrap="square" tIns="68575">
            <a:noAutofit/>
          </a:bodyPr>
          <a:lstStyle>
            <a:lvl1pPr lvl="0">
              <a:spcBef>
                <a:spcPts val="0"/>
              </a:spcBef>
              <a:spcAft>
                <a:spcPts val="0"/>
              </a:spcAft>
              <a:buNone/>
              <a:defRPr sz="3600">
                <a:solidFill>
                  <a:schemeClr val="accent1"/>
                </a:solidFill>
                <a:latin typeface="Red Hat Display Medium"/>
                <a:ea typeface="Red Hat Display Medium"/>
                <a:cs typeface="Red Hat Display Medium"/>
                <a:sym typeface="Red Hat Display Medium"/>
              </a:defRPr>
            </a:lvl1pPr>
            <a:lvl2pPr lvl="1">
              <a:spcBef>
                <a:spcPts val="0"/>
              </a:spcBef>
              <a:spcAft>
                <a:spcPts val="0"/>
              </a:spcAft>
              <a:buNone/>
              <a:defRPr sz="4500">
                <a:solidFill>
                  <a:schemeClr val="accent1"/>
                </a:solidFill>
                <a:latin typeface="Red Hat Display Medium"/>
                <a:ea typeface="Red Hat Display Medium"/>
                <a:cs typeface="Red Hat Display Medium"/>
                <a:sym typeface="Red Hat Display Medium"/>
              </a:defRPr>
            </a:lvl2pPr>
            <a:lvl3pPr lvl="2">
              <a:spcBef>
                <a:spcPts val="0"/>
              </a:spcBef>
              <a:spcAft>
                <a:spcPts val="0"/>
              </a:spcAft>
              <a:buNone/>
              <a:defRPr sz="4500">
                <a:solidFill>
                  <a:schemeClr val="accent1"/>
                </a:solidFill>
                <a:latin typeface="Red Hat Display Medium"/>
                <a:ea typeface="Red Hat Display Medium"/>
                <a:cs typeface="Red Hat Display Medium"/>
                <a:sym typeface="Red Hat Display Medium"/>
              </a:defRPr>
            </a:lvl3pPr>
            <a:lvl4pPr lvl="3">
              <a:spcBef>
                <a:spcPts val="0"/>
              </a:spcBef>
              <a:spcAft>
                <a:spcPts val="0"/>
              </a:spcAft>
              <a:buNone/>
              <a:defRPr sz="4500">
                <a:solidFill>
                  <a:schemeClr val="accent1"/>
                </a:solidFill>
                <a:latin typeface="Red Hat Display Medium"/>
                <a:ea typeface="Red Hat Display Medium"/>
                <a:cs typeface="Red Hat Display Medium"/>
                <a:sym typeface="Red Hat Display Medium"/>
              </a:defRPr>
            </a:lvl4pPr>
            <a:lvl5pPr lvl="4">
              <a:spcBef>
                <a:spcPts val="0"/>
              </a:spcBef>
              <a:spcAft>
                <a:spcPts val="0"/>
              </a:spcAft>
              <a:buNone/>
              <a:defRPr sz="4500">
                <a:solidFill>
                  <a:schemeClr val="accent1"/>
                </a:solidFill>
                <a:latin typeface="Red Hat Display Medium"/>
                <a:ea typeface="Red Hat Display Medium"/>
                <a:cs typeface="Red Hat Display Medium"/>
                <a:sym typeface="Red Hat Display Medium"/>
              </a:defRPr>
            </a:lvl5pPr>
            <a:lvl6pPr lvl="5">
              <a:spcBef>
                <a:spcPts val="0"/>
              </a:spcBef>
              <a:spcAft>
                <a:spcPts val="0"/>
              </a:spcAft>
              <a:buNone/>
              <a:defRPr sz="4500">
                <a:solidFill>
                  <a:schemeClr val="accent1"/>
                </a:solidFill>
                <a:latin typeface="Red Hat Display Medium"/>
                <a:ea typeface="Red Hat Display Medium"/>
                <a:cs typeface="Red Hat Display Medium"/>
                <a:sym typeface="Red Hat Display Medium"/>
              </a:defRPr>
            </a:lvl6pPr>
            <a:lvl7pPr lvl="6">
              <a:spcBef>
                <a:spcPts val="0"/>
              </a:spcBef>
              <a:spcAft>
                <a:spcPts val="0"/>
              </a:spcAft>
              <a:buNone/>
              <a:defRPr sz="4500">
                <a:solidFill>
                  <a:schemeClr val="accent1"/>
                </a:solidFill>
                <a:latin typeface="Red Hat Display Medium"/>
                <a:ea typeface="Red Hat Display Medium"/>
                <a:cs typeface="Red Hat Display Medium"/>
                <a:sym typeface="Red Hat Display Medium"/>
              </a:defRPr>
            </a:lvl7pPr>
            <a:lvl8pPr lvl="7">
              <a:spcBef>
                <a:spcPts val="0"/>
              </a:spcBef>
              <a:spcAft>
                <a:spcPts val="0"/>
              </a:spcAft>
              <a:buNone/>
              <a:defRPr sz="4500">
                <a:solidFill>
                  <a:schemeClr val="accent1"/>
                </a:solidFill>
                <a:latin typeface="Red Hat Display Medium"/>
                <a:ea typeface="Red Hat Display Medium"/>
                <a:cs typeface="Red Hat Display Medium"/>
                <a:sym typeface="Red Hat Display Medium"/>
              </a:defRPr>
            </a:lvl8pPr>
            <a:lvl9pPr lvl="8">
              <a:spcBef>
                <a:spcPts val="0"/>
              </a:spcBef>
              <a:spcAft>
                <a:spcPts val="0"/>
              </a:spcAft>
              <a:buNone/>
              <a:defRPr sz="4500">
                <a:solidFill>
                  <a:schemeClr val="accent1"/>
                </a:solidFill>
                <a:latin typeface="Red Hat Display Medium"/>
                <a:ea typeface="Red Hat Display Medium"/>
                <a:cs typeface="Red Hat Display Medium"/>
                <a:sym typeface="Red Hat Display Medium"/>
              </a:defRPr>
            </a:lvl9pPr>
          </a:lstStyle>
          <a:p/>
        </p:txBody>
      </p:sp>
      <p:cxnSp>
        <p:nvCxnSpPr>
          <p:cNvPr id="127" name="Google Shape;127;p12"/>
          <p:cNvCxnSpPr/>
          <p:nvPr/>
        </p:nvCxnSpPr>
        <p:spPr>
          <a:xfrm rot="10800000">
            <a:off x="335825" y="4801200"/>
            <a:ext cx="0" cy="342300"/>
          </a:xfrm>
          <a:prstGeom prst="straightConnector1">
            <a:avLst/>
          </a:prstGeom>
          <a:noFill/>
          <a:ln cap="flat" cmpd="sng" w="7150">
            <a:solidFill>
              <a:srgbClr val="EE0000"/>
            </a:solidFill>
            <a:prstDash val="solid"/>
            <a:round/>
            <a:headEnd len="med" w="med" type="none"/>
            <a:tailEnd len="med" w="med" type="none"/>
          </a:ln>
        </p:spPr>
      </p:cxnSp>
      <p:cxnSp>
        <p:nvCxnSpPr>
          <p:cNvPr id="128" name="Google Shape;128;p12"/>
          <p:cNvCxnSpPr/>
          <p:nvPr/>
        </p:nvCxnSpPr>
        <p:spPr>
          <a:xfrm rot="10800000">
            <a:off x="335831" y="150"/>
            <a:ext cx="0" cy="664800"/>
          </a:xfrm>
          <a:prstGeom prst="straightConnector1">
            <a:avLst/>
          </a:prstGeom>
          <a:noFill/>
          <a:ln cap="flat" cmpd="sng" w="7150">
            <a:solidFill>
              <a:srgbClr val="EE0000"/>
            </a:solidFill>
            <a:prstDash val="solid"/>
            <a:round/>
            <a:headEnd len="med" w="med" type="none"/>
            <a:tailEnd len="med" w="med" type="none"/>
          </a:ln>
        </p:spPr>
      </p:cxnSp>
      <p:sp>
        <p:nvSpPr>
          <p:cNvPr id="129" name="Google Shape;129;p12"/>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9pPr>
          </a:lstStyle>
          <a:p/>
        </p:txBody>
      </p:sp>
      <p:sp>
        <p:nvSpPr>
          <p:cNvPr id="130" name="Google Shape;130;p12"/>
          <p:cNvSpPr txBox="1"/>
          <p:nvPr>
            <p:ph idx="2" type="subTitle"/>
          </p:nvPr>
        </p:nvSpPr>
        <p:spPr>
          <a:xfrm>
            <a:off x="6938588" y="1307790"/>
            <a:ext cx="1593300" cy="24819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100">
                <a:solidFill>
                  <a:schemeClr val="lt1"/>
                </a:solidFill>
                <a:latin typeface="Red Hat Display"/>
                <a:ea typeface="Red Hat Display"/>
                <a:cs typeface="Red Hat Display"/>
                <a:sym typeface="Red Hat Display"/>
              </a:defRPr>
            </a:lvl1pPr>
            <a:lvl2pPr lvl="1">
              <a:lnSpc>
                <a:spcPct val="174000"/>
              </a:lnSpc>
              <a:spcBef>
                <a:spcPts val="0"/>
              </a:spcBef>
              <a:spcAft>
                <a:spcPts val="0"/>
              </a:spcAft>
              <a:buNone/>
              <a:defRPr sz="1100">
                <a:solidFill>
                  <a:schemeClr val="lt1"/>
                </a:solidFill>
              </a:defRPr>
            </a:lvl2pPr>
            <a:lvl3pPr lvl="2">
              <a:lnSpc>
                <a:spcPct val="174000"/>
              </a:lnSpc>
              <a:spcBef>
                <a:spcPts val="0"/>
              </a:spcBef>
              <a:spcAft>
                <a:spcPts val="0"/>
              </a:spcAft>
              <a:buNone/>
              <a:defRPr sz="1100">
                <a:solidFill>
                  <a:schemeClr val="lt1"/>
                </a:solidFill>
              </a:defRPr>
            </a:lvl3pPr>
            <a:lvl4pPr lvl="3">
              <a:lnSpc>
                <a:spcPct val="174000"/>
              </a:lnSpc>
              <a:spcBef>
                <a:spcPts val="0"/>
              </a:spcBef>
              <a:spcAft>
                <a:spcPts val="0"/>
              </a:spcAft>
              <a:buNone/>
              <a:defRPr sz="1100">
                <a:solidFill>
                  <a:schemeClr val="lt1"/>
                </a:solidFill>
              </a:defRPr>
            </a:lvl4pPr>
            <a:lvl5pPr lvl="4">
              <a:lnSpc>
                <a:spcPct val="174000"/>
              </a:lnSpc>
              <a:spcBef>
                <a:spcPts val="0"/>
              </a:spcBef>
              <a:spcAft>
                <a:spcPts val="0"/>
              </a:spcAft>
              <a:buNone/>
              <a:defRPr sz="1100">
                <a:solidFill>
                  <a:schemeClr val="lt1"/>
                </a:solidFill>
              </a:defRPr>
            </a:lvl5pPr>
            <a:lvl6pPr lvl="5">
              <a:lnSpc>
                <a:spcPct val="174000"/>
              </a:lnSpc>
              <a:spcBef>
                <a:spcPts val="0"/>
              </a:spcBef>
              <a:spcAft>
                <a:spcPts val="0"/>
              </a:spcAft>
              <a:buNone/>
              <a:defRPr sz="1100">
                <a:solidFill>
                  <a:schemeClr val="lt1"/>
                </a:solidFill>
              </a:defRPr>
            </a:lvl6pPr>
            <a:lvl7pPr lvl="6">
              <a:lnSpc>
                <a:spcPct val="174000"/>
              </a:lnSpc>
              <a:spcBef>
                <a:spcPts val="0"/>
              </a:spcBef>
              <a:spcAft>
                <a:spcPts val="0"/>
              </a:spcAft>
              <a:buNone/>
              <a:defRPr sz="1100">
                <a:solidFill>
                  <a:schemeClr val="lt1"/>
                </a:solidFill>
              </a:defRPr>
            </a:lvl7pPr>
            <a:lvl8pPr lvl="7">
              <a:lnSpc>
                <a:spcPct val="174000"/>
              </a:lnSpc>
              <a:spcBef>
                <a:spcPts val="0"/>
              </a:spcBef>
              <a:spcAft>
                <a:spcPts val="0"/>
              </a:spcAft>
              <a:buNone/>
              <a:defRPr sz="1100">
                <a:solidFill>
                  <a:schemeClr val="lt1"/>
                </a:solidFill>
              </a:defRPr>
            </a:lvl8pPr>
            <a:lvl9pPr lvl="8">
              <a:lnSpc>
                <a:spcPct val="174000"/>
              </a:lnSpc>
              <a:spcBef>
                <a:spcPts val="0"/>
              </a:spcBef>
              <a:spcAft>
                <a:spcPts val="0"/>
              </a:spcAft>
              <a:buNone/>
              <a:defRPr sz="1100">
                <a:solidFill>
                  <a:schemeClr val="lt1"/>
                </a:solidFill>
              </a:defRPr>
            </a:lvl9pPr>
          </a:lstStyle>
          <a:p/>
        </p:txBody>
      </p:sp>
      <p:pic>
        <p:nvPicPr>
          <p:cNvPr id="131" name="Google Shape;131;p12"/>
          <p:cNvPicPr preferRelativeResize="0"/>
          <p:nvPr/>
        </p:nvPicPr>
        <p:blipFill>
          <a:blip r:embed="rId3">
            <a:alphaModFix/>
          </a:blip>
          <a:stretch>
            <a:fillRect/>
          </a:stretch>
        </p:blipFill>
        <p:spPr>
          <a:xfrm>
            <a:off x="8033460" y="4734378"/>
            <a:ext cx="731888" cy="172209"/>
          </a:xfrm>
          <a:prstGeom prst="rect">
            <a:avLst/>
          </a:prstGeom>
          <a:noFill/>
          <a:ln>
            <a:noFill/>
          </a:ln>
        </p:spPr>
      </p:pic>
      <p:sp>
        <p:nvSpPr>
          <p:cNvPr id="132" name="Google Shape;132;p12"/>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call out A">
  <p:cSld name="CUSTOM_2_1_2">
    <p:bg>
      <p:bgPr>
        <a:blipFill>
          <a:blip r:embed="rId2">
            <a:alphaModFix/>
          </a:blip>
          <a:stretch>
            <a:fillRect/>
          </a:stretch>
        </a:blipFill>
      </p:bgPr>
    </p:bg>
    <p:spTree>
      <p:nvGrpSpPr>
        <p:cNvPr id="133" name="Shape 133"/>
        <p:cNvGrpSpPr/>
        <p:nvPr/>
      </p:nvGrpSpPr>
      <p:grpSpPr>
        <a:xfrm>
          <a:off x="0" y="0"/>
          <a:ext cx="0" cy="0"/>
          <a:chOff x="0" y="0"/>
          <a:chExt cx="0" cy="0"/>
        </a:xfrm>
      </p:grpSpPr>
      <p:cxnSp>
        <p:nvCxnSpPr>
          <p:cNvPr id="134" name="Google Shape;134;p13"/>
          <p:cNvCxnSpPr/>
          <p:nvPr/>
        </p:nvCxnSpPr>
        <p:spPr>
          <a:xfrm rot="10800000">
            <a:off x="335825" y="4801200"/>
            <a:ext cx="0" cy="342300"/>
          </a:xfrm>
          <a:prstGeom prst="straightConnector1">
            <a:avLst/>
          </a:prstGeom>
          <a:noFill/>
          <a:ln cap="flat" cmpd="sng" w="7150">
            <a:solidFill>
              <a:srgbClr val="EE0000"/>
            </a:solidFill>
            <a:prstDash val="solid"/>
            <a:round/>
            <a:headEnd len="med" w="med" type="none"/>
            <a:tailEnd len="med" w="med" type="none"/>
          </a:ln>
        </p:spPr>
      </p:cxnSp>
      <p:cxnSp>
        <p:nvCxnSpPr>
          <p:cNvPr id="135" name="Google Shape;135;p13"/>
          <p:cNvCxnSpPr/>
          <p:nvPr/>
        </p:nvCxnSpPr>
        <p:spPr>
          <a:xfrm rot="10800000">
            <a:off x="335831" y="150"/>
            <a:ext cx="0" cy="664800"/>
          </a:xfrm>
          <a:prstGeom prst="straightConnector1">
            <a:avLst/>
          </a:prstGeom>
          <a:noFill/>
          <a:ln cap="flat" cmpd="sng" w="7150">
            <a:solidFill>
              <a:srgbClr val="EE0000"/>
            </a:solidFill>
            <a:prstDash val="solid"/>
            <a:round/>
            <a:headEnd len="med" w="med" type="none"/>
            <a:tailEnd len="med" w="med" type="none"/>
          </a:ln>
        </p:spPr>
      </p:cxnSp>
      <p:sp>
        <p:nvSpPr>
          <p:cNvPr id="136" name="Google Shape;136;p13"/>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9pPr>
          </a:lstStyle>
          <a:p/>
        </p:txBody>
      </p:sp>
      <p:pic>
        <p:nvPicPr>
          <p:cNvPr id="137" name="Google Shape;137;p13"/>
          <p:cNvPicPr preferRelativeResize="0"/>
          <p:nvPr/>
        </p:nvPicPr>
        <p:blipFill>
          <a:blip r:embed="rId3">
            <a:alphaModFix/>
          </a:blip>
          <a:stretch>
            <a:fillRect/>
          </a:stretch>
        </p:blipFill>
        <p:spPr>
          <a:xfrm>
            <a:off x="8033460" y="4734378"/>
            <a:ext cx="731888" cy="172209"/>
          </a:xfrm>
          <a:prstGeom prst="rect">
            <a:avLst/>
          </a:prstGeom>
          <a:noFill/>
          <a:ln>
            <a:noFill/>
          </a:ln>
        </p:spPr>
      </p:pic>
      <p:sp>
        <p:nvSpPr>
          <p:cNvPr id="138" name="Google Shape;138;p13"/>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139" name="Google Shape;139;p13"/>
          <p:cNvSpPr txBox="1"/>
          <p:nvPr>
            <p:ph idx="2" type="subTitle"/>
          </p:nvPr>
        </p:nvSpPr>
        <p:spPr>
          <a:xfrm>
            <a:off x="6938588" y="1679691"/>
            <a:ext cx="1593300" cy="23679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100">
                <a:solidFill>
                  <a:srgbClr val="FFFFFF"/>
                </a:solidFill>
                <a:latin typeface="Red Hat Display"/>
                <a:ea typeface="Red Hat Display"/>
                <a:cs typeface="Red Hat Display"/>
                <a:sym typeface="Red Hat Display"/>
              </a:defRPr>
            </a:lvl1pPr>
            <a:lvl2pPr lvl="1">
              <a:lnSpc>
                <a:spcPct val="174000"/>
              </a:lnSpc>
              <a:spcBef>
                <a:spcPts val="0"/>
              </a:spcBef>
              <a:spcAft>
                <a:spcPts val="0"/>
              </a:spcAft>
              <a:buNone/>
              <a:defRPr sz="1100">
                <a:solidFill>
                  <a:srgbClr val="FFFFFF"/>
                </a:solidFill>
              </a:defRPr>
            </a:lvl2pPr>
            <a:lvl3pPr lvl="2">
              <a:lnSpc>
                <a:spcPct val="174000"/>
              </a:lnSpc>
              <a:spcBef>
                <a:spcPts val="0"/>
              </a:spcBef>
              <a:spcAft>
                <a:spcPts val="0"/>
              </a:spcAft>
              <a:buNone/>
              <a:defRPr sz="1100">
                <a:solidFill>
                  <a:srgbClr val="FFFFFF"/>
                </a:solidFill>
              </a:defRPr>
            </a:lvl3pPr>
            <a:lvl4pPr lvl="3">
              <a:lnSpc>
                <a:spcPct val="174000"/>
              </a:lnSpc>
              <a:spcBef>
                <a:spcPts val="0"/>
              </a:spcBef>
              <a:spcAft>
                <a:spcPts val="0"/>
              </a:spcAft>
              <a:buNone/>
              <a:defRPr sz="1100">
                <a:solidFill>
                  <a:srgbClr val="FFFFFF"/>
                </a:solidFill>
              </a:defRPr>
            </a:lvl4pPr>
            <a:lvl5pPr lvl="4">
              <a:lnSpc>
                <a:spcPct val="174000"/>
              </a:lnSpc>
              <a:spcBef>
                <a:spcPts val="0"/>
              </a:spcBef>
              <a:spcAft>
                <a:spcPts val="0"/>
              </a:spcAft>
              <a:buNone/>
              <a:defRPr sz="1100">
                <a:solidFill>
                  <a:srgbClr val="FFFFFF"/>
                </a:solidFill>
              </a:defRPr>
            </a:lvl5pPr>
            <a:lvl6pPr lvl="5">
              <a:lnSpc>
                <a:spcPct val="174000"/>
              </a:lnSpc>
              <a:spcBef>
                <a:spcPts val="0"/>
              </a:spcBef>
              <a:spcAft>
                <a:spcPts val="0"/>
              </a:spcAft>
              <a:buNone/>
              <a:defRPr sz="1100">
                <a:solidFill>
                  <a:srgbClr val="FFFFFF"/>
                </a:solidFill>
              </a:defRPr>
            </a:lvl6pPr>
            <a:lvl7pPr lvl="6">
              <a:lnSpc>
                <a:spcPct val="174000"/>
              </a:lnSpc>
              <a:spcBef>
                <a:spcPts val="0"/>
              </a:spcBef>
              <a:spcAft>
                <a:spcPts val="0"/>
              </a:spcAft>
              <a:buNone/>
              <a:defRPr sz="1100">
                <a:solidFill>
                  <a:srgbClr val="FFFFFF"/>
                </a:solidFill>
              </a:defRPr>
            </a:lvl7pPr>
            <a:lvl8pPr lvl="7">
              <a:lnSpc>
                <a:spcPct val="174000"/>
              </a:lnSpc>
              <a:spcBef>
                <a:spcPts val="0"/>
              </a:spcBef>
              <a:spcAft>
                <a:spcPts val="0"/>
              </a:spcAft>
              <a:buNone/>
              <a:defRPr sz="1100">
                <a:solidFill>
                  <a:srgbClr val="FFFFFF"/>
                </a:solidFill>
              </a:defRPr>
            </a:lvl8pPr>
            <a:lvl9pPr lvl="8">
              <a:lnSpc>
                <a:spcPct val="174000"/>
              </a:lnSpc>
              <a:spcBef>
                <a:spcPts val="0"/>
              </a:spcBef>
              <a:spcAft>
                <a:spcPts val="0"/>
              </a:spcAft>
              <a:buNone/>
              <a:defRPr sz="1100">
                <a:solidFill>
                  <a:srgbClr val="FFFFFF"/>
                </a:solidFill>
              </a:defRPr>
            </a:lvl9pPr>
          </a:lstStyle>
          <a:p/>
        </p:txBody>
      </p:sp>
      <p:sp>
        <p:nvSpPr>
          <p:cNvPr id="140" name="Google Shape;140;p13"/>
          <p:cNvSpPr txBox="1"/>
          <p:nvPr>
            <p:ph idx="3" type="subTitle"/>
          </p:nvPr>
        </p:nvSpPr>
        <p:spPr>
          <a:xfrm>
            <a:off x="6938588" y="1265269"/>
            <a:ext cx="1593300" cy="266100"/>
          </a:xfrm>
          <a:prstGeom prst="rect">
            <a:avLst/>
          </a:prstGeom>
        </p:spPr>
        <p:txBody>
          <a:bodyPr anchorCtr="0" anchor="b" bIns="0" lIns="0" spcFirstLastPara="1" rIns="0" wrap="square" tIns="0">
            <a:noAutofit/>
          </a:bodyPr>
          <a:lstStyle>
            <a:lvl1pPr lvl="0">
              <a:lnSpc>
                <a:spcPct val="135000"/>
              </a:lnSpc>
              <a:spcBef>
                <a:spcPts val="0"/>
              </a:spcBef>
              <a:spcAft>
                <a:spcPts val="0"/>
              </a:spcAft>
              <a:buClr>
                <a:srgbClr val="FFFFFF"/>
              </a:buClr>
              <a:buSzPts val="1100"/>
              <a:buFont typeface="Red Hat Display Medium"/>
              <a:buNone/>
              <a:defRPr sz="1100">
                <a:solidFill>
                  <a:srgbClr val="FFFFFF"/>
                </a:solidFill>
                <a:latin typeface="Red Hat Display Medium"/>
                <a:ea typeface="Red Hat Display Medium"/>
                <a:cs typeface="Red Hat Display Medium"/>
                <a:sym typeface="Red Hat Display Medium"/>
              </a:defRPr>
            </a:lvl1pPr>
            <a:lvl2pPr lvl="1">
              <a:spcBef>
                <a:spcPts val="0"/>
              </a:spcBef>
              <a:spcAft>
                <a:spcPts val="0"/>
              </a:spcAft>
              <a:buClr>
                <a:srgbClr val="FFFFFF"/>
              </a:buClr>
              <a:buSzPts val="1400"/>
              <a:buNone/>
              <a:defRPr>
                <a:solidFill>
                  <a:srgbClr val="FFFFFF"/>
                </a:solidFill>
              </a:defRPr>
            </a:lvl2pPr>
            <a:lvl3pPr lvl="2">
              <a:spcBef>
                <a:spcPts val="400"/>
              </a:spcBef>
              <a:spcAft>
                <a:spcPts val="0"/>
              </a:spcAft>
              <a:buClr>
                <a:srgbClr val="FFFFFF"/>
              </a:buClr>
              <a:buSzPts val="1400"/>
              <a:buNone/>
              <a:defRPr>
                <a:solidFill>
                  <a:srgbClr val="FFFFFF"/>
                </a:solidFill>
              </a:defRPr>
            </a:lvl3pPr>
            <a:lvl4pPr lvl="3">
              <a:spcBef>
                <a:spcPts val="400"/>
              </a:spcBef>
              <a:spcAft>
                <a:spcPts val="0"/>
              </a:spcAft>
              <a:buClr>
                <a:srgbClr val="FFFFFF"/>
              </a:buClr>
              <a:buSzPts val="1400"/>
              <a:buNone/>
              <a:defRPr>
                <a:solidFill>
                  <a:srgbClr val="FFFFFF"/>
                </a:solidFill>
              </a:defRPr>
            </a:lvl4pPr>
            <a:lvl5pPr lvl="4">
              <a:spcBef>
                <a:spcPts val="400"/>
              </a:spcBef>
              <a:spcAft>
                <a:spcPts val="0"/>
              </a:spcAft>
              <a:buClr>
                <a:srgbClr val="FFFFFF"/>
              </a:buClr>
              <a:buSzPts val="1400"/>
              <a:buNone/>
              <a:defRPr>
                <a:solidFill>
                  <a:srgbClr val="FFFFFF"/>
                </a:solidFill>
              </a:defRPr>
            </a:lvl5pPr>
            <a:lvl6pPr lvl="5">
              <a:spcBef>
                <a:spcPts val="400"/>
              </a:spcBef>
              <a:spcAft>
                <a:spcPts val="0"/>
              </a:spcAft>
              <a:buClr>
                <a:srgbClr val="FFFFFF"/>
              </a:buClr>
              <a:buSzPts val="1400"/>
              <a:buNone/>
              <a:defRPr>
                <a:solidFill>
                  <a:srgbClr val="FFFFFF"/>
                </a:solidFill>
              </a:defRPr>
            </a:lvl6pPr>
            <a:lvl7pPr lvl="6">
              <a:spcBef>
                <a:spcPts val="400"/>
              </a:spcBef>
              <a:spcAft>
                <a:spcPts val="0"/>
              </a:spcAft>
              <a:buClr>
                <a:srgbClr val="FFFFFF"/>
              </a:buClr>
              <a:buSzPts val="1400"/>
              <a:buNone/>
              <a:defRPr>
                <a:solidFill>
                  <a:srgbClr val="FFFFFF"/>
                </a:solidFill>
              </a:defRPr>
            </a:lvl7pPr>
            <a:lvl8pPr lvl="7">
              <a:spcBef>
                <a:spcPts val="400"/>
              </a:spcBef>
              <a:spcAft>
                <a:spcPts val="0"/>
              </a:spcAft>
              <a:buClr>
                <a:srgbClr val="FFFFFF"/>
              </a:buClr>
              <a:buSzPts val="1400"/>
              <a:buNone/>
              <a:defRPr>
                <a:solidFill>
                  <a:srgbClr val="FFFFFF"/>
                </a:solidFill>
              </a:defRPr>
            </a:lvl8pPr>
            <a:lvl9pPr lvl="8">
              <a:spcBef>
                <a:spcPts val="400"/>
              </a:spcBef>
              <a:spcAft>
                <a:spcPts val="400"/>
              </a:spcAft>
              <a:buClr>
                <a:srgbClr val="FFFFFF"/>
              </a:buClr>
              <a:buSzPts val="1400"/>
              <a:buNone/>
              <a:defRPr>
                <a:solidFill>
                  <a:srgbClr val="FFFFFF"/>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C">
  <p:cSld name="CUSTOM_2_1_1">
    <p:bg>
      <p:bgPr>
        <a:blipFill>
          <a:blip r:embed="rId2">
            <a:alphaModFix/>
          </a:blip>
          <a:stretch>
            <a:fillRect/>
          </a:stretch>
        </a:blipFill>
      </p:bgPr>
    </p:bg>
    <p:spTree>
      <p:nvGrpSpPr>
        <p:cNvPr id="141" name="Shape 141"/>
        <p:cNvGrpSpPr/>
        <p:nvPr/>
      </p:nvGrpSpPr>
      <p:grpSpPr>
        <a:xfrm>
          <a:off x="0" y="0"/>
          <a:ext cx="0" cy="0"/>
          <a:chOff x="0" y="0"/>
          <a:chExt cx="0" cy="0"/>
        </a:xfrm>
      </p:grpSpPr>
      <p:sp>
        <p:nvSpPr>
          <p:cNvPr id="142" name="Google Shape;142;p14"/>
          <p:cNvSpPr txBox="1"/>
          <p:nvPr>
            <p:ph type="title"/>
          </p:nvPr>
        </p:nvSpPr>
        <p:spPr>
          <a:xfrm>
            <a:off x="335831" y="813421"/>
            <a:ext cx="5118900" cy="1578900"/>
          </a:xfrm>
          <a:prstGeom prst="rect">
            <a:avLst/>
          </a:prstGeom>
        </p:spPr>
        <p:txBody>
          <a:bodyPr anchorCtr="0" anchor="t" bIns="68575" lIns="329175" spcFirstLastPara="1" rIns="68575" wrap="square" tIns="68575">
            <a:noAutofit/>
          </a:bodyPr>
          <a:lstStyle>
            <a:lvl1pPr lvl="0">
              <a:spcBef>
                <a:spcPts val="0"/>
              </a:spcBef>
              <a:spcAft>
                <a:spcPts val="0"/>
              </a:spcAft>
              <a:buNone/>
              <a:defRPr sz="3600">
                <a:solidFill>
                  <a:schemeClr val="accent1"/>
                </a:solidFill>
                <a:latin typeface="Red Hat Display Medium"/>
                <a:ea typeface="Red Hat Display Medium"/>
                <a:cs typeface="Red Hat Display Medium"/>
                <a:sym typeface="Red Hat Display Medium"/>
              </a:defRPr>
            </a:lvl1pPr>
            <a:lvl2pPr lvl="1">
              <a:spcBef>
                <a:spcPts val="0"/>
              </a:spcBef>
              <a:spcAft>
                <a:spcPts val="0"/>
              </a:spcAft>
              <a:buNone/>
              <a:defRPr sz="4500">
                <a:solidFill>
                  <a:schemeClr val="accent1"/>
                </a:solidFill>
                <a:latin typeface="Red Hat Display Medium"/>
                <a:ea typeface="Red Hat Display Medium"/>
                <a:cs typeface="Red Hat Display Medium"/>
                <a:sym typeface="Red Hat Display Medium"/>
              </a:defRPr>
            </a:lvl2pPr>
            <a:lvl3pPr lvl="2">
              <a:spcBef>
                <a:spcPts val="0"/>
              </a:spcBef>
              <a:spcAft>
                <a:spcPts val="0"/>
              </a:spcAft>
              <a:buNone/>
              <a:defRPr sz="4500">
                <a:solidFill>
                  <a:schemeClr val="accent1"/>
                </a:solidFill>
                <a:latin typeface="Red Hat Display Medium"/>
                <a:ea typeface="Red Hat Display Medium"/>
                <a:cs typeface="Red Hat Display Medium"/>
                <a:sym typeface="Red Hat Display Medium"/>
              </a:defRPr>
            </a:lvl3pPr>
            <a:lvl4pPr lvl="3">
              <a:spcBef>
                <a:spcPts val="0"/>
              </a:spcBef>
              <a:spcAft>
                <a:spcPts val="0"/>
              </a:spcAft>
              <a:buNone/>
              <a:defRPr sz="4500">
                <a:solidFill>
                  <a:schemeClr val="accent1"/>
                </a:solidFill>
                <a:latin typeface="Red Hat Display Medium"/>
                <a:ea typeface="Red Hat Display Medium"/>
                <a:cs typeface="Red Hat Display Medium"/>
                <a:sym typeface="Red Hat Display Medium"/>
              </a:defRPr>
            </a:lvl4pPr>
            <a:lvl5pPr lvl="4">
              <a:spcBef>
                <a:spcPts val="0"/>
              </a:spcBef>
              <a:spcAft>
                <a:spcPts val="0"/>
              </a:spcAft>
              <a:buNone/>
              <a:defRPr sz="4500">
                <a:solidFill>
                  <a:schemeClr val="accent1"/>
                </a:solidFill>
                <a:latin typeface="Red Hat Display Medium"/>
                <a:ea typeface="Red Hat Display Medium"/>
                <a:cs typeface="Red Hat Display Medium"/>
                <a:sym typeface="Red Hat Display Medium"/>
              </a:defRPr>
            </a:lvl5pPr>
            <a:lvl6pPr lvl="5">
              <a:spcBef>
                <a:spcPts val="0"/>
              </a:spcBef>
              <a:spcAft>
                <a:spcPts val="0"/>
              </a:spcAft>
              <a:buNone/>
              <a:defRPr sz="4500">
                <a:solidFill>
                  <a:schemeClr val="accent1"/>
                </a:solidFill>
                <a:latin typeface="Red Hat Display Medium"/>
                <a:ea typeface="Red Hat Display Medium"/>
                <a:cs typeface="Red Hat Display Medium"/>
                <a:sym typeface="Red Hat Display Medium"/>
              </a:defRPr>
            </a:lvl6pPr>
            <a:lvl7pPr lvl="6">
              <a:spcBef>
                <a:spcPts val="0"/>
              </a:spcBef>
              <a:spcAft>
                <a:spcPts val="0"/>
              </a:spcAft>
              <a:buNone/>
              <a:defRPr sz="4500">
                <a:solidFill>
                  <a:schemeClr val="accent1"/>
                </a:solidFill>
                <a:latin typeface="Red Hat Display Medium"/>
                <a:ea typeface="Red Hat Display Medium"/>
                <a:cs typeface="Red Hat Display Medium"/>
                <a:sym typeface="Red Hat Display Medium"/>
              </a:defRPr>
            </a:lvl7pPr>
            <a:lvl8pPr lvl="7">
              <a:spcBef>
                <a:spcPts val="0"/>
              </a:spcBef>
              <a:spcAft>
                <a:spcPts val="0"/>
              </a:spcAft>
              <a:buNone/>
              <a:defRPr sz="4500">
                <a:solidFill>
                  <a:schemeClr val="accent1"/>
                </a:solidFill>
                <a:latin typeface="Red Hat Display Medium"/>
                <a:ea typeface="Red Hat Display Medium"/>
                <a:cs typeface="Red Hat Display Medium"/>
                <a:sym typeface="Red Hat Display Medium"/>
              </a:defRPr>
            </a:lvl8pPr>
            <a:lvl9pPr lvl="8">
              <a:spcBef>
                <a:spcPts val="0"/>
              </a:spcBef>
              <a:spcAft>
                <a:spcPts val="0"/>
              </a:spcAft>
              <a:buNone/>
              <a:defRPr sz="4500">
                <a:solidFill>
                  <a:schemeClr val="accent1"/>
                </a:solidFill>
                <a:latin typeface="Red Hat Display Medium"/>
                <a:ea typeface="Red Hat Display Medium"/>
                <a:cs typeface="Red Hat Display Medium"/>
                <a:sym typeface="Red Hat Display Medium"/>
              </a:defRPr>
            </a:lvl9pPr>
          </a:lstStyle>
          <a:p/>
        </p:txBody>
      </p:sp>
      <p:cxnSp>
        <p:nvCxnSpPr>
          <p:cNvPr id="143" name="Google Shape;143;p14"/>
          <p:cNvCxnSpPr/>
          <p:nvPr/>
        </p:nvCxnSpPr>
        <p:spPr>
          <a:xfrm rot="10800000">
            <a:off x="335825" y="4801200"/>
            <a:ext cx="0" cy="342300"/>
          </a:xfrm>
          <a:prstGeom prst="straightConnector1">
            <a:avLst/>
          </a:prstGeom>
          <a:noFill/>
          <a:ln cap="flat" cmpd="sng" w="7150">
            <a:solidFill>
              <a:srgbClr val="EE0000"/>
            </a:solidFill>
            <a:prstDash val="solid"/>
            <a:round/>
            <a:headEnd len="med" w="med" type="none"/>
            <a:tailEnd len="med" w="med" type="none"/>
          </a:ln>
        </p:spPr>
      </p:cxnSp>
      <p:cxnSp>
        <p:nvCxnSpPr>
          <p:cNvPr id="144" name="Google Shape;144;p14"/>
          <p:cNvCxnSpPr/>
          <p:nvPr/>
        </p:nvCxnSpPr>
        <p:spPr>
          <a:xfrm rot="10800000">
            <a:off x="335831" y="150"/>
            <a:ext cx="0" cy="664800"/>
          </a:xfrm>
          <a:prstGeom prst="straightConnector1">
            <a:avLst/>
          </a:prstGeom>
          <a:noFill/>
          <a:ln cap="flat" cmpd="sng" w="7150">
            <a:solidFill>
              <a:srgbClr val="EE0000"/>
            </a:solidFill>
            <a:prstDash val="solid"/>
            <a:round/>
            <a:headEnd len="med" w="med" type="none"/>
            <a:tailEnd len="med" w="med" type="none"/>
          </a:ln>
        </p:spPr>
      </p:cxnSp>
      <p:sp>
        <p:nvSpPr>
          <p:cNvPr id="145" name="Google Shape;145;p14"/>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9pPr>
          </a:lstStyle>
          <a:p/>
        </p:txBody>
      </p:sp>
      <p:sp>
        <p:nvSpPr>
          <p:cNvPr id="146" name="Google Shape;146;p14"/>
          <p:cNvSpPr txBox="1"/>
          <p:nvPr>
            <p:ph idx="2" type="subTitle"/>
          </p:nvPr>
        </p:nvSpPr>
        <p:spPr>
          <a:xfrm>
            <a:off x="6938588" y="1307790"/>
            <a:ext cx="1593300" cy="2481900"/>
          </a:xfrm>
          <a:prstGeom prst="rect">
            <a:avLst/>
          </a:prstGeom>
        </p:spPr>
        <p:txBody>
          <a:bodyPr anchorCtr="0" anchor="t" bIns="0" lIns="0" spcFirstLastPara="1" rIns="0" wrap="square" tIns="0">
            <a:noAutofit/>
          </a:bodyPr>
          <a:lstStyle>
            <a:lvl1pPr lvl="0">
              <a:lnSpc>
                <a:spcPct val="174000"/>
              </a:lnSpc>
              <a:spcBef>
                <a:spcPts val="0"/>
              </a:spcBef>
              <a:spcAft>
                <a:spcPts val="0"/>
              </a:spcAft>
              <a:buNone/>
              <a:defRPr sz="1100">
                <a:solidFill>
                  <a:srgbClr val="EBEBEB"/>
                </a:solidFill>
              </a:defRPr>
            </a:lvl1pPr>
            <a:lvl2pPr lvl="1">
              <a:lnSpc>
                <a:spcPct val="174000"/>
              </a:lnSpc>
              <a:spcBef>
                <a:spcPts val="0"/>
              </a:spcBef>
              <a:spcAft>
                <a:spcPts val="0"/>
              </a:spcAft>
              <a:buNone/>
              <a:defRPr sz="1100">
                <a:solidFill>
                  <a:srgbClr val="EBEBEB"/>
                </a:solidFill>
              </a:defRPr>
            </a:lvl2pPr>
            <a:lvl3pPr lvl="2">
              <a:lnSpc>
                <a:spcPct val="174000"/>
              </a:lnSpc>
              <a:spcBef>
                <a:spcPts val="0"/>
              </a:spcBef>
              <a:spcAft>
                <a:spcPts val="0"/>
              </a:spcAft>
              <a:buNone/>
              <a:defRPr sz="1100">
                <a:solidFill>
                  <a:srgbClr val="EBEBEB"/>
                </a:solidFill>
              </a:defRPr>
            </a:lvl3pPr>
            <a:lvl4pPr lvl="3">
              <a:lnSpc>
                <a:spcPct val="174000"/>
              </a:lnSpc>
              <a:spcBef>
                <a:spcPts val="0"/>
              </a:spcBef>
              <a:spcAft>
                <a:spcPts val="0"/>
              </a:spcAft>
              <a:buNone/>
              <a:defRPr sz="1100">
                <a:solidFill>
                  <a:srgbClr val="EBEBEB"/>
                </a:solidFill>
              </a:defRPr>
            </a:lvl4pPr>
            <a:lvl5pPr lvl="4">
              <a:lnSpc>
                <a:spcPct val="174000"/>
              </a:lnSpc>
              <a:spcBef>
                <a:spcPts val="0"/>
              </a:spcBef>
              <a:spcAft>
                <a:spcPts val="0"/>
              </a:spcAft>
              <a:buNone/>
              <a:defRPr sz="1100">
                <a:solidFill>
                  <a:srgbClr val="EBEBEB"/>
                </a:solidFill>
              </a:defRPr>
            </a:lvl5pPr>
            <a:lvl6pPr lvl="5">
              <a:lnSpc>
                <a:spcPct val="174000"/>
              </a:lnSpc>
              <a:spcBef>
                <a:spcPts val="0"/>
              </a:spcBef>
              <a:spcAft>
                <a:spcPts val="0"/>
              </a:spcAft>
              <a:buNone/>
              <a:defRPr sz="1100">
                <a:solidFill>
                  <a:srgbClr val="EBEBEB"/>
                </a:solidFill>
              </a:defRPr>
            </a:lvl6pPr>
            <a:lvl7pPr lvl="6">
              <a:lnSpc>
                <a:spcPct val="174000"/>
              </a:lnSpc>
              <a:spcBef>
                <a:spcPts val="0"/>
              </a:spcBef>
              <a:spcAft>
                <a:spcPts val="0"/>
              </a:spcAft>
              <a:buNone/>
              <a:defRPr sz="1100">
                <a:solidFill>
                  <a:srgbClr val="EBEBEB"/>
                </a:solidFill>
              </a:defRPr>
            </a:lvl7pPr>
            <a:lvl8pPr lvl="7">
              <a:lnSpc>
                <a:spcPct val="174000"/>
              </a:lnSpc>
              <a:spcBef>
                <a:spcPts val="0"/>
              </a:spcBef>
              <a:spcAft>
                <a:spcPts val="0"/>
              </a:spcAft>
              <a:buNone/>
              <a:defRPr sz="1100">
                <a:solidFill>
                  <a:srgbClr val="EBEBEB"/>
                </a:solidFill>
              </a:defRPr>
            </a:lvl8pPr>
            <a:lvl9pPr lvl="8">
              <a:lnSpc>
                <a:spcPct val="174000"/>
              </a:lnSpc>
              <a:spcBef>
                <a:spcPts val="0"/>
              </a:spcBef>
              <a:spcAft>
                <a:spcPts val="0"/>
              </a:spcAft>
              <a:buNone/>
              <a:defRPr sz="1100">
                <a:solidFill>
                  <a:srgbClr val="EBEBEB"/>
                </a:solidFill>
              </a:defRPr>
            </a:lvl9pPr>
          </a:lstStyle>
          <a:p/>
        </p:txBody>
      </p:sp>
      <p:pic>
        <p:nvPicPr>
          <p:cNvPr id="147" name="Google Shape;147;p14"/>
          <p:cNvPicPr preferRelativeResize="0"/>
          <p:nvPr/>
        </p:nvPicPr>
        <p:blipFill rotWithShape="1">
          <a:blip r:embed="rId3">
            <a:alphaModFix/>
          </a:blip>
          <a:srcRect b="317" l="0" r="0" t="327"/>
          <a:stretch/>
        </p:blipFill>
        <p:spPr>
          <a:xfrm>
            <a:off x="8033460" y="4734938"/>
            <a:ext cx="731888" cy="171091"/>
          </a:xfrm>
          <a:prstGeom prst="rect">
            <a:avLst/>
          </a:prstGeom>
          <a:noFill/>
          <a:ln>
            <a:noFill/>
          </a:ln>
        </p:spPr>
      </p:pic>
      <p:sp>
        <p:nvSpPr>
          <p:cNvPr id="148" name="Google Shape;148;p14"/>
          <p:cNvSpPr txBox="1"/>
          <p:nvPr>
            <p:ph idx="3" type="subTitle"/>
          </p:nvPr>
        </p:nvSpPr>
        <p:spPr>
          <a:xfrm>
            <a:off x="6938588" y="1307790"/>
            <a:ext cx="1593300" cy="24819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100">
                <a:solidFill>
                  <a:schemeClr val="dk1"/>
                </a:solidFill>
                <a:latin typeface="Red Hat Display"/>
                <a:ea typeface="Red Hat Display"/>
                <a:cs typeface="Red Hat Display"/>
                <a:sym typeface="Red Hat Display"/>
              </a:defRPr>
            </a:lvl1pPr>
            <a:lvl2pPr lvl="1">
              <a:lnSpc>
                <a:spcPct val="174000"/>
              </a:lnSpc>
              <a:spcBef>
                <a:spcPts val="0"/>
              </a:spcBef>
              <a:spcAft>
                <a:spcPts val="0"/>
              </a:spcAft>
              <a:buNone/>
              <a:defRPr sz="1100">
                <a:solidFill>
                  <a:schemeClr val="dk1"/>
                </a:solidFill>
              </a:defRPr>
            </a:lvl2pPr>
            <a:lvl3pPr lvl="2">
              <a:lnSpc>
                <a:spcPct val="174000"/>
              </a:lnSpc>
              <a:spcBef>
                <a:spcPts val="0"/>
              </a:spcBef>
              <a:spcAft>
                <a:spcPts val="0"/>
              </a:spcAft>
              <a:buNone/>
              <a:defRPr sz="1100">
                <a:solidFill>
                  <a:schemeClr val="dk1"/>
                </a:solidFill>
              </a:defRPr>
            </a:lvl3pPr>
            <a:lvl4pPr lvl="3">
              <a:lnSpc>
                <a:spcPct val="174000"/>
              </a:lnSpc>
              <a:spcBef>
                <a:spcPts val="0"/>
              </a:spcBef>
              <a:spcAft>
                <a:spcPts val="0"/>
              </a:spcAft>
              <a:buNone/>
              <a:defRPr sz="1100">
                <a:solidFill>
                  <a:schemeClr val="dk1"/>
                </a:solidFill>
              </a:defRPr>
            </a:lvl4pPr>
            <a:lvl5pPr lvl="4">
              <a:lnSpc>
                <a:spcPct val="174000"/>
              </a:lnSpc>
              <a:spcBef>
                <a:spcPts val="0"/>
              </a:spcBef>
              <a:spcAft>
                <a:spcPts val="0"/>
              </a:spcAft>
              <a:buNone/>
              <a:defRPr sz="1100">
                <a:solidFill>
                  <a:schemeClr val="dk1"/>
                </a:solidFill>
              </a:defRPr>
            </a:lvl5pPr>
            <a:lvl6pPr lvl="5">
              <a:lnSpc>
                <a:spcPct val="174000"/>
              </a:lnSpc>
              <a:spcBef>
                <a:spcPts val="0"/>
              </a:spcBef>
              <a:spcAft>
                <a:spcPts val="0"/>
              </a:spcAft>
              <a:buNone/>
              <a:defRPr sz="1100">
                <a:solidFill>
                  <a:schemeClr val="dk1"/>
                </a:solidFill>
              </a:defRPr>
            </a:lvl6pPr>
            <a:lvl7pPr lvl="6">
              <a:lnSpc>
                <a:spcPct val="174000"/>
              </a:lnSpc>
              <a:spcBef>
                <a:spcPts val="0"/>
              </a:spcBef>
              <a:spcAft>
                <a:spcPts val="0"/>
              </a:spcAft>
              <a:buNone/>
              <a:defRPr sz="1100">
                <a:solidFill>
                  <a:schemeClr val="dk1"/>
                </a:solidFill>
              </a:defRPr>
            </a:lvl7pPr>
            <a:lvl8pPr lvl="7">
              <a:lnSpc>
                <a:spcPct val="174000"/>
              </a:lnSpc>
              <a:spcBef>
                <a:spcPts val="0"/>
              </a:spcBef>
              <a:spcAft>
                <a:spcPts val="0"/>
              </a:spcAft>
              <a:buNone/>
              <a:defRPr sz="1100">
                <a:solidFill>
                  <a:schemeClr val="dk1"/>
                </a:solidFill>
              </a:defRPr>
            </a:lvl8pPr>
            <a:lvl9pPr lvl="8">
              <a:lnSpc>
                <a:spcPct val="174000"/>
              </a:lnSpc>
              <a:spcBef>
                <a:spcPts val="0"/>
              </a:spcBef>
              <a:spcAft>
                <a:spcPts val="0"/>
              </a:spcAft>
              <a:buNone/>
              <a:defRPr sz="1100">
                <a:solidFill>
                  <a:schemeClr val="dk1"/>
                </a:solidFill>
              </a:defRPr>
            </a:lvl9pPr>
          </a:lstStyle>
          <a:p/>
        </p:txBody>
      </p:sp>
      <p:sp>
        <p:nvSpPr>
          <p:cNvPr id="149" name="Google Shape;149;p14"/>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call out B">
  <p:cSld name="CUSTOM_2_1_1_1">
    <p:bg>
      <p:bgPr>
        <a:blipFill>
          <a:blip r:embed="rId2">
            <a:alphaModFix/>
          </a:blip>
          <a:stretch>
            <a:fillRect/>
          </a:stretch>
        </a:blipFill>
      </p:bgPr>
    </p:bg>
    <p:spTree>
      <p:nvGrpSpPr>
        <p:cNvPr id="150" name="Shape 150"/>
        <p:cNvGrpSpPr/>
        <p:nvPr/>
      </p:nvGrpSpPr>
      <p:grpSpPr>
        <a:xfrm>
          <a:off x="0" y="0"/>
          <a:ext cx="0" cy="0"/>
          <a:chOff x="0" y="0"/>
          <a:chExt cx="0" cy="0"/>
        </a:xfrm>
      </p:grpSpPr>
      <p:sp>
        <p:nvSpPr>
          <p:cNvPr id="151" name="Google Shape;151;p15"/>
          <p:cNvSpPr txBox="1"/>
          <p:nvPr>
            <p:ph idx="1" type="subTitle"/>
          </p:nvPr>
        </p:nvSpPr>
        <p:spPr>
          <a:xfrm>
            <a:off x="6938588" y="1679691"/>
            <a:ext cx="1593300" cy="23679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100">
                <a:solidFill>
                  <a:schemeClr val="dk1"/>
                </a:solidFill>
                <a:latin typeface="Red Hat Display"/>
                <a:ea typeface="Red Hat Display"/>
                <a:cs typeface="Red Hat Display"/>
                <a:sym typeface="Red Hat Display"/>
              </a:defRPr>
            </a:lvl1pPr>
            <a:lvl2pPr lvl="1">
              <a:lnSpc>
                <a:spcPct val="174000"/>
              </a:lnSpc>
              <a:spcBef>
                <a:spcPts val="0"/>
              </a:spcBef>
              <a:spcAft>
                <a:spcPts val="0"/>
              </a:spcAft>
              <a:buNone/>
              <a:defRPr sz="1100">
                <a:solidFill>
                  <a:schemeClr val="dk1"/>
                </a:solidFill>
              </a:defRPr>
            </a:lvl2pPr>
            <a:lvl3pPr lvl="2">
              <a:lnSpc>
                <a:spcPct val="174000"/>
              </a:lnSpc>
              <a:spcBef>
                <a:spcPts val="0"/>
              </a:spcBef>
              <a:spcAft>
                <a:spcPts val="0"/>
              </a:spcAft>
              <a:buNone/>
              <a:defRPr sz="1100">
                <a:solidFill>
                  <a:schemeClr val="dk1"/>
                </a:solidFill>
              </a:defRPr>
            </a:lvl3pPr>
            <a:lvl4pPr lvl="3">
              <a:lnSpc>
                <a:spcPct val="174000"/>
              </a:lnSpc>
              <a:spcBef>
                <a:spcPts val="0"/>
              </a:spcBef>
              <a:spcAft>
                <a:spcPts val="0"/>
              </a:spcAft>
              <a:buNone/>
              <a:defRPr sz="1100">
                <a:solidFill>
                  <a:schemeClr val="dk1"/>
                </a:solidFill>
              </a:defRPr>
            </a:lvl4pPr>
            <a:lvl5pPr lvl="4">
              <a:lnSpc>
                <a:spcPct val="174000"/>
              </a:lnSpc>
              <a:spcBef>
                <a:spcPts val="0"/>
              </a:spcBef>
              <a:spcAft>
                <a:spcPts val="0"/>
              </a:spcAft>
              <a:buNone/>
              <a:defRPr sz="1100">
                <a:solidFill>
                  <a:schemeClr val="dk1"/>
                </a:solidFill>
              </a:defRPr>
            </a:lvl5pPr>
            <a:lvl6pPr lvl="5">
              <a:lnSpc>
                <a:spcPct val="174000"/>
              </a:lnSpc>
              <a:spcBef>
                <a:spcPts val="0"/>
              </a:spcBef>
              <a:spcAft>
                <a:spcPts val="0"/>
              </a:spcAft>
              <a:buNone/>
              <a:defRPr sz="1100">
                <a:solidFill>
                  <a:schemeClr val="dk1"/>
                </a:solidFill>
              </a:defRPr>
            </a:lvl6pPr>
            <a:lvl7pPr lvl="6">
              <a:lnSpc>
                <a:spcPct val="174000"/>
              </a:lnSpc>
              <a:spcBef>
                <a:spcPts val="0"/>
              </a:spcBef>
              <a:spcAft>
                <a:spcPts val="0"/>
              </a:spcAft>
              <a:buNone/>
              <a:defRPr sz="1100">
                <a:solidFill>
                  <a:schemeClr val="dk1"/>
                </a:solidFill>
              </a:defRPr>
            </a:lvl7pPr>
            <a:lvl8pPr lvl="7">
              <a:lnSpc>
                <a:spcPct val="174000"/>
              </a:lnSpc>
              <a:spcBef>
                <a:spcPts val="0"/>
              </a:spcBef>
              <a:spcAft>
                <a:spcPts val="0"/>
              </a:spcAft>
              <a:buNone/>
              <a:defRPr sz="1100">
                <a:solidFill>
                  <a:schemeClr val="dk1"/>
                </a:solidFill>
              </a:defRPr>
            </a:lvl8pPr>
            <a:lvl9pPr lvl="8">
              <a:lnSpc>
                <a:spcPct val="174000"/>
              </a:lnSpc>
              <a:spcBef>
                <a:spcPts val="0"/>
              </a:spcBef>
              <a:spcAft>
                <a:spcPts val="0"/>
              </a:spcAft>
              <a:buNone/>
              <a:defRPr sz="1100">
                <a:solidFill>
                  <a:schemeClr val="dk1"/>
                </a:solidFill>
              </a:defRPr>
            </a:lvl9pPr>
          </a:lstStyle>
          <a:p/>
        </p:txBody>
      </p:sp>
      <p:sp>
        <p:nvSpPr>
          <p:cNvPr id="152" name="Google Shape;152;p15"/>
          <p:cNvSpPr txBox="1"/>
          <p:nvPr>
            <p:ph idx="2" type="subTitle"/>
          </p:nvPr>
        </p:nvSpPr>
        <p:spPr>
          <a:xfrm>
            <a:off x="6938588" y="1265269"/>
            <a:ext cx="1593300" cy="266100"/>
          </a:xfrm>
          <a:prstGeom prst="rect">
            <a:avLst/>
          </a:prstGeom>
        </p:spPr>
        <p:txBody>
          <a:bodyPr anchorCtr="0" anchor="b" bIns="0" lIns="0" spcFirstLastPara="1" rIns="0" wrap="square" tIns="0">
            <a:noAutofit/>
          </a:bodyPr>
          <a:lstStyle>
            <a:lvl1pPr lvl="0">
              <a:lnSpc>
                <a:spcPct val="135000"/>
              </a:lnSpc>
              <a:spcBef>
                <a:spcPts val="0"/>
              </a:spcBef>
              <a:spcAft>
                <a:spcPts val="0"/>
              </a:spcAft>
              <a:buSzPts val="1100"/>
              <a:buFont typeface="Red Hat Display Medium"/>
              <a:buNone/>
              <a:defRPr sz="1100">
                <a:latin typeface="Red Hat Display Medium"/>
                <a:ea typeface="Red Hat Display Medium"/>
                <a:cs typeface="Red Hat Display Medium"/>
                <a:sym typeface="Red Hat Display Medium"/>
              </a:defRPr>
            </a:lvl1pPr>
            <a:lvl2pPr lvl="1">
              <a:spcBef>
                <a:spcPts val="0"/>
              </a:spcBef>
              <a:spcAft>
                <a:spcPts val="0"/>
              </a:spcAft>
              <a:buSzPts val="1400"/>
              <a:buNone/>
              <a:defRPr/>
            </a:lvl2pPr>
            <a:lvl3pPr lvl="2">
              <a:spcBef>
                <a:spcPts val="400"/>
              </a:spcBef>
              <a:spcAft>
                <a:spcPts val="0"/>
              </a:spcAft>
              <a:buSzPts val="1400"/>
              <a:buNone/>
              <a:defRPr/>
            </a:lvl3pPr>
            <a:lvl4pPr lvl="3">
              <a:spcBef>
                <a:spcPts val="400"/>
              </a:spcBef>
              <a:spcAft>
                <a:spcPts val="0"/>
              </a:spcAft>
              <a:buSzPts val="1400"/>
              <a:buNone/>
              <a:defRPr/>
            </a:lvl4pPr>
            <a:lvl5pPr lvl="4">
              <a:spcBef>
                <a:spcPts val="400"/>
              </a:spcBef>
              <a:spcAft>
                <a:spcPts val="0"/>
              </a:spcAft>
              <a:buSzPts val="1400"/>
              <a:buNone/>
              <a:defRPr/>
            </a:lvl5pPr>
            <a:lvl6pPr lvl="5">
              <a:spcBef>
                <a:spcPts val="400"/>
              </a:spcBef>
              <a:spcAft>
                <a:spcPts val="0"/>
              </a:spcAft>
              <a:buSzPts val="1400"/>
              <a:buNone/>
              <a:defRPr/>
            </a:lvl6pPr>
            <a:lvl7pPr lvl="6">
              <a:spcBef>
                <a:spcPts val="400"/>
              </a:spcBef>
              <a:spcAft>
                <a:spcPts val="0"/>
              </a:spcAft>
              <a:buSzPts val="1400"/>
              <a:buNone/>
              <a:defRPr/>
            </a:lvl7pPr>
            <a:lvl8pPr lvl="7">
              <a:spcBef>
                <a:spcPts val="400"/>
              </a:spcBef>
              <a:spcAft>
                <a:spcPts val="0"/>
              </a:spcAft>
              <a:buSzPts val="1400"/>
              <a:buNone/>
              <a:defRPr/>
            </a:lvl8pPr>
            <a:lvl9pPr lvl="8">
              <a:spcBef>
                <a:spcPts val="400"/>
              </a:spcBef>
              <a:spcAft>
                <a:spcPts val="400"/>
              </a:spcAft>
              <a:buSzPts val="1400"/>
              <a:buNone/>
              <a:defRPr/>
            </a:lvl9pPr>
          </a:lstStyle>
          <a:p/>
        </p:txBody>
      </p:sp>
      <p:cxnSp>
        <p:nvCxnSpPr>
          <p:cNvPr id="153" name="Google Shape;153;p15"/>
          <p:cNvCxnSpPr/>
          <p:nvPr/>
        </p:nvCxnSpPr>
        <p:spPr>
          <a:xfrm rot="10800000">
            <a:off x="335825" y="4801200"/>
            <a:ext cx="0" cy="342300"/>
          </a:xfrm>
          <a:prstGeom prst="straightConnector1">
            <a:avLst/>
          </a:prstGeom>
          <a:noFill/>
          <a:ln cap="flat" cmpd="sng" w="7150">
            <a:solidFill>
              <a:srgbClr val="EE0000"/>
            </a:solidFill>
            <a:prstDash val="solid"/>
            <a:round/>
            <a:headEnd len="med" w="med" type="none"/>
            <a:tailEnd len="med" w="med" type="none"/>
          </a:ln>
        </p:spPr>
      </p:cxnSp>
      <p:cxnSp>
        <p:nvCxnSpPr>
          <p:cNvPr id="154" name="Google Shape;154;p15"/>
          <p:cNvCxnSpPr/>
          <p:nvPr/>
        </p:nvCxnSpPr>
        <p:spPr>
          <a:xfrm rot="10800000">
            <a:off x="335831" y="150"/>
            <a:ext cx="0" cy="664800"/>
          </a:xfrm>
          <a:prstGeom prst="straightConnector1">
            <a:avLst/>
          </a:prstGeom>
          <a:noFill/>
          <a:ln cap="flat" cmpd="sng" w="7150">
            <a:solidFill>
              <a:srgbClr val="EE0000"/>
            </a:solidFill>
            <a:prstDash val="solid"/>
            <a:round/>
            <a:headEnd len="med" w="med" type="none"/>
            <a:tailEnd len="med" w="med" type="none"/>
          </a:ln>
        </p:spPr>
      </p:cxnSp>
      <p:sp>
        <p:nvSpPr>
          <p:cNvPr id="155" name="Google Shape;155;p15"/>
          <p:cNvSpPr txBox="1"/>
          <p:nvPr>
            <p:ph idx="3"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800"/>
              <a:buFont typeface="Red Hat Text Medium"/>
              <a:buNone/>
              <a:defRPr sz="800">
                <a:solidFill>
                  <a:schemeClr val="dk1"/>
                </a:solidFill>
                <a:latin typeface="Red Hat Text Medium"/>
                <a:ea typeface="Red Hat Text Medium"/>
                <a:cs typeface="Red Hat Text Medium"/>
                <a:sym typeface="Red Hat Text Medium"/>
              </a:defRPr>
            </a:lvl9pPr>
          </a:lstStyle>
          <a:p/>
        </p:txBody>
      </p:sp>
      <p:pic>
        <p:nvPicPr>
          <p:cNvPr id="156" name="Google Shape;156;p15"/>
          <p:cNvPicPr preferRelativeResize="0"/>
          <p:nvPr/>
        </p:nvPicPr>
        <p:blipFill rotWithShape="1">
          <a:blip r:embed="rId3">
            <a:alphaModFix/>
          </a:blip>
          <a:srcRect b="317" l="0" r="0" t="327"/>
          <a:stretch/>
        </p:blipFill>
        <p:spPr>
          <a:xfrm>
            <a:off x="8033460" y="4734938"/>
            <a:ext cx="731888" cy="171091"/>
          </a:xfrm>
          <a:prstGeom prst="rect">
            <a:avLst/>
          </a:prstGeom>
          <a:noFill/>
          <a:ln>
            <a:noFill/>
          </a:ln>
        </p:spPr>
      </p:pic>
      <p:sp>
        <p:nvSpPr>
          <p:cNvPr id="157" name="Google Shape;157;p15"/>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p:cSld name="CUSTOM_3">
    <p:bg>
      <p:bgPr>
        <a:blipFill>
          <a:blip r:embed="rId2">
            <a:alphaModFix/>
          </a:blip>
          <a:stretch>
            <a:fillRect/>
          </a:stretch>
        </a:blipFill>
      </p:bgPr>
    </p:bg>
    <p:spTree>
      <p:nvGrpSpPr>
        <p:cNvPr id="158" name="Shape 158"/>
        <p:cNvGrpSpPr/>
        <p:nvPr/>
      </p:nvGrpSpPr>
      <p:grpSpPr>
        <a:xfrm>
          <a:off x="0" y="0"/>
          <a:ext cx="0" cy="0"/>
          <a:chOff x="0" y="0"/>
          <a:chExt cx="0" cy="0"/>
        </a:xfrm>
      </p:grpSpPr>
      <p:sp>
        <p:nvSpPr>
          <p:cNvPr id="159" name="Google Shape;159;p16"/>
          <p:cNvSpPr txBox="1"/>
          <p:nvPr>
            <p:ph type="title"/>
          </p:nvPr>
        </p:nvSpPr>
        <p:spPr>
          <a:xfrm>
            <a:off x="1557019" y="1412438"/>
            <a:ext cx="5994000" cy="23034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4100">
                <a:solidFill>
                  <a:schemeClr val="accent1"/>
                </a:solidFill>
              </a:defRPr>
            </a:lvl1pPr>
            <a:lvl2pPr lvl="1">
              <a:lnSpc>
                <a:spcPct val="100000"/>
              </a:lnSpc>
              <a:spcBef>
                <a:spcPts val="0"/>
              </a:spcBef>
              <a:spcAft>
                <a:spcPts val="0"/>
              </a:spcAft>
              <a:buNone/>
              <a:defRPr sz="4100">
                <a:solidFill>
                  <a:schemeClr val="accent1"/>
                </a:solidFill>
              </a:defRPr>
            </a:lvl2pPr>
            <a:lvl3pPr lvl="2">
              <a:lnSpc>
                <a:spcPct val="100000"/>
              </a:lnSpc>
              <a:spcBef>
                <a:spcPts val="0"/>
              </a:spcBef>
              <a:spcAft>
                <a:spcPts val="0"/>
              </a:spcAft>
              <a:buNone/>
              <a:defRPr sz="4100">
                <a:solidFill>
                  <a:schemeClr val="accent1"/>
                </a:solidFill>
              </a:defRPr>
            </a:lvl3pPr>
            <a:lvl4pPr lvl="3">
              <a:lnSpc>
                <a:spcPct val="100000"/>
              </a:lnSpc>
              <a:spcBef>
                <a:spcPts val="0"/>
              </a:spcBef>
              <a:spcAft>
                <a:spcPts val="0"/>
              </a:spcAft>
              <a:buNone/>
              <a:defRPr sz="4100">
                <a:solidFill>
                  <a:schemeClr val="accent1"/>
                </a:solidFill>
              </a:defRPr>
            </a:lvl4pPr>
            <a:lvl5pPr lvl="4">
              <a:lnSpc>
                <a:spcPct val="100000"/>
              </a:lnSpc>
              <a:spcBef>
                <a:spcPts val="0"/>
              </a:spcBef>
              <a:spcAft>
                <a:spcPts val="0"/>
              </a:spcAft>
              <a:buNone/>
              <a:defRPr sz="4100">
                <a:solidFill>
                  <a:schemeClr val="accent1"/>
                </a:solidFill>
              </a:defRPr>
            </a:lvl5pPr>
            <a:lvl6pPr lvl="5">
              <a:lnSpc>
                <a:spcPct val="100000"/>
              </a:lnSpc>
              <a:spcBef>
                <a:spcPts val="0"/>
              </a:spcBef>
              <a:spcAft>
                <a:spcPts val="0"/>
              </a:spcAft>
              <a:buNone/>
              <a:defRPr sz="4100">
                <a:solidFill>
                  <a:schemeClr val="accent1"/>
                </a:solidFill>
              </a:defRPr>
            </a:lvl6pPr>
            <a:lvl7pPr lvl="6">
              <a:lnSpc>
                <a:spcPct val="100000"/>
              </a:lnSpc>
              <a:spcBef>
                <a:spcPts val="0"/>
              </a:spcBef>
              <a:spcAft>
                <a:spcPts val="0"/>
              </a:spcAft>
              <a:buNone/>
              <a:defRPr sz="4100">
                <a:solidFill>
                  <a:schemeClr val="accent1"/>
                </a:solidFill>
              </a:defRPr>
            </a:lvl7pPr>
            <a:lvl8pPr lvl="7">
              <a:lnSpc>
                <a:spcPct val="100000"/>
              </a:lnSpc>
              <a:spcBef>
                <a:spcPts val="0"/>
              </a:spcBef>
              <a:spcAft>
                <a:spcPts val="0"/>
              </a:spcAft>
              <a:buNone/>
              <a:defRPr sz="4100">
                <a:solidFill>
                  <a:schemeClr val="accent1"/>
                </a:solidFill>
              </a:defRPr>
            </a:lvl8pPr>
            <a:lvl9pPr lvl="8">
              <a:lnSpc>
                <a:spcPct val="100000"/>
              </a:lnSpc>
              <a:spcBef>
                <a:spcPts val="0"/>
              </a:spcBef>
              <a:spcAft>
                <a:spcPts val="0"/>
              </a:spcAft>
              <a:buNone/>
              <a:defRPr sz="4100">
                <a:solidFill>
                  <a:schemeClr val="accent1"/>
                </a:solidFill>
              </a:defRPr>
            </a:lvl9pPr>
          </a:lstStyle>
          <a:p/>
        </p:txBody>
      </p:sp>
      <p:cxnSp>
        <p:nvCxnSpPr>
          <p:cNvPr id="160" name="Google Shape;160;p16"/>
          <p:cNvCxnSpPr/>
          <p:nvPr/>
        </p:nvCxnSpPr>
        <p:spPr>
          <a:xfrm rot="10800000">
            <a:off x="335825" y="4801200"/>
            <a:ext cx="0" cy="342300"/>
          </a:xfrm>
          <a:prstGeom prst="straightConnector1">
            <a:avLst/>
          </a:prstGeom>
          <a:noFill/>
          <a:ln cap="flat" cmpd="sng" w="7150">
            <a:solidFill>
              <a:srgbClr val="EE0000"/>
            </a:solidFill>
            <a:prstDash val="solid"/>
            <a:round/>
            <a:headEnd len="med" w="med" type="none"/>
            <a:tailEnd len="med" w="med" type="none"/>
          </a:ln>
        </p:spPr>
      </p:cxnSp>
      <p:sp>
        <p:nvSpPr>
          <p:cNvPr id="161" name="Google Shape;161;p16"/>
          <p:cNvSpPr txBox="1"/>
          <p:nvPr>
            <p:ph idx="1" type="subTitle"/>
          </p:nvPr>
        </p:nvSpPr>
        <p:spPr>
          <a:xfrm rot="5400000">
            <a:off x="-1603762" y="1603800"/>
            <a:ext cx="3861600" cy="654000"/>
          </a:xfrm>
          <a:prstGeom prst="rect">
            <a:avLst/>
          </a:prstGeom>
        </p:spPr>
        <p:txBody>
          <a:bodyPr anchorCtr="0" anchor="ctr" bIns="68575" lIns="377175" spcFirstLastPara="1" rIns="68575" wrap="square" tIns="68575">
            <a:noAutofit/>
          </a:bodyPr>
          <a:lstStyle>
            <a:lvl1pPr lvl="0">
              <a:lnSpc>
                <a:spcPct val="100000"/>
              </a:lnSpc>
              <a:spcBef>
                <a:spcPts val="0"/>
              </a:spcBef>
              <a:spcAft>
                <a:spcPts val="0"/>
              </a:spcAft>
              <a:buClr>
                <a:schemeClr val="lt1"/>
              </a:buClr>
              <a:buSzPts val="800"/>
              <a:buFont typeface="Red Hat Display Medium"/>
              <a:buNone/>
              <a:defRPr sz="8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9pPr>
          </a:lstStyle>
          <a:p/>
        </p:txBody>
      </p:sp>
      <p:pic>
        <p:nvPicPr>
          <p:cNvPr id="162" name="Google Shape;162;p16"/>
          <p:cNvPicPr preferRelativeResize="0"/>
          <p:nvPr/>
        </p:nvPicPr>
        <p:blipFill rotWithShape="1">
          <a:blip r:embed="rId3">
            <a:alphaModFix/>
          </a:blip>
          <a:srcRect b="317" l="0" r="0" t="327"/>
          <a:stretch/>
        </p:blipFill>
        <p:spPr>
          <a:xfrm>
            <a:off x="8033460" y="4734938"/>
            <a:ext cx="731888" cy="171091"/>
          </a:xfrm>
          <a:prstGeom prst="rect">
            <a:avLst/>
          </a:prstGeom>
          <a:noFill/>
          <a:ln>
            <a:noFill/>
          </a:ln>
        </p:spPr>
      </p:pic>
      <p:cxnSp>
        <p:nvCxnSpPr>
          <p:cNvPr id="163" name="Google Shape;163;p16"/>
          <p:cNvCxnSpPr/>
          <p:nvPr/>
        </p:nvCxnSpPr>
        <p:spPr>
          <a:xfrm>
            <a:off x="1557019" y="1240275"/>
            <a:ext cx="1043100" cy="0"/>
          </a:xfrm>
          <a:prstGeom prst="straightConnector1">
            <a:avLst/>
          </a:prstGeom>
          <a:noFill/>
          <a:ln cap="flat" cmpd="sng" w="7150">
            <a:solidFill>
              <a:srgbClr val="EE0000"/>
            </a:solidFill>
            <a:prstDash val="solid"/>
            <a:round/>
            <a:headEnd len="med" w="med" type="none"/>
            <a:tailEnd len="med" w="med" type="none"/>
          </a:ln>
        </p:spPr>
      </p:cxnSp>
      <p:sp>
        <p:nvSpPr>
          <p:cNvPr id="164" name="Google Shape;164;p16"/>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solidFill>
                  <a:srgbClr val="FFFFFF"/>
                </a:solidFill>
                <a:latin typeface="Red Hat Text Medium"/>
                <a:ea typeface="Red Hat Text Medium"/>
                <a:cs typeface="Red Hat Text Medium"/>
                <a:sym typeface="Red Hat Text Medium"/>
              </a:defRPr>
            </a:lvl1pPr>
            <a:lvl2pPr lvl="1" algn="ctr">
              <a:buNone/>
              <a:defRPr sz="600">
                <a:solidFill>
                  <a:srgbClr val="FFFFFF"/>
                </a:solidFill>
                <a:latin typeface="Red Hat Text Medium"/>
                <a:ea typeface="Red Hat Text Medium"/>
                <a:cs typeface="Red Hat Text Medium"/>
                <a:sym typeface="Red Hat Text Medium"/>
              </a:defRPr>
            </a:lvl2pPr>
            <a:lvl3pPr lvl="2" algn="ctr">
              <a:buNone/>
              <a:defRPr sz="600">
                <a:solidFill>
                  <a:srgbClr val="FFFFFF"/>
                </a:solidFill>
                <a:latin typeface="Red Hat Text Medium"/>
                <a:ea typeface="Red Hat Text Medium"/>
                <a:cs typeface="Red Hat Text Medium"/>
                <a:sym typeface="Red Hat Text Medium"/>
              </a:defRPr>
            </a:lvl3pPr>
            <a:lvl4pPr lvl="3" algn="ctr">
              <a:buNone/>
              <a:defRPr sz="600">
                <a:solidFill>
                  <a:srgbClr val="FFFFFF"/>
                </a:solidFill>
                <a:latin typeface="Red Hat Text Medium"/>
                <a:ea typeface="Red Hat Text Medium"/>
                <a:cs typeface="Red Hat Text Medium"/>
                <a:sym typeface="Red Hat Text Medium"/>
              </a:defRPr>
            </a:lvl4pPr>
            <a:lvl5pPr lvl="4" algn="ctr">
              <a:buNone/>
              <a:defRPr sz="600">
                <a:solidFill>
                  <a:srgbClr val="FFFFFF"/>
                </a:solidFill>
                <a:latin typeface="Red Hat Text Medium"/>
                <a:ea typeface="Red Hat Text Medium"/>
                <a:cs typeface="Red Hat Text Medium"/>
                <a:sym typeface="Red Hat Text Medium"/>
              </a:defRPr>
            </a:lvl5pPr>
            <a:lvl6pPr lvl="5" algn="ctr">
              <a:buNone/>
              <a:defRPr sz="600">
                <a:solidFill>
                  <a:srgbClr val="FFFFFF"/>
                </a:solidFill>
                <a:latin typeface="Red Hat Text Medium"/>
                <a:ea typeface="Red Hat Text Medium"/>
                <a:cs typeface="Red Hat Text Medium"/>
                <a:sym typeface="Red Hat Text Medium"/>
              </a:defRPr>
            </a:lvl6pPr>
            <a:lvl7pPr lvl="6" algn="ctr">
              <a:buNone/>
              <a:defRPr sz="600">
                <a:solidFill>
                  <a:srgbClr val="FFFFFF"/>
                </a:solidFill>
                <a:latin typeface="Red Hat Text Medium"/>
                <a:ea typeface="Red Hat Text Medium"/>
                <a:cs typeface="Red Hat Text Medium"/>
                <a:sym typeface="Red Hat Text Medium"/>
              </a:defRPr>
            </a:lvl7pPr>
            <a:lvl8pPr lvl="7" algn="ctr">
              <a:buNone/>
              <a:defRPr sz="600">
                <a:solidFill>
                  <a:srgbClr val="FFFFFF"/>
                </a:solidFill>
                <a:latin typeface="Red Hat Text Medium"/>
                <a:ea typeface="Red Hat Text Medium"/>
                <a:cs typeface="Red Hat Text Medium"/>
                <a:sym typeface="Red Hat Text Medium"/>
              </a:defRPr>
            </a:lvl8pPr>
            <a:lvl9pPr lvl="8" algn="ctr">
              <a:buNone/>
              <a:defRPr sz="6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5" name="Google Shape;165;p16"/>
          <p:cNvPicPr preferRelativeResize="0"/>
          <p:nvPr/>
        </p:nvPicPr>
        <p:blipFill rotWithShape="1">
          <a:blip r:embed="rId4">
            <a:alphaModFix/>
          </a:blip>
          <a:srcRect b="0" l="50787" r="11711" t="0"/>
          <a:stretch/>
        </p:blipFill>
        <p:spPr>
          <a:xfrm>
            <a:off x="6161284" y="327150"/>
            <a:ext cx="2982723" cy="4473901"/>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1">
  <p:cSld name="CUSTOM_3_2">
    <p:bg>
      <p:bgPr>
        <a:blipFill>
          <a:blip r:embed="rId2">
            <a:alphaModFix/>
          </a:blip>
          <a:stretch>
            <a:fillRect/>
          </a:stretch>
        </a:blipFill>
      </p:bgPr>
    </p:bg>
    <p:spTree>
      <p:nvGrpSpPr>
        <p:cNvPr id="166" name="Shape 166"/>
        <p:cNvGrpSpPr/>
        <p:nvPr/>
      </p:nvGrpSpPr>
      <p:grpSpPr>
        <a:xfrm>
          <a:off x="0" y="0"/>
          <a:ext cx="0" cy="0"/>
          <a:chOff x="0" y="0"/>
          <a:chExt cx="0" cy="0"/>
        </a:xfrm>
      </p:grpSpPr>
      <p:sp>
        <p:nvSpPr>
          <p:cNvPr id="167" name="Google Shape;167;p17"/>
          <p:cNvSpPr txBox="1"/>
          <p:nvPr>
            <p:ph type="title"/>
          </p:nvPr>
        </p:nvSpPr>
        <p:spPr>
          <a:xfrm>
            <a:off x="1557019" y="1412438"/>
            <a:ext cx="5994000" cy="23034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4100">
                <a:solidFill>
                  <a:schemeClr val="accent1"/>
                </a:solidFill>
              </a:defRPr>
            </a:lvl1pPr>
            <a:lvl2pPr lvl="1">
              <a:lnSpc>
                <a:spcPct val="100000"/>
              </a:lnSpc>
              <a:spcBef>
                <a:spcPts val="0"/>
              </a:spcBef>
              <a:spcAft>
                <a:spcPts val="0"/>
              </a:spcAft>
              <a:buNone/>
              <a:defRPr sz="4100">
                <a:solidFill>
                  <a:schemeClr val="accent1"/>
                </a:solidFill>
              </a:defRPr>
            </a:lvl2pPr>
            <a:lvl3pPr lvl="2">
              <a:lnSpc>
                <a:spcPct val="100000"/>
              </a:lnSpc>
              <a:spcBef>
                <a:spcPts val="0"/>
              </a:spcBef>
              <a:spcAft>
                <a:spcPts val="0"/>
              </a:spcAft>
              <a:buNone/>
              <a:defRPr sz="4100">
                <a:solidFill>
                  <a:schemeClr val="accent1"/>
                </a:solidFill>
              </a:defRPr>
            </a:lvl3pPr>
            <a:lvl4pPr lvl="3">
              <a:lnSpc>
                <a:spcPct val="100000"/>
              </a:lnSpc>
              <a:spcBef>
                <a:spcPts val="0"/>
              </a:spcBef>
              <a:spcAft>
                <a:spcPts val="0"/>
              </a:spcAft>
              <a:buNone/>
              <a:defRPr sz="4100">
                <a:solidFill>
                  <a:schemeClr val="accent1"/>
                </a:solidFill>
              </a:defRPr>
            </a:lvl4pPr>
            <a:lvl5pPr lvl="4">
              <a:lnSpc>
                <a:spcPct val="100000"/>
              </a:lnSpc>
              <a:spcBef>
                <a:spcPts val="0"/>
              </a:spcBef>
              <a:spcAft>
                <a:spcPts val="0"/>
              </a:spcAft>
              <a:buNone/>
              <a:defRPr sz="4100">
                <a:solidFill>
                  <a:schemeClr val="accent1"/>
                </a:solidFill>
              </a:defRPr>
            </a:lvl5pPr>
            <a:lvl6pPr lvl="5">
              <a:lnSpc>
                <a:spcPct val="100000"/>
              </a:lnSpc>
              <a:spcBef>
                <a:spcPts val="0"/>
              </a:spcBef>
              <a:spcAft>
                <a:spcPts val="0"/>
              </a:spcAft>
              <a:buNone/>
              <a:defRPr sz="4100">
                <a:solidFill>
                  <a:schemeClr val="accent1"/>
                </a:solidFill>
              </a:defRPr>
            </a:lvl6pPr>
            <a:lvl7pPr lvl="6">
              <a:lnSpc>
                <a:spcPct val="100000"/>
              </a:lnSpc>
              <a:spcBef>
                <a:spcPts val="0"/>
              </a:spcBef>
              <a:spcAft>
                <a:spcPts val="0"/>
              </a:spcAft>
              <a:buNone/>
              <a:defRPr sz="4100">
                <a:solidFill>
                  <a:schemeClr val="accent1"/>
                </a:solidFill>
              </a:defRPr>
            </a:lvl7pPr>
            <a:lvl8pPr lvl="7">
              <a:lnSpc>
                <a:spcPct val="100000"/>
              </a:lnSpc>
              <a:spcBef>
                <a:spcPts val="0"/>
              </a:spcBef>
              <a:spcAft>
                <a:spcPts val="0"/>
              </a:spcAft>
              <a:buNone/>
              <a:defRPr sz="4100">
                <a:solidFill>
                  <a:schemeClr val="accent1"/>
                </a:solidFill>
              </a:defRPr>
            </a:lvl8pPr>
            <a:lvl9pPr lvl="8">
              <a:lnSpc>
                <a:spcPct val="100000"/>
              </a:lnSpc>
              <a:spcBef>
                <a:spcPts val="0"/>
              </a:spcBef>
              <a:spcAft>
                <a:spcPts val="0"/>
              </a:spcAft>
              <a:buNone/>
              <a:defRPr sz="4100">
                <a:solidFill>
                  <a:schemeClr val="accent1"/>
                </a:solidFill>
              </a:defRPr>
            </a:lvl9pPr>
          </a:lstStyle>
          <a:p/>
        </p:txBody>
      </p:sp>
      <p:cxnSp>
        <p:nvCxnSpPr>
          <p:cNvPr id="168" name="Google Shape;168;p17"/>
          <p:cNvCxnSpPr/>
          <p:nvPr/>
        </p:nvCxnSpPr>
        <p:spPr>
          <a:xfrm rot="10800000">
            <a:off x="335825" y="4801200"/>
            <a:ext cx="0" cy="342300"/>
          </a:xfrm>
          <a:prstGeom prst="straightConnector1">
            <a:avLst/>
          </a:prstGeom>
          <a:noFill/>
          <a:ln cap="flat" cmpd="sng" w="7150">
            <a:solidFill>
              <a:srgbClr val="EE0000"/>
            </a:solidFill>
            <a:prstDash val="solid"/>
            <a:round/>
            <a:headEnd len="med" w="med" type="none"/>
            <a:tailEnd len="med" w="med" type="none"/>
          </a:ln>
        </p:spPr>
      </p:cxnSp>
      <p:sp>
        <p:nvSpPr>
          <p:cNvPr id="169" name="Google Shape;169;p17"/>
          <p:cNvSpPr txBox="1"/>
          <p:nvPr>
            <p:ph idx="1" type="subTitle"/>
          </p:nvPr>
        </p:nvSpPr>
        <p:spPr>
          <a:xfrm rot="5400000">
            <a:off x="-1603762" y="1603800"/>
            <a:ext cx="3861600" cy="654000"/>
          </a:xfrm>
          <a:prstGeom prst="rect">
            <a:avLst/>
          </a:prstGeom>
        </p:spPr>
        <p:txBody>
          <a:bodyPr anchorCtr="0" anchor="ctr" bIns="68575" lIns="377175" spcFirstLastPara="1" rIns="68575" wrap="square" tIns="68575">
            <a:noAutofit/>
          </a:bodyPr>
          <a:lstStyle>
            <a:lvl1pPr lvl="0">
              <a:lnSpc>
                <a:spcPct val="100000"/>
              </a:lnSpc>
              <a:spcBef>
                <a:spcPts val="0"/>
              </a:spcBef>
              <a:spcAft>
                <a:spcPts val="0"/>
              </a:spcAft>
              <a:buClr>
                <a:schemeClr val="lt1"/>
              </a:buClr>
              <a:buSzPts val="800"/>
              <a:buFont typeface="Red Hat Display Medium"/>
              <a:buNone/>
              <a:defRPr sz="8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9pPr>
          </a:lstStyle>
          <a:p/>
        </p:txBody>
      </p:sp>
      <p:pic>
        <p:nvPicPr>
          <p:cNvPr id="170" name="Google Shape;170;p17"/>
          <p:cNvPicPr preferRelativeResize="0"/>
          <p:nvPr/>
        </p:nvPicPr>
        <p:blipFill rotWithShape="1">
          <a:blip r:embed="rId3">
            <a:alphaModFix/>
          </a:blip>
          <a:srcRect b="317" l="0" r="0" t="327"/>
          <a:stretch/>
        </p:blipFill>
        <p:spPr>
          <a:xfrm>
            <a:off x="8033460" y="4734938"/>
            <a:ext cx="731888" cy="171091"/>
          </a:xfrm>
          <a:prstGeom prst="rect">
            <a:avLst/>
          </a:prstGeom>
          <a:noFill/>
          <a:ln>
            <a:noFill/>
          </a:ln>
        </p:spPr>
      </p:pic>
      <p:cxnSp>
        <p:nvCxnSpPr>
          <p:cNvPr id="171" name="Google Shape;171;p17"/>
          <p:cNvCxnSpPr/>
          <p:nvPr/>
        </p:nvCxnSpPr>
        <p:spPr>
          <a:xfrm>
            <a:off x="1557019" y="1240275"/>
            <a:ext cx="1043100" cy="0"/>
          </a:xfrm>
          <a:prstGeom prst="straightConnector1">
            <a:avLst/>
          </a:prstGeom>
          <a:noFill/>
          <a:ln cap="flat" cmpd="sng" w="7150">
            <a:solidFill>
              <a:srgbClr val="EE0000"/>
            </a:solidFill>
            <a:prstDash val="solid"/>
            <a:round/>
            <a:headEnd len="med" w="med" type="none"/>
            <a:tailEnd len="med" w="med" type="none"/>
          </a:ln>
        </p:spPr>
      </p:cxnSp>
      <p:sp>
        <p:nvSpPr>
          <p:cNvPr id="172" name="Google Shape;172;p17"/>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solidFill>
                  <a:srgbClr val="FFFFFF"/>
                </a:solidFill>
                <a:latin typeface="Red Hat Text Medium"/>
                <a:ea typeface="Red Hat Text Medium"/>
                <a:cs typeface="Red Hat Text Medium"/>
                <a:sym typeface="Red Hat Text Medium"/>
              </a:defRPr>
            </a:lvl1pPr>
            <a:lvl2pPr lvl="1" algn="ctr">
              <a:buNone/>
              <a:defRPr sz="600">
                <a:solidFill>
                  <a:srgbClr val="FFFFFF"/>
                </a:solidFill>
                <a:latin typeface="Red Hat Text Medium"/>
                <a:ea typeface="Red Hat Text Medium"/>
                <a:cs typeface="Red Hat Text Medium"/>
                <a:sym typeface="Red Hat Text Medium"/>
              </a:defRPr>
            </a:lvl2pPr>
            <a:lvl3pPr lvl="2" algn="ctr">
              <a:buNone/>
              <a:defRPr sz="600">
                <a:solidFill>
                  <a:srgbClr val="FFFFFF"/>
                </a:solidFill>
                <a:latin typeface="Red Hat Text Medium"/>
                <a:ea typeface="Red Hat Text Medium"/>
                <a:cs typeface="Red Hat Text Medium"/>
                <a:sym typeface="Red Hat Text Medium"/>
              </a:defRPr>
            </a:lvl3pPr>
            <a:lvl4pPr lvl="3" algn="ctr">
              <a:buNone/>
              <a:defRPr sz="600">
                <a:solidFill>
                  <a:srgbClr val="FFFFFF"/>
                </a:solidFill>
                <a:latin typeface="Red Hat Text Medium"/>
                <a:ea typeface="Red Hat Text Medium"/>
                <a:cs typeface="Red Hat Text Medium"/>
                <a:sym typeface="Red Hat Text Medium"/>
              </a:defRPr>
            </a:lvl4pPr>
            <a:lvl5pPr lvl="4" algn="ctr">
              <a:buNone/>
              <a:defRPr sz="600">
                <a:solidFill>
                  <a:srgbClr val="FFFFFF"/>
                </a:solidFill>
                <a:latin typeface="Red Hat Text Medium"/>
                <a:ea typeface="Red Hat Text Medium"/>
                <a:cs typeface="Red Hat Text Medium"/>
                <a:sym typeface="Red Hat Text Medium"/>
              </a:defRPr>
            </a:lvl5pPr>
            <a:lvl6pPr lvl="5" algn="ctr">
              <a:buNone/>
              <a:defRPr sz="600">
                <a:solidFill>
                  <a:srgbClr val="FFFFFF"/>
                </a:solidFill>
                <a:latin typeface="Red Hat Text Medium"/>
                <a:ea typeface="Red Hat Text Medium"/>
                <a:cs typeface="Red Hat Text Medium"/>
                <a:sym typeface="Red Hat Text Medium"/>
              </a:defRPr>
            </a:lvl6pPr>
            <a:lvl7pPr lvl="6" algn="ctr">
              <a:buNone/>
              <a:defRPr sz="600">
                <a:solidFill>
                  <a:srgbClr val="FFFFFF"/>
                </a:solidFill>
                <a:latin typeface="Red Hat Text Medium"/>
                <a:ea typeface="Red Hat Text Medium"/>
                <a:cs typeface="Red Hat Text Medium"/>
                <a:sym typeface="Red Hat Text Medium"/>
              </a:defRPr>
            </a:lvl7pPr>
            <a:lvl8pPr lvl="7" algn="ctr">
              <a:buNone/>
              <a:defRPr sz="600">
                <a:solidFill>
                  <a:srgbClr val="FFFFFF"/>
                </a:solidFill>
                <a:latin typeface="Red Hat Text Medium"/>
                <a:ea typeface="Red Hat Text Medium"/>
                <a:cs typeface="Red Hat Text Medium"/>
                <a:sym typeface="Red Hat Text Medium"/>
              </a:defRPr>
            </a:lvl8pPr>
            <a:lvl9pPr lvl="8" algn="ctr">
              <a:buNone/>
              <a:defRPr sz="6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divider">
  <p:cSld name="CUSTOM_3_1">
    <p:bg>
      <p:bgPr>
        <a:blipFill>
          <a:blip r:embed="rId2">
            <a:alphaModFix/>
          </a:blip>
          <a:stretch>
            <a:fillRect/>
          </a:stretch>
        </a:blipFill>
      </p:bgPr>
    </p:bg>
    <p:spTree>
      <p:nvGrpSpPr>
        <p:cNvPr id="173" name="Shape 173"/>
        <p:cNvGrpSpPr/>
        <p:nvPr/>
      </p:nvGrpSpPr>
      <p:grpSpPr>
        <a:xfrm>
          <a:off x="0" y="0"/>
          <a:ext cx="0" cy="0"/>
          <a:chOff x="0" y="0"/>
          <a:chExt cx="0" cy="0"/>
        </a:xfrm>
      </p:grpSpPr>
      <p:sp>
        <p:nvSpPr>
          <p:cNvPr id="174" name="Google Shape;174;p18"/>
          <p:cNvSpPr txBox="1"/>
          <p:nvPr>
            <p:ph type="title"/>
          </p:nvPr>
        </p:nvSpPr>
        <p:spPr>
          <a:xfrm>
            <a:off x="1557019" y="1412438"/>
            <a:ext cx="5994000" cy="23034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4100">
                <a:solidFill>
                  <a:schemeClr val="lt1"/>
                </a:solidFill>
              </a:defRPr>
            </a:lvl1pPr>
            <a:lvl2pPr lvl="1">
              <a:lnSpc>
                <a:spcPct val="100000"/>
              </a:lnSpc>
              <a:spcBef>
                <a:spcPts val="0"/>
              </a:spcBef>
              <a:spcAft>
                <a:spcPts val="0"/>
              </a:spcAft>
              <a:buNone/>
              <a:defRPr sz="4100">
                <a:solidFill>
                  <a:schemeClr val="lt1"/>
                </a:solidFill>
              </a:defRPr>
            </a:lvl2pPr>
            <a:lvl3pPr lvl="2">
              <a:lnSpc>
                <a:spcPct val="100000"/>
              </a:lnSpc>
              <a:spcBef>
                <a:spcPts val="0"/>
              </a:spcBef>
              <a:spcAft>
                <a:spcPts val="0"/>
              </a:spcAft>
              <a:buNone/>
              <a:defRPr sz="4100">
                <a:solidFill>
                  <a:schemeClr val="lt1"/>
                </a:solidFill>
              </a:defRPr>
            </a:lvl3pPr>
            <a:lvl4pPr lvl="3">
              <a:lnSpc>
                <a:spcPct val="100000"/>
              </a:lnSpc>
              <a:spcBef>
                <a:spcPts val="0"/>
              </a:spcBef>
              <a:spcAft>
                <a:spcPts val="0"/>
              </a:spcAft>
              <a:buNone/>
              <a:defRPr sz="4100">
                <a:solidFill>
                  <a:schemeClr val="lt1"/>
                </a:solidFill>
              </a:defRPr>
            </a:lvl4pPr>
            <a:lvl5pPr lvl="4">
              <a:lnSpc>
                <a:spcPct val="100000"/>
              </a:lnSpc>
              <a:spcBef>
                <a:spcPts val="0"/>
              </a:spcBef>
              <a:spcAft>
                <a:spcPts val="0"/>
              </a:spcAft>
              <a:buNone/>
              <a:defRPr sz="4100">
                <a:solidFill>
                  <a:schemeClr val="lt1"/>
                </a:solidFill>
              </a:defRPr>
            </a:lvl5pPr>
            <a:lvl6pPr lvl="5">
              <a:lnSpc>
                <a:spcPct val="100000"/>
              </a:lnSpc>
              <a:spcBef>
                <a:spcPts val="0"/>
              </a:spcBef>
              <a:spcAft>
                <a:spcPts val="0"/>
              </a:spcAft>
              <a:buNone/>
              <a:defRPr sz="4100">
                <a:solidFill>
                  <a:schemeClr val="lt1"/>
                </a:solidFill>
              </a:defRPr>
            </a:lvl6pPr>
            <a:lvl7pPr lvl="6">
              <a:lnSpc>
                <a:spcPct val="100000"/>
              </a:lnSpc>
              <a:spcBef>
                <a:spcPts val="0"/>
              </a:spcBef>
              <a:spcAft>
                <a:spcPts val="0"/>
              </a:spcAft>
              <a:buNone/>
              <a:defRPr sz="4100">
                <a:solidFill>
                  <a:schemeClr val="lt1"/>
                </a:solidFill>
              </a:defRPr>
            </a:lvl7pPr>
            <a:lvl8pPr lvl="7">
              <a:lnSpc>
                <a:spcPct val="100000"/>
              </a:lnSpc>
              <a:spcBef>
                <a:spcPts val="0"/>
              </a:spcBef>
              <a:spcAft>
                <a:spcPts val="0"/>
              </a:spcAft>
              <a:buNone/>
              <a:defRPr sz="4100">
                <a:solidFill>
                  <a:schemeClr val="lt1"/>
                </a:solidFill>
              </a:defRPr>
            </a:lvl8pPr>
            <a:lvl9pPr lvl="8">
              <a:lnSpc>
                <a:spcPct val="100000"/>
              </a:lnSpc>
              <a:spcBef>
                <a:spcPts val="0"/>
              </a:spcBef>
              <a:spcAft>
                <a:spcPts val="0"/>
              </a:spcAft>
              <a:buNone/>
              <a:defRPr sz="4100">
                <a:solidFill>
                  <a:schemeClr val="lt1"/>
                </a:solidFill>
              </a:defRPr>
            </a:lvl9pPr>
          </a:lstStyle>
          <a:p/>
        </p:txBody>
      </p:sp>
      <p:cxnSp>
        <p:nvCxnSpPr>
          <p:cNvPr id="175" name="Google Shape;175;p18"/>
          <p:cNvCxnSpPr/>
          <p:nvPr/>
        </p:nvCxnSpPr>
        <p:spPr>
          <a:xfrm rot="10800000">
            <a:off x="335825" y="4801200"/>
            <a:ext cx="0" cy="342300"/>
          </a:xfrm>
          <a:prstGeom prst="straightConnector1">
            <a:avLst/>
          </a:prstGeom>
          <a:noFill/>
          <a:ln cap="flat" cmpd="sng" w="7150">
            <a:solidFill>
              <a:srgbClr val="800000"/>
            </a:solidFill>
            <a:prstDash val="solid"/>
            <a:round/>
            <a:headEnd len="med" w="med" type="none"/>
            <a:tailEnd len="med" w="med" type="none"/>
          </a:ln>
        </p:spPr>
      </p:cxnSp>
      <p:pic>
        <p:nvPicPr>
          <p:cNvPr id="176" name="Google Shape;176;p18"/>
          <p:cNvPicPr preferRelativeResize="0"/>
          <p:nvPr/>
        </p:nvPicPr>
        <p:blipFill rotWithShape="1">
          <a:blip r:embed="rId3">
            <a:alphaModFix/>
          </a:blip>
          <a:srcRect b="317" l="0" r="0" t="327"/>
          <a:stretch/>
        </p:blipFill>
        <p:spPr>
          <a:xfrm>
            <a:off x="8033460" y="4734938"/>
            <a:ext cx="731888" cy="171091"/>
          </a:xfrm>
          <a:prstGeom prst="rect">
            <a:avLst/>
          </a:prstGeom>
          <a:noFill/>
          <a:ln>
            <a:noFill/>
          </a:ln>
        </p:spPr>
      </p:pic>
      <p:cxnSp>
        <p:nvCxnSpPr>
          <p:cNvPr id="177" name="Google Shape;177;p18"/>
          <p:cNvCxnSpPr/>
          <p:nvPr/>
        </p:nvCxnSpPr>
        <p:spPr>
          <a:xfrm>
            <a:off x="1557019" y="1240275"/>
            <a:ext cx="1043100" cy="0"/>
          </a:xfrm>
          <a:prstGeom prst="straightConnector1">
            <a:avLst/>
          </a:prstGeom>
          <a:noFill/>
          <a:ln cap="flat" cmpd="sng" w="7150">
            <a:solidFill>
              <a:srgbClr val="EE0000"/>
            </a:solidFill>
            <a:prstDash val="solid"/>
            <a:round/>
            <a:headEnd len="med" w="med" type="none"/>
            <a:tailEnd len="med" w="med" type="none"/>
          </a:ln>
        </p:spPr>
      </p:cxnSp>
      <p:cxnSp>
        <p:nvCxnSpPr>
          <p:cNvPr id="178" name="Google Shape;178;p18"/>
          <p:cNvCxnSpPr/>
          <p:nvPr/>
        </p:nvCxnSpPr>
        <p:spPr>
          <a:xfrm rot="10800000">
            <a:off x="335831" y="150"/>
            <a:ext cx="0" cy="664800"/>
          </a:xfrm>
          <a:prstGeom prst="straightConnector1">
            <a:avLst/>
          </a:prstGeom>
          <a:noFill/>
          <a:ln cap="flat" cmpd="sng" w="7150">
            <a:solidFill>
              <a:srgbClr val="800000"/>
            </a:solidFill>
            <a:prstDash val="solid"/>
            <a:round/>
            <a:headEnd len="med" w="med" type="none"/>
            <a:tailEnd len="med" w="med" type="none"/>
          </a:ln>
        </p:spPr>
      </p:cxnSp>
      <p:sp>
        <p:nvSpPr>
          <p:cNvPr id="179" name="Google Shape;179;p18"/>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lt1"/>
              </a:buClr>
              <a:buSzPts val="800"/>
              <a:buFont typeface="Red Hat Display Medium"/>
              <a:buNone/>
              <a:defRPr sz="8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9pPr>
          </a:lstStyle>
          <a:p/>
        </p:txBody>
      </p:sp>
      <p:sp>
        <p:nvSpPr>
          <p:cNvPr id="180" name="Google Shape;180;p18"/>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divider">
  <p:cSld name="CUSTOM_3_1_1">
    <p:bg>
      <p:bgPr>
        <a:blipFill>
          <a:blip r:embed="rId2">
            <a:alphaModFix/>
          </a:blip>
          <a:stretch>
            <a:fillRect/>
          </a:stretch>
        </a:blipFill>
      </p:bgPr>
    </p:bg>
    <p:spTree>
      <p:nvGrpSpPr>
        <p:cNvPr id="181" name="Shape 181"/>
        <p:cNvGrpSpPr/>
        <p:nvPr/>
      </p:nvGrpSpPr>
      <p:grpSpPr>
        <a:xfrm>
          <a:off x="0" y="0"/>
          <a:ext cx="0" cy="0"/>
          <a:chOff x="0" y="0"/>
          <a:chExt cx="0" cy="0"/>
        </a:xfrm>
      </p:grpSpPr>
      <p:pic>
        <p:nvPicPr>
          <p:cNvPr id="182" name="Google Shape;182;p19"/>
          <p:cNvPicPr preferRelativeResize="0"/>
          <p:nvPr/>
        </p:nvPicPr>
        <p:blipFill>
          <a:blip r:embed="rId3">
            <a:alphaModFix/>
          </a:blip>
          <a:stretch>
            <a:fillRect/>
          </a:stretch>
        </p:blipFill>
        <p:spPr>
          <a:xfrm>
            <a:off x="654044" y="0"/>
            <a:ext cx="2740019" cy="5143501"/>
          </a:xfrm>
          <a:prstGeom prst="rect">
            <a:avLst/>
          </a:prstGeom>
          <a:noFill/>
          <a:ln>
            <a:noFill/>
          </a:ln>
        </p:spPr>
      </p:pic>
      <p:sp>
        <p:nvSpPr>
          <p:cNvPr id="183" name="Google Shape;183;p19"/>
          <p:cNvSpPr txBox="1"/>
          <p:nvPr>
            <p:ph type="title"/>
          </p:nvPr>
        </p:nvSpPr>
        <p:spPr>
          <a:xfrm>
            <a:off x="4255575" y="1224713"/>
            <a:ext cx="3777900" cy="29121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4100">
                <a:solidFill>
                  <a:schemeClr val="lt1"/>
                </a:solidFill>
              </a:defRPr>
            </a:lvl1pPr>
            <a:lvl2pPr lvl="1">
              <a:lnSpc>
                <a:spcPct val="100000"/>
              </a:lnSpc>
              <a:spcBef>
                <a:spcPts val="0"/>
              </a:spcBef>
              <a:spcAft>
                <a:spcPts val="0"/>
              </a:spcAft>
              <a:buNone/>
              <a:defRPr sz="4100">
                <a:solidFill>
                  <a:schemeClr val="lt1"/>
                </a:solidFill>
              </a:defRPr>
            </a:lvl2pPr>
            <a:lvl3pPr lvl="2">
              <a:lnSpc>
                <a:spcPct val="100000"/>
              </a:lnSpc>
              <a:spcBef>
                <a:spcPts val="0"/>
              </a:spcBef>
              <a:spcAft>
                <a:spcPts val="0"/>
              </a:spcAft>
              <a:buNone/>
              <a:defRPr sz="4100">
                <a:solidFill>
                  <a:schemeClr val="lt1"/>
                </a:solidFill>
              </a:defRPr>
            </a:lvl3pPr>
            <a:lvl4pPr lvl="3">
              <a:lnSpc>
                <a:spcPct val="100000"/>
              </a:lnSpc>
              <a:spcBef>
                <a:spcPts val="0"/>
              </a:spcBef>
              <a:spcAft>
                <a:spcPts val="0"/>
              </a:spcAft>
              <a:buNone/>
              <a:defRPr sz="4100">
                <a:solidFill>
                  <a:schemeClr val="lt1"/>
                </a:solidFill>
              </a:defRPr>
            </a:lvl4pPr>
            <a:lvl5pPr lvl="4">
              <a:lnSpc>
                <a:spcPct val="100000"/>
              </a:lnSpc>
              <a:spcBef>
                <a:spcPts val="0"/>
              </a:spcBef>
              <a:spcAft>
                <a:spcPts val="0"/>
              </a:spcAft>
              <a:buNone/>
              <a:defRPr sz="4100">
                <a:solidFill>
                  <a:schemeClr val="lt1"/>
                </a:solidFill>
              </a:defRPr>
            </a:lvl5pPr>
            <a:lvl6pPr lvl="5">
              <a:lnSpc>
                <a:spcPct val="100000"/>
              </a:lnSpc>
              <a:spcBef>
                <a:spcPts val="0"/>
              </a:spcBef>
              <a:spcAft>
                <a:spcPts val="0"/>
              </a:spcAft>
              <a:buNone/>
              <a:defRPr sz="4100">
                <a:solidFill>
                  <a:schemeClr val="lt1"/>
                </a:solidFill>
              </a:defRPr>
            </a:lvl6pPr>
            <a:lvl7pPr lvl="6">
              <a:lnSpc>
                <a:spcPct val="100000"/>
              </a:lnSpc>
              <a:spcBef>
                <a:spcPts val="0"/>
              </a:spcBef>
              <a:spcAft>
                <a:spcPts val="0"/>
              </a:spcAft>
              <a:buNone/>
              <a:defRPr sz="4100">
                <a:solidFill>
                  <a:schemeClr val="lt1"/>
                </a:solidFill>
              </a:defRPr>
            </a:lvl7pPr>
            <a:lvl8pPr lvl="7">
              <a:lnSpc>
                <a:spcPct val="100000"/>
              </a:lnSpc>
              <a:spcBef>
                <a:spcPts val="0"/>
              </a:spcBef>
              <a:spcAft>
                <a:spcPts val="0"/>
              </a:spcAft>
              <a:buNone/>
              <a:defRPr sz="4100">
                <a:solidFill>
                  <a:schemeClr val="lt1"/>
                </a:solidFill>
              </a:defRPr>
            </a:lvl8pPr>
            <a:lvl9pPr lvl="8">
              <a:lnSpc>
                <a:spcPct val="100000"/>
              </a:lnSpc>
              <a:spcBef>
                <a:spcPts val="0"/>
              </a:spcBef>
              <a:spcAft>
                <a:spcPts val="0"/>
              </a:spcAft>
              <a:buNone/>
              <a:defRPr sz="4100">
                <a:solidFill>
                  <a:schemeClr val="lt1"/>
                </a:solidFill>
              </a:defRPr>
            </a:lvl9pPr>
          </a:lstStyle>
          <a:p/>
        </p:txBody>
      </p:sp>
      <p:cxnSp>
        <p:nvCxnSpPr>
          <p:cNvPr id="184" name="Google Shape;184;p19"/>
          <p:cNvCxnSpPr/>
          <p:nvPr/>
        </p:nvCxnSpPr>
        <p:spPr>
          <a:xfrm rot="10800000">
            <a:off x="335825" y="4801200"/>
            <a:ext cx="0" cy="342300"/>
          </a:xfrm>
          <a:prstGeom prst="straightConnector1">
            <a:avLst/>
          </a:prstGeom>
          <a:noFill/>
          <a:ln cap="flat" cmpd="sng" w="7150">
            <a:solidFill>
              <a:schemeClr val="lt1"/>
            </a:solidFill>
            <a:prstDash val="solid"/>
            <a:round/>
            <a:headEnd len="med" w="med" type="none"/>
            <a:tailEnd len="med" w="med" type="none"/>
          </a:ln>
        </p:spPr>
      </p:cxnSp>
      <p:sp>
        <p:nvSpPr>
          <p:cNvPr id="185" name="Google Shape;185;p19"/>
          <p:cNvSpPr txBox="1"/>
          <p:nvPr>
            <p:ph idx="1" type="subTitle"/>
          </p:nvPr>
        </p:nvSpPr>
        <p:spPr>
          <a:xfrm rot="5400000">
            <a:off x="-1603762" y="1603800"/>
            <a:ext cx="3861600" cy="654000"/>
          </a:xfrm>
          <a:prstGeom prst="rect">
            <a:avLst/>
          </a:prstGeom>
        </p:spPr>
        <p:txBody>
          <a:bodyPr anchorCtr="0" anchor="ctr" bIns="68575" lIns="377175" spcFirstLastPara="1" rIns="68575" wrap="square" tIns="68575">
            <a:noAutofit/>
          </a:bodyPr>
          <a:lstStyle>
            <a:lvl1pPr lvl="0">
              <a:lnSpc>
                <a:spcPct val="100000"/>
              </a:lnSpc>
              <a:spcBef>
                <a:spcPts val="0"/>
              </a:spcBef>
              <a:spcAft>
                <a:spcPts val="0"/>
              </a:spcAft>
              <a:buClr>
                <a:schemeClr val="lt1"/>
              </a:buClr>
              <a:buSzPts val="800"/>
              <a:buFont typeface="Red Hat Display Medium"/>
              <a:buNone/>
              <a:defRPr sz="8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9pPr>
          </a:lstStyle>
          <a:p/>
        </p:txBody>
      </p:sp>
      <p:pic>
        <p:nvPicPr>
          <p:cNvPr id="186" name="Google Shape;186;p19"/>
          <p:cNvPicPr preferRelativeResize="0"/>
          <p:nvPr/>
        </p:nvPicPr>
        <p:blipFill>
          <a:blip r:embed="rId4">
            <a:alphaModFix/>
          </a:blip>
          <a:stretch>
            <a:fillRect/>
          </a:stretch>
        </p:blipFill>
        <p:spPr>
          <a:xfrm>
            <a:off x="8033460" y="4734378"/>
            <a:ext cx="731888" cy="172209"/>
          </a:xfrm>
          <a:prstGeom prst="rect">
            <a:avLst/>
          </a:prstGeom>
          <a:noFill/>
          <a:ln>
            <a:noFill/>
          </a:ln>
        </p:spPr>
      </p:pic>
      <p:sp>
        <p:nvSpPr>
          <p:cNvPr id="187" name="Google Shape;187;p19"/>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solidFill>
                  <a:srgbClr val="FFFFFF"/>
                </a:solidFill>
                <a:latin typeface="Red Hat Text Medium"/>
                <a:ea typeface="Red Hat Text Medium"/>
                <a:cs typeface="Red Hat Text Medium"/>
                <a:sym typeface="Red Hat Text Medium"/>
              </a:defRPr>
            </a:lvl1pPr>
            <a:lvl2pPr lvl="1" algn="ctr">
              <a:buNone/>
              <a:defRPr sz="600">
                <a:solidFill>
                  <a:srgbClr val="FFFFFF"/>
                </a:solidFill>
                <a:latin typeface="Red Hat Text Medium"/>
                <a:ea typeface="Red Hat Text Medium"/>
                <a:cs typeface="Red Hat Text Medium"/>
                <a:sym typeface="Red Hat Text Medium"/>
              </a:defRPr>
            </a:lvl2pPr>
            <a:lvl3pPr lvl="2" algn="ctr">
              <a:buNone/>
              <a:defRPr sz="600">
                <a:solidFill>
                  <a:srgbClr val="FFFFFF"/>
                </a:solidFill>
                <a:latin typeface="Red Hat Text Medium"/>
                <a:ea typeface="Red Hat Text Medium"/>
                <a:cs typeface="Red Hat Text Medium"/>
                <a:sym typeface="Red Hat Text Medium"/>
              </a:defRPr>
            </a:lvl3pPr>
            <a:lvl4pPr lvl="3" algn="ctr">
              <a:buNone/>
              <a:defRPr sz="600">
                <a:solidFill>
                  <a:srgbClr val="FFFFFF"/>
                </a:solidFill>
                <a:latin typeface="Red Hat Text Medium"/>
                <a:ea typeface="Red Hat Text Medium"/>
                <a:cs typeface="Red Hat Text Medium"/>
                <a:sym typeface="Red Hat Text Medium"/>
              </a:defRPr>
            </a:lvl4pPr>
            <a:lvl5pPr lvl="4" algn="ctr">
              <a:buNone/>
              <a:defRPr sz="600">
                <a:solidFill>
                  <a:srgbClr val="FFFFFF"/>
                </a:solidFill>
                <a:latin typeface="Red Hat Text Medium"/>
                <a:ea typeface="Red Hat Text Medium"/>
                <a:cs typeface="Red Hat Text Medium"/>
                <a:sym typeface="Red Hat Text Medium"/>
              </a:defRPr>
            </a:lvl5pPr>
            <a:lvl6pPr lvl="5" algn="ctr">
              <a:buNone/>
              <a:defRPr sz="600">
                <a:solidFill>
                  <a:srgbClr val="FFFFFF"/>
                </a:solidFill>
                <a:latin typeface="Red Hat Text Medium"/>
                <a:ea typeface="Red Hat Text Medium"/>
                <a:cs typeface="Red Hat Text Medium"/>
                <a:sym typeface="Red Hat Text Medium"/>
              </a:defRPr>
            </a:lvl6pPr>
            <a:lvl7pPr lvl="6" algn="ctr">
              <a:buNone/>
              <a:defRPr sz="600">
                <a:solidFill>
                  <a:srgbClr val="FFFFFF"/>
                </a:solidFill>
                <a:latin typeface="Red Hat Text Medium"/>
                <a:ea typeface="Red Hat Text Medium"/>
                <a:cs typeface="Red Hat Text Medium"/>
                <a:sym typeface="Red Hat Text Medium"/>
              </a:defRPr>
            </a:lvl7pPr>
            <a:lvl8pPr lvl="7" algn="ctr">
              <a:buNone/>
              <a:defRPr sz="600">
                <a:solidFill>
                  <a:srgbClr val="FFFFFF"/>
                </a:solidFill>
                <a:latin typeface="Red Hat Text Medium"/>
                <a:ea typeface="Red Hat Text Medium"/>
                <a:cs typeface="Red Hat Text Medium"/>
                <a:sym typeface="Red Hat Text Medium"/>
              </a:defRPr>
            </a:lvl8pPr>
            <a:lvl9pPr lvl="8" algn="ctr">
              <a:buNone/>
              <a:defRPr sz="6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divider 1">
  <p:cSld name="CUSTOM_3_1_1_1">
    <p:bg>
      <p:bgPr>
        <a:blipFill>
          <a:blip r:embed="rId2">
            <a:alphaModFix/>
          </a:blip>
          <a:stretch>
            <a:fillRect/>
          </a:stretch>
        </a:blipFill>
      </p:bgPr>
    </p:bg>
    <p:spTree>
      <p:nvGrpSpPr>
        <p:cNvPr id="188" name="Shape 188"/>
        <p:cNvGrpSpPr/>
        <p:nvPr/>
      </p:nvGrpSpPr>
      <p:grpSpPr>
        <a:xfrm>
          <a:off x="0" y="0"/>
          <a:ext cx="0" cy="0"/>
          <a:chOff x="0" y="0"/>
          <a:chExt cx="0" cy="0"/>
        </a:xfrm>
      </p:grpSpPr>
      <p:pic>
        <p:nvPicPr>
          <p:cNvPr id="189" name="Google Shape;189;p20"/>
          <p:cNvPicPr preferRelativeResize="0"/>
          <p:nvPr/>
        </p:nvPicPr>
        <p:blipFill>
          <a:blip r:embed="rId3">
            <a:alphaModFix/>
          </a:blip>
          <a:stretch>
            <a:fillRect/>
          </a:stretch>
        </p:blipFill>
        <p:spPr>
          <a:xfrm>
            <a:off x="654044" y="0"/>
            <a:ext cx="2740019" cy="5143501"/>
          </a:xfrm>
          <a:prstGeom prst="rect">
            <a:avLst/>
          </a:prstGeom>
          <a:noFill/>
          <a:ln>
            <a:noFill/>
          </a:ln>
        </p:spPr>
      </p:pic>
      <p:sp>
        <p:nvSpPr>
          <p:cNvPr id="190" name="Google Shape;190;p20"/>
          <p:cNvSpPr txBox="1"/>
          <p:nvPr>
            <p:ph type="title"/>
          </p:nvPr>
        </p:nvSpPr>
        <p:spPr>
          <a:xfrm>
            <a:off x="4255575" y="1224713"/>
            <a:ext cx="3777900" cy="29121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4100">
                <a:solidFill>
                  <a:schemeClr val="lt1"/>
                </a:solidFill>
              </a:defRPr>
            </a:lvl1pPr>
            <a:lvl2pPr lvl="1">
              <a:lnSpc>
                <a:spcPct val="100000"/>
              </a:lnSpc>
              <a:spcBef>
                <a:spcPts val="0"/>
              </a:spcBef>
              <a:spcAft>
                <a:spcPts val="0"/>
              </a:spcAft>
              <a:buNone/>
              <a:defRPr sz="4100">
                <a:solidFill>
                  <a:schemeClr val="lt1"/>
                </a:solidFill>
              </a:defRPr>
            </a:lvl2pPr>
            <a:lvl3pPr lvl="2">
              <a:lnSpc>
                <a:spcPct val="100000"/>
              </a:lnSpc>
              <a:spcBef>
                <a:spcPts val="0"/>
              </a:spcBef>
              <a:spcAft>
                <a:spcPts val="0"/>
              </a:spcAft>
              <a:buNone/>
              <a:defRPr sz="4100">
                <a:solidFill>
                  <a:schemeClr val="lt1"/>
                </a:solidFill>
              </a:defRPr>
            </a:lvl3pPr>
            <a:lvl4pPr lvl="3">
              <a:lnSpc>
                <a:spcPct val="100000"/>
              </a:lnSpc>
              <a:spcBef>
                <a:spcPts val="0"/>
              </a:spcBef>
              <a:spcAft>
                <a:spcPts val="0"/>
              </a:spcAft>
              <a:buNone/>
              <a:defRPr sz="4100">
                <a:solidFill>
                  <a:schemeClr val="lt1"/>
                </a:solidFill>
              </a:defRPr>
            </a:lvl4pPr>
            <a:lvl5pPr lvl="4">
              <a:lnSpc>
                <a:spcPct val="100000"/>
              </a:lnSpc>
              <a:spcBef>
                <a:spcPts val="0"/>
              </a:spcBef>
              <a:spcAft>
                <a:spcPts val="0"/>
              </a:spcAft>
              <a:buNone/>
              <a:defRPr sz="4100">
                <a:solidFill>
                  <a:schemeClr val="lt1"/>
                </a:solidFill>
              </a:defRPr>
            </a:lvl5pPr>
            <a:lvl6pPr lvl="5">
              <a:lnSpc>
                <a:spcPct val="100000"/>
              </a:lnSpc>
              <a:spcBef>
                <a:spcPts val="0"/>
              </a:spcBef>
              <a:spcAft>
                <a:spcPts val="0"/>
              </a:spcAft>
              <a:buNone/>
              <a:defRPr sz="4100">
                <a:solidFill>
                  <a:schemeClr val="lt1"/>
                </a:solidFill>
              </a:defRPr>
            </a:lvl6pPr>
            <a:lvl7pPr lvl="6">
              <a:lnSpc>
                <a:spcPct val="100000"/>
              </a:lnSpc>
              <a:spcBef>
                <a:spcPts val="0"/>
              </a:spcBef>
              <a:spcAft>
                <a:spcPts val="0"/>
              </a:spcAft>
              <a:buNone/>
              <a:defRPr sz="4100">
                <a:solidFill>
                  <a:schemeClr val="lt1"/>
                </a:solidFill>
              </a:defRPr>
            </a:lvl7pPr>
            <a:lvl8pPr lvl="7">
              <a:lnSpc>
                <a:spcPct val="100000"/>
              </a:lnSpc>
              <a:spcBef>
                <a:spcPts val="0"/>
              </a:spcBef>
              <a:spcAft>
                <a:spcPts val="0"/>
              </a:spcAft>
              <a:buNone/>
              <a:defRPr sz="4100">
                <a:solidFill>
                  <a:schemeClr val="lt1"/>
                </a:solidFill>
              </a:defRPr>
            </a:lvl8pPr>
            <a:lvl9pPr lvl="8">
              <a:lnSpc>
                <a:spcPct val="100000"/>
              </a:lnSpc>
              <a:spcBef>
                <a:spcPts val="0"/>
              </a:spcBef>
              <a:spcAft>
                <a:spcPts val="0"/>
              </a:spcAft>
              <a:buNone/>
              <a:defRPr sz="4100">
                <a:solidFill>
                  <a:schemeClr val="lt1"/>
                </a:solidFill>
              </a:defRPr>
            </a:lvl9pPr>
          </a:lstStyle>
          <a:p/>
        </p:txBody>
      </p:sp>
      <p:cxnSp>
        <p:nvCxnSpPr>
          <p:cNvPr id="191" name="Google Shape;191;p20"/>
          <p:cNvCxnSpPr/>
          <p:nvPr/>
        </p:nvCxnSpPr>
        <p:spPr>
          <a:xfrm rot="10800000">
            <a:off x="335825" y="4801200"/>
            <a:ext cx="0" cy="342300"/>
          </a:xfrm>
          <a:prstGeom prst="straightConnector1">
            <a:avLst/>
          </a:prstGeom>
          <a:noFill/>
          <a:ln cap="flat" cmpd="sng" w="7150">
            <a:solidFill>
              <a:schemeClr val="lt1"/>
            </a:solidFill>
            <a:prstDash val="solid"/>
            <a:round/>
            <a:headEnd len="med" w="med" type="none"/>
            <a:tailEnd len="med" w="med" type="none"/>
          </a:ln>
        </p:spPr>
      </p:cxnSp>
      <p:sp>
        <p:nvSpPr>
          <p:cNvPr id="192" name="Google Shape;192;p20"/>
          <p:cNvSpPr txBox="1"/>
          <p:nvPr>
            <p:ph idx="1" type="subTitle"/>
          </p:nvPr>
        </p:nvSpPr>
        <p:spPr>
          <a:xfrm rot="5400000">
            <a:off x="-1603762" y="1603800"/>
            <a:ext cx="3861600" cy="654000"/>
          </a:xfrm>
          <a:prstGeom prst="rect">
            <a:avLst/>
          </a:prstGeom>
        </p:spPr>
        <p:txBody>
          <a:bodyPr anchorCtr="0" anchor="ctr" bIns="68575" lIns="377175" spcFirstLastPara="1" rIns="68575" wrap="square" tIns="68575">
            <a:noAutofit/>
          </a:bodyPr>
          <a:lstStyle>
            <a:lvl1pPr lvl="0">
              <a:lnSpc>
                <a:spcPct val="100000"/>
              </a:lnSpc>
              <a:spcBef>
                <a:spcPts val="0"/>
              </a:spcBef>
              <a:spcAft>
                <a:spcPts val="0"/>
              </a:spcAft>
              <a:buClr>
                <a:schemeClr val="lt1"/>
              </a:buClr>
              <a:buSzPts val="800"/>
              <a:buFont typeface="Red Hat Display Medium"/>
              <a:buNone/>
              <a:defRPr sz="8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9pPr>
          </a:lstStyle>
          <a:p/>
        </p:txBody>
      </p:sp>
      <p:pic>
        <p:nvPicPr>
          <p:cNvPr id="193" name="Google Shape;193;p20"/>
          <p:cNvPicPr preferRelativeResize="0"/>
          <p:nvPr/>
        </p:nvPicPr>
        <p:blipFill>
          <a:blip r:embed="rId4">
            <a:alphaModFix/>
          </a:blip>
          <a:stretch>
            <a:fillRect/>
          </a:stretch>
        </p:blipFill>
        <p:spPr>
          <a:xfrm>
            <a:off x="8033460" y="4734378"/>
            <a:ext cx="731888" cy="172209"/>
          </a:xfrm>
          <a:prstGeom prst="rect">
            <a:avLst/>
          </a:prstGeom>
          <a:noFill/>
          <a:ln>
            <a:noFill/>
          </a:ln>
        </p:spPr>
      </p:pic>
      <p:sp>
        <p:nvSpPr>
          <p:cNvPr id="194" name="Google Shape;194;p20"/>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solidFill>
                  <a:srgbClr val="FFFFFF"/>
                </a:solidFill>
                <a:latin typeface="Red Hat Text Medium"/>
                <a:ea typeface="Red Hat Text Medium"/>
                <a:cs typeface="Red Hat Text Medium"/>
                <a:sym typeface="Red Hat Text Medium"/>
              </a:defRPr>
            </a:lvl1pPr>
            <a:lvl2pPr lvl="1" algn="ctr">
              <a:buNone/>
              <a:defRPr sz="600">
                <a:solidFill>
                  <a:srgbClr val="FFFFFF"/>
                </a:solidFill>
                <a:latin typeface="Red Hat Text Medium"/>
                <a:ea typeface="Red Hat Text Medium"/>
                <a:cs typeface="Red Hat Text Medium"/>
                <a:sym typeface="Red Hat Text Medium"/>
              </a:defRPr>
            </a:lvl2pPr>
            <a:lvl3pPr lvl="2" algn="ctr">
              <a:buNone/>
              <a:defRPr sz="600">
                <a:solidFill>
                  <a:srgbClr val="FFFFFF"/>
                </a:solidFill>
                <a:latin typeface="Red Hat Text Medium"/>
                <a:ea typeface="Red Hat Text Medium"/>
                <a:cs typeface="Red Hat Text Medium"/>
                <a:sym typeface="Red Hat Text Medium"/>
              </a:defRPr>
            </a:lvl3pPr>
            <a:lvl4pPr lvl="3" algn="ctr">
              <a:buNone/>
              <a:defRPr sz="600">
                <a:solidFill>
                  <a:srgbClr val="FFFFFF"/>
                </a:solidFill>
                <a:latin typeface="Red Hat Text Medium"/>
                <a:ea typeface="Red Hat Text Medium"/>
                <a:cs typeface="Red Hat Text Medium"/>
                <a:sym typeface="Red Hat Text Medium"/>
              </a:defRPr>
            </a:lvl4pPr>
            <a:lvl5pPr lvl="4" algn="ctr">
              <a:buNone/>
              <a:defRPr sz="600">
                <a:solidFill>
                  <a:srgbClr val="FFFFFF"/>
                </a:solidFill>
                <a:latin typeface="Red Hat Text Medium"/>
                <a:ea typeface="Red Hat Text Medium"/>
                <a:cs typeface="Red Hat Text Medium"/>
                <a:sym typeface="Red Hat Text Medium"/>
              </a:defRPr>
            </a:lvl5pPr>
            <a:lvl6pPr lvl="5" algn="ctr">
              <a:buNone/>
              <a:defRPr sz="600">
                <a:solidFill>
                  <a:srgbClr val="FFFFFF"/>
                </a:solidFill>
                <a:latin typeface="Red Hat Text Medium"/>
                <a:ea typeface="Red Hat Text Medium"/>
                <a:cs typeface="Red Hat Text Medium"/>
                <a:sym typeface="Red Hat Text Medium"/>
              </a:defRPr>
            </a:lvl6pPr>
            <a:lvl7pPr lvl="6" algn="ctr">
              <a:buNone/>
              <a:defRPr sz="600">
                <a:solidFill>
                  <a:srgbClr val="FFFFFF"/>
                </a:solidFill>
                <a:latin typeface="Red Hat Text Medium"/>
                <a:ea typeface="Red Hat Text Medium"/>
                <a:cs typeface="Red Hat Text Medium"/>
                <a:sym typeface="Red Hat Text Medium"/>
              </a:defRPr>
            </a:lvl7pPr>
            <a:lvl8pPr lvl="7" algn="ctr">
              <a:buNone/>
              <a:defRPr sz="600">
                <a:solidFill>
                  <a:srgbClr val="FFFFFF"/>
                </a:solidFill>
                <a:latin typeface="Red Hat Text Medium"/>
                <a:ea typeface="Red Hat Text Medium"/>
                <a:cs typeface="Red Hat Text Medium"/>
                <a:sym typeface="Red Hat Text Medium"/>
              </a:defRPr>
            </a:lvl8pPr>
            <a:lvl9pPr lvl="8" algn="ctr">
              <a:buNone/>
              <a:defRPr sz="6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p:cSld name="CUSTOM_4">
    <p:spTree>
      <p:nvGrpSpPr>
        <p:cNvPr id="195" name="Shape 195"/>
        <p:cNvGrpSpPr/>
        <p:nvPr/>
      </p:nvGrpSpPr>
      <p:grpSpPr>
        <a:xfrm>
          <a:off x="0" y="0"/>
          <a:ext cx="0" cy="0"/>
          <a:chOff x="0" y="0"/>
          <a:chExt cx="0" cy="0"/>
        </a:xfrm>
      </p:grpSpPr>
      <p:sp>
        <p:nvSpPr>
          <p:cNvPr id="196" name="Google Shape;196;p21"/>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9pPr>
          </a:lstStyle>
          <a:p/>
        </p:txBody>
      </p:sp>
      <p:cxnSp>
        <p:nvCxnSpPr>
          <p:cNvPr id="197" name="Google Shape;197;p21"/>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198" name="Google Shape;198;p21"/>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199" name="Google Shape;199;p21"/>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00" name="Google Shape;200;p21"/>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201" name="Google Shape;201;p21"/>
          <p:cNvSpPr txBox="1"/>
          <p:nvPr>
            <p:ph idx="2"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202" name="Google Shape;202;p21"/>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203" name="Google Shape;203;p21"/>
          <p:cNvSpPr txBox="1"/>
          <p:nvPr>
            <p:ph idx="3"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hevrons">
  <p:cSld name="CUSTOM_4_20">
    <p:spTree>
      <p:nvGrpSpPr>
        <p:cNvPr id="204" name="Shape 204"/>
        <p:cNvGrpSpPr/>
        <p:nvPr/>
      </p:nvGrpSpPr>
      <p:grpSpPr>
        <a:xfrm>
          <a:off x="0" y="0"/>
          <a:ext cx="0" cy="0"/>
          <a:chOff x="0" y="0"/>
          <a:chExt cx="0" cy="0"/>
        </a:xfrm>
      </p:grpSpPr>
      <p:sp>
        <p:nvSpPr>
          <p:cNvPr id="205" name="Google Shape;205;p22"/>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cxnSp>
        <p:nvCxnSpPr>
          <p:cNvPr id="206" name="Google Shape;206;p22"/>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207" name="Google Shape;207;p22"/>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208" name="Google Shape;208;p22"/>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09" name="Google Shape;209;p22"/>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210" name="Google Shape;210;p22"/>
          <p:cNvSpPr txBox="1"/>
          <p:nvPr>
            <p:ph idx="2"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211" name="Google Shape;211;p22"/>
          <p:cNvSpPr/>
          <p:nvPr/>
        </p:nvSpPr>
        <p:spPr>
          <a:xfrm>
            <a:off x="2926125" y="1855228"/>
            <a:ext cx="3291900" cy="2026800"/>
          </a:xfrm>
          <a:prstGeom prst="chevron">
            <a:avLst>
              <a:gd fmla="val 27319" name="adj"/>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2" name="Google Shape;212;p22"/>
          <p:cNvSpPr/>
          <p:nvPr/>
        </p:nvSpPr>
        <p:spPr>
          <a:xfrm>
            <a:off x="5852250" y="1855238"/>
            <a:ext cx="3291900" cy="2026800"/>
          </a:xfrm>
          <a:prstGeom prst="chevron">
            <a:avLst>
              <a:gd fmla="val 27319" name="adj"/>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3" name="Google Shape;213;p22"/>
          <p:cNvSpPr/>
          <p:nvPr/>
        </p:nvSpPr>
        <p:spPr>
          <a:xfrm>
            <a:off x="0" y="1855238"/>
            <a:ext cx="3291900" cy="2026800"/>
          </a:xfrm>
          <a:prstGeom prst="chevron">
            <a:avLst>
              <a:gd fmla="val 27319" name="adj"/>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4" name="Google Shape;214;p22"/>
          <p:cNvSpPr/>
          <p:nvPr/>
        </p:nvSpPr>
        <p:spPr>
          <a:xfrm>
            <a:off x="0" y="1855228"/>
            <a:ext cx="840300" cy="20268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5" name="Google Shape;215;p22"/>
          <p:cNvSpPr/>
          <p:nvPr/>
        </p:nvSpPr>
        <p:spPr>
          <a:xfrm>
            <a:off x="8303625" y="1855228"/>
            <a:ext cx="840300" cy="20268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6" name="Google Shape;216;p22"/>
          <p:cNvSpPr txBox="1"/>
          <p:nvPr>
            <p:ph idx="3" type="subTitle"/>
          </p:nvPr>
        </p:nvSpPr>
        <p:spPr>
          <a:xfrm>
            <a:off x="2926125" y="1855238"/>
            <a:ext cx="3291900" cy="2026800"/>
          </a:xfrm>
          <a:prstGeom prst="rect">
            <a:avLst/>
          </a:prstGeom>
        </p:spPr>
        <p:txBody>
          <a:bodyPr anchorCtr="0" anchor="ctr" bIns="0" lIns="822950" spcFirstLastPara="1" rIns="342900" wrap="square" tIns="68575">
            <a:noAutofit/>
          </a:bodyPr>
          <a:lstStyle>
            <a:lvl1pPr lvl="0">
              <a:lnSpc>
                <a:spcPct val="115000"/>
              </a:lnSpc>
              <a:spcBef>
                <a:spcPts val="0"/>
              </a:spcBef>
              <a:spcAft>
                <a:spcPts val="0"/>
              </a:spcAft>
              <a:buNone/>
              <a:defRPr/>
            </a:lvl1pPr>
            <a:lvl2pPr lvl="1">
              <a:lnSpc>
                <a:spcPct val="115000"/>
              </a:lnSpc>
              <a:spcBef>
                <a:spcPts val="800"/>
              </a:spcBef>
              <a:spcAft>
                <a:spcPts val="0"/>
              </a:spcAft>
              <a:buNone/>
              <a:defRPr/>
            </a:lvl2pPr>
            <a:lvl3pPr lvl="2">
              <a:lnSpc>
                <a:spcPct val="115000"/>
              </a:lnSpc>
              <a:spcBef>
                <a:spcPts val="800"/>
              </a:spcBef>
              <a:spcAft>
                <a:spcPts val="0"/>
              </a:spcAft>
              <a:buNone/>
              <a:defRPr/>
            </a:lvl3pPr>
            <a:lvl4pPr lvl="3">
              <a:lnSpc>
                <a:spcPct val="115000"/>
              </a:lnSpc>
              <a:spcBef>
                <a:spcPts val="800"/>
              </a:spcBef>
              <a:spcAft>
                <a:spcPts val="0"/>
              </a:spcAft>
              <a:buNone/>
              <a:defRPr/>
            </a:lvl4pPr>
            <a:lvl5pPr lvl="4">
              <a:lnSpc>
                <a:spcPct val="115000"/>
              </a:lnSpc>
              <a:spcBef>
                <a:spcPts val="800"/>
              </a:spcBef>
              <a:spcAft>
                <a:spcPts val="0"/>
              </a:spcAft>
              <a:buNone/>
              <a:defRPr/>
            </a:lvl5pPr>
            <a:lvl6pPr lvl="5">
              <a:lnSpc>
                <a:spcPct val="115000"/>
              </a:lnSpc>
              <a:spcBef>
                <a:spcPts val="800"/>
              </a:spcBef>
              <a:spcAft>
                <a:spcPts val="0"/>
              </a:spcAft>
              <a:buNone/>
              <a:defRPr/>
            </a:lvl6pPr>
            <a:lvl7pPr lvl="6">
              <a:lnSpc>
                <a:spcPct val="115000"/>
              </a:lnSpc>
              <a:spcBef>
                <a:spcPts val="800"/>
              </a:spcBef>
              <a:spcAft>
                <a:spcPts val="0"/>
              </a:spcAft>
              <a:buNone/>
              <a:defRPr/>
            </a:lvl7pPr>
            <a:lvl8pPr lvl="7">
              <a:lnSpc>
                <a:spcPct val="115000"/>
              </a:lnSpc>
              <a:spcBef>
                <a:spcPts val="800"/>
              </a:spcBef>
              <a:spcAft>
                <a:spcPts val="0"/>
              </a:spcAft>
              <a:buNone/>
              <a:defRPr/>
            </a:lvl8pPr>
            <a:lvl9pPr lvl="8">
              <a:lnSpc>
                <a:spcPct val="115000"/>
              </a:lnSpc>
              <a:spcBef>
                <a:spcPts val="800"/>
              </a:spcBef>
              <a:spcAft>
                <a:spcPts val="800"/>
              </a:spcAft>
              <a:buNone/>
              <a:defRPr/>
            </a:lvl9pPr>
          </a:lstStyle>
          <a:p/>
        </p:txBody>
      </p:sp>
      <p:sp>
        <p:nvSpPr>
          <p:cNvPr id="217" name="Google Shape;217;p22"/>
          <p:cNvSpPr txBox="1"/>
          <p:nvPr>
            <p:ph idx="4" type="subTitle"/>
          </p:nvPr>
        </p:nvSpPr>
        <p:spPr>
          <a:xfrm>
            <a:off x="0" y="1855238"/>
            <a:ext cx="3291900" cy="2026800"/>
          </a:xfrm>
          <a:prstGeom prst="rect">
            <a:avLst/>
          </a:prstGeom>
        </p:spPr>
        <p:txBody>
          <a:bodyPr anchorCtr="0" anchor="ctr" bIns="0" lIns="651500" spcFirstLastPara="1" rIns="548625" wrap="square" tIns="68575">
            <a:noAutofit/>
          </a:bodyPr>
          <a:lstStyle>
            <a:lvl1pPr lvl="0">
              <a:lnSpc>
                <a:spcPct val="115000"/>
              </a:lnSpc>
              <a:spcBef>
                <a:spcPts val="0"/>
              </a:spcBef>
              <a:spcAft>
                <a:spcPts val="0"/>
              </a:spcAft>
              <a:buNone/>
              <a:defRPr/>
            </a:lvl1pPr>
            <a:lvl2pPr lvl="1">
              <a:lnSpc>
                <a:spcPct val="115000"/>
              </a:lnSpc>
              <a:spcBef>
                <a:spcPts val="800"/>
              </a:spcBef>
              <a:spcAft>
                <a:spcPts val="0"/>
              </a:spcAft>
              <a:buNone/>
              <a:defRPr/>
            </a:lvl2pPr>
            <a:lvl3pPr lvl="2">
              <a:lnSpc>
                <a:spcPct val="115000"/>
              </a:lnSpc>
              <a:spcBef>
                <a:spcPts val="800"/>
              </a:spcBef>
              <a:spcAft>
                <a:spcPts val="0"/>
              </a:spcAft>
              <a:buNone/>
              <a:defRPr/>
            </a:lvl3pPr>
            <a:lvl4pPr lvl="3">
              <a:lnSpc>
                <a:spcPct val="115000"/>
              </a:lnSpc>
              <a:spcBef>
                <a:spcPts val="800"/>
              </a:spcBef>
              <a:spcAft>
                <a:spcPts val="0"/>
              </a:spcAft>
              <a:buNone/>
              <a:defRPr/>
            </a:lvl4pPr>
            <a:lvl5pPr lvl="4">
              <a:lnSpc>
                <a:spcPct val="115000"/>
              </a:lnSpc>
              <a:spcBef>
                <a:spcPts val="800"/>
              </a:spcBef>
              <a:spcAft>
                <a:spcPts val="0"/>
              </a:spcAft>
              <a:buNone/>
              <a:defRPr/>
            </a:lvl5pPr>
            <a:lvl6pPr lvl="5">
              <a:lnSpc>
                <a:spcPct val="115000"/>
              </a:lnSpc>
              <a:spcBef>
                <a:spcPts val="800"/>
              </a:spcBef>
              <a:spcAft>
                <a:spcPts val="0"/>
              </a:spcAft>
              <a:buNone/>
              <a:defRPr/>
            </a:lvl6pPr>
            <a:lvl7pPr lvl="6">
              <a:lnSpc>
                <a:spcPct val="115000"/>
              </a:lnSpc>
              <a:spcBef>
                <a:spcPts val="800"/>
              </a:spcBef>
              <a:spcAft>
                <a:spcPts val="0"/>
              </a:spcAft>
              <a:buNone/>
              <a:defRPr/>
            </a:lvl7pPr>
            <a:lvl8pPr lvl="7">
              <a:lnSpc>
                <a:spcPct val="115000"/>
              </a:lnSpc>
              <a:spcBef>
                <a:spcPts val="800"/>
              </a:spcBef>
              <a:spcAft>
                <a:spcPts val="0"/>
              </a:spcAft>
              <a:buNone/>
              <a:defRPr/>
            </a:lvl8pPr>
            <a:lvl9pPr lvl="8">
              <a:lnSpc>
                <a:spcPct val="115000"/>
              </a:lnSpc>
              <a:spcBef>
                <a:spcPts val="800"/>
              </a:spcBef>
              <a:spcAft>
                <a:spcPts val="800"/>
              </a:spcAft>
              <a:buNone/>
              <a:defRPr/>
            </a:lvl9pPr>
          </a:lstStyle>
          <a:p/>
        </p:txBody>
      </p:sp>
      <p:sp>
        <p:nvSpPr>
          <p:cNvPr id="218" name="Google Shape;218;p22"/>
          <p:cNvSpPr txBox="1"/>
          <p:nvPr>
            <p:ph idx="5" type="subTitle"/>
          </p:nvPr>
        </p:nvSpPr>
        <p:spPr>
          <a:xfrm>
            <a:off x="5852250" y="1855238"/>
            <a:ext cx="3291900" cy="2026800"/>
          </a:xfrm>
          <a:prstGeom prst="rect">
            <a:avLst/>
          </a:prstGeom>
        </p:spPr>
        <p:txBody>
          <a:bodyPr anchorCtr="0" anchor="ctr" bIns="0" lIns="822950" spcFirstLastPara="1" rIns="342900" wrap="square" tIns="68575">
            <a:noAutofit/>
          </a:bodyPr>
          <a:lstStyle>
            <a:lvl1pPr lvl="0">
              <a:lnSpc>
                <a:spcPct val="115000"/>
              </a:lnSpc>
              <a:spcBef>
                <a:spcPts val="0"/>
              </a:spcBef>
              <a:spcAft>
                <a:spcPts val="0"/>
              </a:spcAft>
              <a:buNone/>
              <a:defRPr/>
            </a:lvl1pPr>
            <a:lvl2pPr lvl="1">
              <a:lnSpc>
                <a:spcPct val="115000"/>
              </a:lnSpc>
              <a:spcBef>
                <a:spcPts val="800"/>
              </a:spcBef>
              <a:spcAft>
                <a:spcPts val="0"/>
              </a:spcAft>
              <a:buNone/>
              <a:defRPr/>
            </a:lvl2pPr>
            <a:lvl3pPr lvl="2">
              <a:lnSpc>
                <a:spcPct val="115000"/>
              </a:lnSpc>
              <a:spcBef>
                <a:spcPts val="800"/>
              </a:spcBef>
              <a:spcAft>
                <a:spcPts val="0"/>
              </a:spcAft>
              <a:buNone/>
              <a:defRPr/>
            </a:lvl3pPr>
            <a:lvl4pPr lvl="3">
              <a:lnSpc>
                <a:spcPct val="115000"/>
              </a:lnSpc>
              <a:spcBef>
                <a:spcPts val="800"/>
              </a:spcBef>
              <a:spcAft>
                <a:spcPts val="0"/>
              </a:spcAft>
              <a:buNone/>
              <a:defRPr/>
            </a:lvl4pPr>
            <a:lvl5pPr lvl="4">
              <a:lnSpc>
                <a:spcPct val="115000"/>
              </a:lnSpc>
              <a:spcBef>
                <a:spcPts val="800"/>
              </a:spcBef>
              <a:spcAft>
                <a:spcPts val="0"/>
              </a:spcAft>
              <a:buNone/>
              <a:defRPr/>
            </a:lvl5pPr>
            <a:lvl6pPr lvl="5">
              <a:lnSpc>
                <a:spcPct val="115000"/>
              </a:lnSpc>
              <a:spcBef>
                <a:spcPts val="800"/>
              </a:spcBef>
              <a:spcAft>
                <a:spcPts val="0"/>
              </a:spcAft>
              <a:buNone/>
              <a:defRPr/>
            </a:lvl6pPr>
            <a:lvl7pPr lvl="6">
              <a:lnSpc>
                <a:spcPct val="115000"/>
              </a:lnSpc>
              <a:spcBef>
                <a:spcPts val="800"/>
              </a:spcBef>
              <a:spcAft>
                <a:spcPts val="0"/>
              </a:spcAft>
              <a:buNone/>
              <a:defRPr/>
            </a:lvl7pPr>
            <a:lvl8pPr lvl="7">
              <a:lnSpc>
                <a:spcPct val="115000"/>
              </a:lnSpc>
              <a:spcBef>
                <a:spcPts val="800"/>
              </a:spcBef>
              <a:spcAft>
                <a:spcPts val="0"/>
              </a:spcAft>
              <a:buNone/>
              <a:defRPr/>
            </a:lvl8pPr>
            <a:lvl9pPr lvl="8">
              <a:lnSpc>
                <a:spcPct val="115000"/>
              </a:lnSpc>
              <a:spcBef>
                <a:spcPts val="800"/>
              </a:spcBef>
              <a:spcAft>
                <a:spcPts val="800"/>
              </a:spcAft>
              <a:buNone/>
              <a:defRPr/>
            </a:lvl9pPr>
          </a:lstStyle>
          <a:p/>
        </p:txBody>
      </p:sp>
      <p:sp>
        <p:nvSpPr>
          <p:cNvPr id="219" name="Google Shape;219;p22"/>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220" name="Google Shape;220;p22"/>
          <p:cNvSpPr txBox="1"/>
          <p:nvPr>
            <p:ph idx="6"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chevrons">
  <p:cSld name="CUSTOM_4_20_1">
    <p:spTree>
      <p:nvGrpSpPr>
        <p:cNvPr id="221" name="Shape 221"/>
        <p:cNvGrpSpPr/>
        <p:nvPr/>
      </p:nvGrpSpPr>
      <p:grpSpPr>
        <a:xfrm>
          <a:off x="0" y="0"/>
          <a:ext cx="0" cy="0"/>
          <a:chOff x="0" y="0"/>
          <a:chExt cx="0" cy="0"/>
        </a:xfrm>
      </p:grpSpPr>
      <p:cxnSp>
        <p:nvCxnSpPr>
          <p:cNvPr id="222" name="Google Shape;222;p23"/>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223" name="Google Shape;223;p23"/>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224" name="Google Shape;224;p23"/>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25" name="Google Shape;225;p23"/>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226" name="Google Shape;226;p23"/>
          <p:cNvSpPr txBox="1"/>
          <p:nvPr>
            <p:ph idx="1"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227" name="Google Shape;227;p23"/>
          <p:cNvSpPr/>
          <p:nvPr/>
        </p:nvSpPr>
        <p:spPr>
          <a:xfrm>
            <a:off x="0" y="1855228"/>
            <a:ext cx="840300" cy="20268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8" name="Google Shape;228;p23"/>
          <p:cNvSpPr/>
          <p:nvPr/>
        </p:nvSpPr>
        <p:spPr>
          <a:xfrm>
            <a:off x="8303625" y="1855228"/>
            <a:ext cx="840300" cy="20268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9" name="Google Shape;229;p23"/>
          <p:cNvSpPr/>
          <p:nvPr/>
        </p:nvSpPr>
        <p:spPr>
          <a:xfrm>
            <a:off x="4397850" y="1855238"/>
            <a:ext cx="4746300" cy="2026800"/>
          </a:xfrm>
          <a:prstGeom prst="chevron">
            <a:avLst>
              <a:gd fmla="val 27319" name="adj"/>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0" name="Google Shape;230;p23"/>
          <p:cNvSpPr/>
          <p:nvPr/>
        </p:nvSpPr>
        <p:spPr>
          <a:xfrm>
            <a:off x="0" y="1855238"/>
            <a:ext cx="4746300" cy="2026800"/>
          </a:xfrm>
          <a:prstGeom prst="chevron">
            <a:avLst>
              <a:gd fmla="val 27319" name="adj"/>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1" name="Google Shape;231;p23"/>
          <p:cNvSpPr txBox="1"/>
          <p:nvPr>
            <p:ph idx="2" type="subTitle"/>
          </p:nvPr>
        </p:nvSpPr>
        <p:spPr>
          <a:xfrm>
            <a:off x="0" y="1855238"/>
            <a:ext cx="4746300" cy="2026800"/>
          </a:xfrm>
          <a:prstGeom prst="rect">
            <a:avLst/>
          </a:prstGeom>
        </p:spPr>
        <p:txBody>
          <a:bodyPr anchorCtr="0" anchor="ctr" bIns="0" lIns="651500" spcFirstLastPara="1" rIns="685800" wrap="square" tIns="68575">
            <a:noAutofit/>
          </a:bodyPr>
          <a:lstStyle>
            <a:lvl1pPr lvl="0">
              <a:lnSpc>
                <a:spcPct val="115000"/>
              </a:lnSpc>
              <a:spcBef>
                <a:spcPts val="0"/>
              </a:spcBef>
              <a:spcAft>
                <a:spcPts val="0"/>
              </a:spcAft>
              <a:buNone/>
              <a:defRPr/>
            </a:lvl1pPr>
            <a:lvl2pPr lvl="1">
              <a:lnSpc>
                <a:spcPct val="115000"/>
              </a:lnSpc>
              <a:spcBef>
                <a:spcPts val="800"/>
              </a:spcBef>
              <a:spcAft>
                <a:spcPts val="0"/>
              </a:spcAft>
              <a:buNone/>
              <a:defRPr/>
            </a:lvl2pPr>
            <a:lvl3pPr lvl="2">
              <a:lnSpc>
                <a:spcPct val="115000"/>
              </a:lnSpc>
              <a:spcBef>
                <a:spcPts val="800"/>
              </a:spcBef>
              <a:spcAft>
                <a:spcPts val="0"/>
              </a:spcAft>
              <a:buNone/>
              <a:defRPr/>
            </a:lvl3pPr>
            <a:lvl4pPr lvl="3">
              <a:lnSpc>
                <a:spcPct val="115000"/>
              </a:lnSpc>
              <a:spcBef>
                <a:spcPts val="800"/>
              </a:spcBef>
              <a:spcAft>
                <a:spcPts val="0"/>
              </a:spcAft>
              <a:buNone/>
              <a:defRPr/>
            </a:lvl4pPr>
            <a:lvl5pPr lvl="4">
              <a:lnSpc>
                <a:spcPct val="115000"/>
              </a:lnSpc>
              <a:spcBef>
                <a:spcPts val="800"/>
              </a:spcBef>
              <a:spcAft>
                <a:spcPts val="0"/>
              </a:spcAft>
              <a:buNone/>
              <a:defRPr/>
            </a:lvl5pPr>
            <a:lvl6pPr lvl="5">
              <a:lnSpc>
                <a:spcPct val="115000"/>
              </a:lnSpc>
              <a:spcBef>
                <a:spcPts val="800"/>
              </a:spcBef>
              <a:spcAft>
                <a:spcPts val="0"/>
              </a:spcAft>
              <a:buNone/>
              <a:defRPr/>
            </a:lvl6pPr>
            <a:lvl7pPr lvl="6">
              <a:lnSpc>
                <a:spcPct val="115000"/>
              </a:lnSpc>
              <a:spcBef>
                <a:spcPts val="800"/>
              </a:spcBef>
              <a:spcAft>
                <a:spcPts val="0"/>
              </a:spcAft>
              <a:buNone/>
              <a:defRPr/>
            </a:lvl7pPr>
            <a:lvl8pPr lvl="7">
              <a:lnSpc>
                <a:spcPct val="115000"/>
              </a:lnSpc>
              <a:spcBef>
                <a:spcPts val="800"/>
              </a:spcBef>
              <a:spcAft>
                <a:spcPts val="0"/>
              </a:spcAft>
              <a:buNone/>
              <a:defRPr/>
            </a:lvl8pPr>
            <a:lvl9pPr lvl="8">
              <a:lnSpc>
                <a:spcPct val="115000"/>
              </a:lnSpc>
              <a:spcBef>
                <a:spcPts val="800"/>
              </a:spcBef>
              <a:spcAft>
                <a:spcPts val="800"/>
              </a:spcAft>
              <a:buNone/>
              <a:defRPr/>
            </a:lvl9pPr>
          </a:lstStyle>
          <a:p/>
        </p:txBody>
      </p:sp>
      <p:sp>
        <p:nvSpPr>
          <p:cNvPr id="232" name="Google Shape;232;p23"/>
          <p:cNvSpPr txBox="1"/>
          <p:nvPr>
            <p:ph idx="3"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233" name="Google Shape;233;p23"/>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234" name="Google Shape;234;p23"/>
          <p:cNvSpPr txBox="1"/>
          <p:nvPr>
            <p:ph idx="4"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
        <p:nvSpPr>
          <p:cNvPr id="235" name="Google Shape;235;p23"/>
          <p:cNvSpPr txBox="1"/>
          <p:nvPr>
            <p:ph idx="5" type="subTitle"/>
          </p:nvPr>
        </p:nvSpPr>
        <p:spPr>
          <a:xfrm>
            <a:off x="4974750" y="1855238"/>
            <a:ext cx="4746300" cy="2026800"/>
          </a:xfrm>
          <a:prstGeom prst="rect">
            <a:avLst/>
          </a:prstGeom>
        </p:spPr>
        <p:txBody>
          <a:bodyPr anchorCtr="0" anchor="ctr" bIns="0" lIns="651500" spcFirstLastPara="1" rIns="685800" wrap="square" tIns="68575">
            <a:noAutofit/>
          </a:bodyPr>
          <a:lstStyle>
            <a:lvl1pPr lvl="0">
              <a:lnSpc>
                <a:spcPct val="115000"/>
              </a:lnSpc>
              <a:spcBef>
                <a:spcPts val="0"/>
              </a:spcBef>
              <a:spcAft>
                <a:spcPts val="0"/>
              </a:spcAft>
              <a:buNone/>
              <a:defRPr/>
            </a:lvl1pPr>
            <a:lvl2pPr lvl="1">
              <a:lnSpc>
                <a:spcPct val="115000"/>
              </a:lnSpc>
              <a:spcBef>
                <a:spcPts val="800"/>
              </a:spcBef>
              <a:spcAft>
                <a:spcPts val="0"/>
              </a:spcAft>
              <a:buNone/>
              <a:defRPr/>
            </a:lvl2pPr>
            <a:lvl3pPr lvl="2">
              <a:lnSpc>
                <a:spcPct val="115000"/>
              </a:lnSpc>
              <a:spcBef>
                <a:spcPts val="800"/>
              </a:spcBef>
              <a:spcAft>
                <a:spcPts val="0"/>
              </a:spcAft>
              <a:buNone/>
              <a:defRPr/>
            </a:lvl3pPr>
            <a:lvl4pPr lvl="3">
              <a:lnSpc>
                <a:spcPct val="115000"/>
              </a:lnSpc>
              <a:spcBef>
                <a:spcPts val="800"/>
              </a:spcBef>
              <a:spcAft>
                <a:spcPts val="0"/>
              </a:spcAft>
              <a:buNone/>
              <a:defRPr/>
            </a:lvl4pPr>
            <a:lvl5pPr lvl="4">
              <a:lnSpc>
                <a:spcPct val="115000"/>
              </a:lnSpc>
              <a:spcBef>
                <a:spcPts val="800"/>
              </a:spcBef>
              <a:spcAft>
                <a:spcPts val="0"/>
              </a:spcAft>
              <a:buNone/>
              <a:defRPr/>
            </a:lvl5pPr>
            <a:lvl6pPr lvl="5">
              <a:lnSpc>
                <a:spcPct val="115000"/>
              </a:lnSpc>
              <a:spcBef>
                <a:spcPts val="800"/>
              </a:spcBef>
              <a:spcAft>
                <a:spcPts val="0"/>
              </a:spcAft>
              <a:buNone/>
              <a:defRPr/>
            </a:lvl6pPr>
            <a:lvl7pPr lvl="6">
              <a:lnSpc>
                <a:spcPct val="115000"/>
              </a:lnSpc>
              <a:spcBef>
                <a:spcPts val="800"/>
              </a:spcBef>
              <a:spcAft>
                <a:spcPts val="0"/>
              </a:spcAft>
              <a:buNone/>
              <a:defRPr/>
            </a:lvl7pPr>
            <a:lvl8pPr lvl="7">
              <a:lnSpc>
                <a:spcPct val="115000"/>
              </a:lnSpc>
              <a:spcBef>
                <a:spcPts val="800"/>
              </a:spcBef>
              <a:spcAft>
                <a:spcPts val="0"/>
              </a:spcAft>
              <a:buNone/>
              <a:defRPr/>
            </a:lvl8pPr>
            <a:lvl9pPr lvl="8">
              <a:lnSpc>
                <a:spcPct val="115000"/>
              </a:lnSpc>
              <a:spcBef>
                <a:spcPts val="800"/>
              </a:spcBef>
              <a:spcAft>
                <a:spcPts val="800"/>
              </a:spcAft>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ircles">
  <p:cSld name="CUSTOM_4_19">
    <p:spTree>
      <p:nvGrpSpPr>
        <p:cNvPr id="236" name="Shape 236"/>
        <p:cNvGrpSpPr/>
        <p:nvPr/>
      </p:nvGrpSpPr>
      <p:grpSpPr>
        <a:xfrm>
          <a:off x="0" y="0"/>
          <a:ext cx="0" cy="0"/>
          <a:chOff x="0" y="0"/>
          <a:chExt cx="0" cy="0"/>
        </a:xfrm>
      </p:grpSpPr>
      <p:cxnSp>
        <p:nvCxnSpPr>
          <p:cNvPr id="237" name="Google Shape;237;p24"/>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238" name="Google Shape;238;p24"/>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239" name="Google Shape;239;p24"/>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40" name="Google Shape;240;p24"/>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241" name="Google Shape;241;p24"/>
          <p:cNvSpPr txBox="1"/>
          <p:nvPr>
            <p:ph idx="1"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pic>
        <p:nvPicPr>
          <p:cNvPr id="242" name="Google Shape;242;p24"/>
          <p:cNvPicPr preferRelativeResize="0"/>
          <p:nvPr/>
        </p:nvPicPr>
        <p:blipFill rotWithShape="1">
          <a:blip r:embed="rId3">
            <a:alphaModFix/>
          </a:blip>
          <a:srcRect b="0" l="0" r="0" t="0"/>
          <a:stretch/>
        </p:blipFill>
        <p:spPr>
          <a:xfrm>
            <a:off x="1307644" y="1722319"/>
            <a:ext cx="6528711" cy="2435438"/>
          </a:xfrm>
          <a:prstGeom prst="rect">
            <a:avLst/>
          </a:prstGeom>
          <a:noFill/>
          <a:ln>
            <a:noFill/>
          </a:ln>
        </p:spPr>
      </p:pic>
      <p:sp>
        <p:nvSpPr>
          <p:cNvPr id="243" name="Google Shape;243;p24"/>
          <p:cNvSpPr txBox="1"/>
          <p:nvPr>
            <p:ph idx="2" type="subTitle"/>
          </p:nvPr>
        </p:nvSpPr>
        <p:spPr>
          <a:xfrm>
            <a:off x="1696780" y="2223771"/>
            <a:ext cx="1636200" cy="1432500"/>
          </a:xfrm>
          <a:prstGeom prst="rect">
            <a:avLst/>
          </a:prstGeom>
        </p:spPr>
        <p:txBody>
          <a:bodyPr anchorCtr="0" anchor="ctr" bIns="68575" lIns="205725" spcFirstLastPara="1" rIns="205725" wrap="square" tIns="68575">
            <a:noAutofit/>
          </a:bodyPr>
          <a:lstStyle>
            <a:lvl1pPr lvl="0" algn="ctr">
              <a:lnSpc>
                <a:spcPct val="100000"/>
              </a:lnSpc>
              <a:spcBef>
                <a:spcPts val="0"/>
              </a:spcBef>
              <a:spcAft>
                <a:spcPts val="0"/>
              </a:spcAft>
              <a:buNone/>
              <a:defRPr sz="1400"/>
            </a:lvl1pPr>
            <a:lvl2pPr lvl="1" algn="ctr">
              <a:lnSpc>
                <a:spcPct val="100000"/>
              </a:lnSpc>
              <a:spcBef>
                <a:spcPts val="0"/>
              </a:spcBef>
              <a:spcAft>
                <a:spcPts val="0"/>
              </a:spcAft>
              <a:buNone/>
              <a:defRPr sz="1400"/>
            </a:lvl2pPr>
            <a:lvl3pPr lvl="2" algn="ctr">
              <a:lnSpc>
                <a:spcPct val="100000"/>
              </a:lnSpc>
              <a:spcBef>
                <a:spcPts val="0"/>
              </a:spcBef>
              <a:spcAft>
                <a:spcPts val="0"/>
              </a:spcAft>
              <a:buNone/>
              <a:defRPr sz="1400"/>
            </a:lvl3pPr>
            <a:lvl4pPr lvl="3" algn="ctr">
              <a:lnSpc>
                <a:spcPct val="100000"/>
              </a:lnSpc>
              <a:spcBef>
                <a:spcPts val="0"/>
              </a:spcBef>
              <a:spcAft>
                <a:spcPts val="0"/>
              </a:spcAft>
              <a:buNone/>
              <a:defRPr sz="1400"/>
            </a:lvl4pPr>
            <a:lvl5pPr lvl="4" algn="ctr">
              <a:lnSpc>
                <a:spcPct val="100000"/>
              </a:lnSpc>
              <a:spcBef>
                <a:spcPts val="0"/>
              </a:spcBef>
              <a:spcAft>
                <a:spcPts val="0"/>
              </a:spcAft>
              <a:buNone/>
              <a:defRPr sz="1400"/>
            </a:lvl5pPr>
            <a:lvl6pPr lvl="5" algn="ctr">
              <a:lnSpc>
                <a:spcPct val="100000"/>
              </a:lnSpc>
              <a:spcBef>
                <a:spcPts val="0"/>
              </a:spcBef>
              <a:spcAft>
                <a:spcPts val="0"/>
              </a:spcAft>
              <a:buNone/>
              <a:defRPr sz="1400"/>
            </a:lvl6pPr>
            <a:lvl7pPr lvl="6" algn="ctr">
              <a:lnSpc>
                <a:spcPct val="100000"/>
              </a:lnSpc>
              <a:spcBef>
                <a:spcPts val="0"/>
              </a:spcBef>
              <a:spcAft>
                <a:spcPts val="0"/>
              </a:spcAft>
              <a:buNone/>
              <a:defRPr sz="1400"/>
            </a:lvl7pPr>
            <a:lvl8pPr lvl="7" algn="ctr">
              <a:lnSpc>
                <a:spcPct val="100000"/>
              </a:lnSpc>
              <a:spcBef>
                <a:spcPts val="0"/>
              </a:spcBef>
              <a:spcAft>
                <a:spcPts val="0"/>
              </a:spcAft>
              <a:buNone/>
              <a:defRPr sz="1400"/>
            </a:lvl8pPr>
            <a:lvl9pPr lvl="8" algn="ctr">
              <a:lnSpc>
                <a:spcPct val="100000"/>
              </a:lnSpc>
              <a:spcBef>
                <a:spcPts val="0"/>
              </a:spcBef>
              <a:spcAft>
                <a:spcPts val="0"/>
              </a:spcAft>
              <a:buNone/>
              <a:defRPr sz="1400"/>
            </a:lvl9pPr>
          </a:lstStyle>
          <a:p/>
        </p:txBody>
      </p:sp>
      <p:sp>
        <p:nvSpPr>
          <p:cNvPr id="244" name="Google Shape;244;p24"/>
          <p:cNvSpPr txBox="1"/>
          <p:nvPr>
            <p:ph idx="3" type="subTitle"/>
          </p:nvPr>
        </p:nvSpPr>
        <p:spPr>
          <a:xfrm>
            <a:off x="3753949" y="2223767"/>
            <a:ext cx="1636200" cy="1432500"/>
          </a:xfrm>
          <a:prstGeom prst="rect">
            <a:avLst/>
          </a:prstGeom>
        </p:spPr>
        <p:txBody>
          <a:bodyPr anchorCtr="0" anchor="ctr" bIns="68575" lIns="205725" spcFirstLastPara="1" rIns="205725" wrap="square" tIns="68575">
            <a:noAutofit/>
          </a:bodyPr>
          <a:lstStyle>
            <a:lvl1pPr lvl="0" algn="ctr">
              <a:lnSpc>
                <a:spcPct val="100000"/>
              </a:lnSpc>
              <a:spcBef>
                <a:spcPts val="0"/>
              </a:spcBef>
              <a:spcAft>
                <a:spcPts val="0"/>
              </a:spcAft>
              <a:buNone/>
              <a:defRPr sz="1400"/>
            </a:lvl1pPr>
            <a:lvl2pPr lvl="1" algn="ctr">
              <a:lnSpc>
                <a:spcPct val="100000"/>
              </a:lnSpc>
              <a:spcBef>
                <a:spcPts val="0"/>
              </a:spcBef>
              <a:spcAft>
                <a:spcPts val="0"/>
              </a:spcAft>
              <a:buNone/>
              <a:defRPr sz="1400"/>
            </a:lvl2pPr>
            <a:lvl3pPr lvl="2" algn="ctr">
              <a:lnSpc>
                <a:spcPct val="100000"/>
              </a:lnSpc>
              <a:spcBef>
                <a:spcPts val="0"/>
              </a:spcBef>
              <a:spcAft>
                <a:spcPts val="0"/>
              </a:spcAft>
              <a:buNone/>
              <a:defRPr sz="1400"/>
            </a:lvl3pPr>
            <a:lvl4pPr lvl="3" algn="ctr">
              <a:lnSpc>
                <a:spcPct val="100000"/>
              </a:lnSpc>
              <a:spcBef>
                <a:spcPts val="0"/>
              </a:spcBef>
              <a:spcAft>
                <a:spcPts val="0"/>
              </a:spcAft>
              <a:buNone/>
              <a:defRPr sz="1400"/>
            </a:lvl4pPr>
            <a:lvl5pPr lvl="4" algn="ctr">
              <a:lnSpc>
                <a:spcPct val="100000"/>
              </a:lnSpc>
              <a:spcBef>
                <a:spcPts val="0"/>
              </a:spcBef>
              <a:spcAft>
                <a:spcPts val="0"/>
              </a:spcAft>
              <a:buNone/>
              <a:defRPr sz="1400"/>
            </a:lvl5pPr>
            <a:lvl6pPr lvl="5" algn="ctr">
              <a:lnSpc>
                <a:spcPct val="100000"/>
              </a:lnSpc>
              <a:spcBef>
                <a:spcPts val="0"/>
              </a:spcBef>
              <a:spcAft>
                <a:spcPts val="0"/>
              </a:spcAft>
              <a:buNone/>
              <a:defRPr sz="1400"/>
            </a:lvl6pPr>
            <a:lvl7pPr lvl="6" algn="ctr">
              <a:lnSpc>
                <a:spcPct val="100000"/>
              </a:lnSpc>
              <a:spcBef>
                <a:spcPts val="0"/>
              </a:spcBef>
              <a:spcAft>
                <a:spcPts val="0"/>
              </a:spcAft>
              <a:buNone/>
              <a:defRPr sz="1400"/>
            </a:lvl7pPr>
            <a:lvl8pPr lvl="7" algn="ctr">
              <a:lnSpc>
                <a:spcPct val="100000"/>
              </a:lnSpc>
              <a:spcBef>
                <a:spcPts val="0"/>
              </a:spcBef>
              <a:spcAft>
                <a:spcPts val="0"/>
              </a:spcAft>
              <a:buNone/>
              <a:defRPr sz="1400"/>
            </a:lvl8pPr>
            <a:lvl9pPr lvl="8" algn="ctr">
              <a:lnSpc>
                <a:spcPct val="100000"/>
              </a:lnSpc>
              <a:spcBef>
                <a:spcPts val="0"/>
              </a:spcBef>
              <a:spcAft>
                <a:spcPts val="0"/>
              </a:spcAft>
              <a:buNone/>
              <a:defRPr sz="1400"/>
            </a:lvl9pPr>
          </a:lstStyle>
          <a:p/>
        </p:txBody>
      </p:sp>
      <p:sp>
        <p:nvSpPr>
          <p:cNvPr id="245" name="Google Shape;245;p24"/>
          <p:cNvSpPr txBox="1"/>
          <p:nvPr>
            <p:ph idx="4" type="subTitle"/>
          </p:nvPr>
        </p:nvSpPr>
        <p:spPr>
          <a:xfrm>
            <a:off x="5811118" y="2223767"/>
            <a:ext cx="1636200" cy="1432500"/>
          </a:xfrm>
          <a:prstGeom prst="rect">
            <a:avLst/>
          </a:prstGeom>
        </p:spPr>
        <p:txBody>
          <a:bodyPr anchorCtr="0" anchor="ctr" bIns="68575" lIns="205725" spcFirstLastPara="1" rIns="205725" wrap="square" tIns="68575">
            <a:noAutofit/>
          </a:bodyPr>
          <a:lstStyle>
            <a:lvl1pPr lvl="0" algn="ctr">
              <a:lnSpc>
                <a:spcPct val="100000"/>
              </a:lnSpc>
              <a:spcBef>
                <a:spcPts val="0"/>
              </a:spcBef>
              <a:spcAft>
                <a:spcPts val="0"/>
              </a:spcAft>
              <a:buNone/>
              <a:defRPr sz="1400"/>
            </a:lvl1pPr>
            <a:lvl2pPr lvl="1" algn="ctr">
              <a:lnSpc>
                <a:spcPct val="100000"/>
              </a:lnSpc>
              <a:spcBef>
                <a:spcPts val="0"/>
              </a:spcBef>
              <a:spcAft>
                <a:spcPts val="0"/>
              </a:spcAft>
              <a:buNone/>
              <a:defRPr sz="1400"/>
            </a:lvl2pPr>
            <a:lvl3pPr lvl="2" algn="ctr">
              <a:lnSpc>
                <a:spcPct val="100000"/>
              </a:lnSpc>
              <a:spcBef>
                <a:spcPts val="0"/>
              </a:spcBef>
              <a:spcAft>
                <a:spcPts val="0"/>
              </a:spcAft>
              <a:buNone/>
              <a:defRPr sz="1400"/>
            </a:lvl3pPr>
            <a:lvl4pPr lvl="3" algn="ctr">
              <a:lnSpc>
                <a:spcPct val="100000"/>
              </a:lnSpc>
              <a:spcBef>
                <a:spcPts val="0"/>
              </a:spcBef>
              <a:spcAft>
                <a:spcPts val="0"/>
              </a:spcAft>
              <a:buNone/>
              <a:defRPr sz="1400"/>
            </a:lvl4pPr>
            <a:lvl5pPr lvl="4" algn="ctr">
              <a:lnSpc>
                <a:spcPct val="100000"/>
              </a:lnSpc>
              <a:spcBef>
                <a:spcPts val="0"/>
              </a:spcBef>
              <a:spcAft>
                <a:spcPts val="0"/>
              </a:spcAft>
              <a:buNone/>
              <a:defRPr sz="1400"/>
            </a:lvl5pPr>
            <a:lvl6pPr lvl="5" algn="ctr">
              <a:lnSpc>
                <a:spcPct val="100000"/>
              </a:lnSpc>
              <a:spcBef>
                <a:spcPts val="0"/>
              </a:spcBef>
              <a:spcAft>
                <a:spcPts val="0"/>
              </a:spcAft>
              <a:buNone/>
              <a:defRPr sz="1400"/>
            </a:lvl6pPr>
            <a:lvl7pPr lvl="6" algn="ctr">
              <a:lnSpc>
                <a:spcPct val="100000"/>
              </a:lnSpc>
              <a:spcBef>
                <a:spcPts val="0"/>
              </a:spcBef>
              <a:spcAft>
                <a:spcPts val="0"/>
              </a:spcAft>
              <a:buNone/>
              <a:defRPr sz="1400"/>
            </a:lvl7pPr>
            <a:lvl8pPr lvl="7" algn="ctr">
              <a:lnSpc>
                <a:spcPct val="100000"/>
              </a:lnSpc>
              <a:spcBef>
                <a:spcPts val="0"/>
              </a:spcBef>
              <a:spcAft>
                <a:spcPts val="0"/>
              </a:spcAft>
              <a:buNone/>
              <a:defRPr sz="1400"/>
            </a:lvl8pPr>
            <a:lvl9pPr lvl="8" algn="ctr">
              <a:lnSpc>
                <a:spcPct val="100000"/>
              </a:lnSpc>
              <a:spcBef>
                <a:spcPts val="0"/>
              </a:spcBef>
              <a:spcAft>
                <a:spcPts val="0"/>
              </a:spcAft>
              <a:buNone/>
              <a:defRPr sz="1400"/>
            </a:lvl9pPr>
          </a:lstStyle>
          <a:p/>
        </p:txBody>
      </p:sp>
      <p:sp>
        <p:nvSpPr>
          <p:cNvPr id="246" name="Google Shape;246;p24"/>
          <p:cNvSpPr txBox="1"/>
          <p:nvPr>
            <p:ph idx="5"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247" name="Google Shape;247;p24"/>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248" name="Google Shape;248;p24"/>
          <p:cNvSpPr txBox="1"/>
          <p:nvPr>
            <p:ph idx="6"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lank">
  <p:cSld name="CUSTOM_4_18">
    <p:spTree>
      <p:nvGrpSpPr>
        <p:cNvPr id="249" name="Shape 249"/>
        <p:cNvGrpSpPr/>
        <p:nvPr/>
      </p:nvGrpSpPr>
      <p:grpSpPr>
        <a:xfrm>
          <a:off x="0" y="0"/>
          <a:ext cx="0" cy="0"/>
          <a:chOff x="0" y="0"/>
          <a:chExt cx="0" cy="0"/>
        </a:xfrm>
      </p:grpSpPr>
      <p:sp>
        <p:nvSpPr>
          <p:cNvPr id="250" name="Google Shape;250;p25"/>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cxnSp>
        <p:nvCxnSpPr>
          <p:cNvPr id="251" name="Google Shape;251;p25"/>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252" name="Google Shape;252;p25"/>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253" name="Google Shape;253;p25"/>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54" name="Google Shape;254;p25"/>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255" name="Google Shape;255;p25"/>
          <p:cNvSpPr txBox="1"/>
          <p:nvPr>
            <p:ph idx="2"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p:cSld name="CUSTOM_4_17">
    <p:spTree>
      <p:nvGrpSpPr>
        <p:cNvPr id="256" name="Shape 256"/>
        <p:cNvGrpSpPr/>
        <p:nvPr/>
      </p:nvGrpSpPr>
      <p:grpSpPr>
        <a:xfrm>
          <a:off x="0" y="0"/>
          <a:ext cx="0" cy="0"/>
          <a:chOff x="0" y="0"/>
          <a:chExt cx="0" cy="0"/>
        </a:xfrm>
      </p:grpSpPr>
      <p:sp>
        <p:nvSpPr>
          <p:cNvPr id="257" name="Google Shape;257;p26"/>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258" name="Google Shape;258;p26"/>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cxnSp>
        <p:nvCxnSpPr>
          <p:cNvPr id="259" name="Google Shape;259;p26"/>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260" name="Google Shape;260;p26"/>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261" name="Google Shape;261;p26"/>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62" name="Google Shape;262;p26"/>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263" name="Google Shape;263;p26"/>
          <p:cNvSpPr txBox="1"/>
          <p:nvPr>
            <p:ph idx="2"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
        <p:nvSpPr>
          <p:cNvPr id="264" name="Google Shape;264;p26"/>
          <p:cNvSpPr txBox="1"/>
          <p:nvPr>
            <p:ph idx="3"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265" name="Google Shape;265;p26"/>
          <p:cNvSpPr txBox="1"/>
          <p:nvPr>
            <p:ph idx="4" type="body"/>
          </p:nvPr>
        </p:nvSpPr>
        <p:spPr>
          <a:xfrm>
            <a:off x="1828800" y="1714500"/>
            <a:ext cx="5486400" cy="2743200"/>
          </a:xfrm>
          <a:prstGeom prst="rect">
            <a:avLst/>
          </a:prstGeom>
        </p:spPr>
        <p:txBody>
          <a:bodyPr anchorCtr="0" anchor="t" bIns="0" lIns="0" spcFirstLastPara="1" rIns="0" wrap="square" tIns="0">
            <a:noAutofit/>
          </a:bodyPr>
          <a:lstStyle>
            <a:lvl1pPr indent="-317500" lvl="0" marL="457200">
              <a:lnSpc>
                <a:spcPct val="135000"/>
              </a:lnSpc>
              <a:spcBef>
                <a:spcPts val="800"/>
              </a:spcBef>
              <a:spcAft>
                <a:spcPts val="0"/>
              </a:spcAft>
              <a:buSzPts val="1400"/>
              <a:buChar char="▸"/>
              <a:defRPr/>
            </a:lvl1pPr>
            <a:lvl2pPr indent="-317500" lvl="1" marL="914400">
              <a:lnSpc>
                <a:spcPct val="135000"/>
              </a:lnSpc>
              <a:spcBef>
                <a:spcPts val="800"/>
              </a:spcBef>
              <a:spcAft>
                <a:spcPts val="0"/>
              </a:spcAft>
              <a:buSzPts val="1400"/>
              <a:buChar char="･"/>
              <a:defRPr/>
            </a:lvl2pPr>
            <a:lvl3pPr indent="-317500" lvl="2" marL="1371600">
              <a:lnSpc>
                <a:spcPct val="135000"/>
              </a:lnSpc>
              <a:spcBef>
                <a:spcPts val="800"/>
              </a:spcBef>
              <a:spcAft>
                <a:spcPts val="0"/>
              </a:spcAft>
              <a:buSzPts val="1400"/>
              <a:buChar char="･"/>
              <a:defRPr/>
            </a:lvl3pPr>
            <a:lvl4pPr indent="-317500" lvl="3" marL="1828800">
              <a:lnSpc>
                <a:spcPct val="135000"/>
              </a:lnSpc>
              <a:spcBef>
                <a:spcPts val="800"/>
              </a:spcBef>
              <a:spcAft>
                <a:spcPts val="0"/>
              </a:spcAft>
              <a:buSzPts val="1400"/>
              <a:buChar char="･"/>
              <a:defRPr/>
            </a:lvl4pPr>
            <a:lvl5pPr indent="-317500" lvl="4" marL="2286000">
              <a:lnSpc>
                <a:spcPct val="135000"/>
              </a:lnSpc>
              <a:spcBef>
                <a:spcPts val="800"/>
              </a:spcBef>
              <a:spcAft>
                <a:spcPts val="0"/>
              </a:spcAft>
              <a:buSzPts val="1400"/>
              <a:buChar char="･"/>
              <a:defRPr/>
            </a:lvl5pPr>
            <a:lvl6pPr indent="-317500" lvl="5" marL="2743200">
              <a:lnSpc>
                <a:spcPct val="135000"/>
              </a:lnSpc>
              <a:spcBef>
                <a:spcPts val="800"/>
              </a:spcBef>
              <a:spcAft>
                <a:spcPts val="0"/>
              </a:spcAft>
              <a:buSzPts val="1400"/>
              <a:buChar char="･"/>
              <a:defRPr/>
            </a:lvl6pPr>
            <a:lvl7pPr indent="-317500" lvl="6" marL="3200400">
              <a:lnSpc>
                <a:spcPct val="135000"/>
              </a:lnSpc>
              <a:spcBef>
                <a:spcPts val="800"/>
              </a:spcBef>
              <a:spcAft>
                <a:spcPts val="0"/>
              </a:spcAft>
              <a:buSzPts val="1400"/>
              <a:buChar char="･"/>
              <a:defRPr/>
            </a:lvl7pPr>
            <a:lvl8pPr indent="-317500" lvl="7" marL="3657600">
              <a:lnSpc>
                <a:spcPct val="135000"/>
              </a:lnSpc>
              <a:spcBef>
                <a:spcPts val="800"/>
              </a:spcBef>
              <a:spcAft>
                <a:spcPts val="0"/>
              </a:spcAft>
              <a:buSzPts val="1400"/>
              <a:buChar char="･"/>
              <a:defRPr/>
            </a:lvl8pPr>
            <a:lvl9pPr indent="-317500" lvl="8" marL="4114800">
              <a:lnSpc>
                <a:spcPct val="135000"/>
              </a:lnSpc>
              <a:spcBef>
                <a:spcPts val="800"/>
              </a:spcBef>
              <a:spcAft>
                <a:spcPts val="800"/>
              </a:spcAft>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1">
  <p:cSld name="CUSTOM_4_17_3">
    <p:spTree>
      <p:nvGrpSpPr>
        <p:cNvPr id="266" name="Shape 266"/>
        <p:cNvGrpSpPr/>
        <p:nvPr/>
      </p:nvGrpSpPr>
      <p:grpSpPr>
        <a:xfrm>
          <a:off x="0" y="0"/>
          <a:ext cx="0" cy="0"/>
          <a:chOff x="0" y="0"/>
          <a:chExt cx="0" cy="0"/>
        </a:xfrm>
      </p:grpSpPr>
      <p:pic>
        <p:nvPicPr>
          <p:cNvPr id="267" name="Google Shape;267;p27"/>
          <p:cNvPicPr preferRelativeResize="0"/>
          <p:nvPr/>
        </p:nvPicPr>
        <p:blipFill>
          <a:blip r:embed="rId2">
            <a:alphaModFix/>
          </a:blip>
          <a:stretch>
            <a:fillRect/>
          </a:stretch>
        </p:blipFill>
        <p:spPr>
          <a:xfrm>
            <a:off x="6" y="863"/>
            <a:ext cx="2740019" cy="5143501"/>
          </a:xfrm>
          <a:prstGeom prst="rect">
            <a:avLst/>
          </a:prstGeom>
          <a:noFill/>
          <a:ln>
            <a:noFill/>
          </a:ln>
        </p:spPr>
      </p:pic>
      <p:sp>
        <p:nvSpPr>
          <p:cNvPr id="268" name="Google Shape;268;p27"/>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solidFill>
                  <a:schemeClr val="lt1"/>
                </a:solidFill>
                <a:latin typeface="Red Hat Text Medium"/>
                <a:ea typeface="Red Hat Text Medium"/>
                <a:cs typeface="Red Hat Text Medium"/>
                <a:sym typeface="Red Hat Text Medium"/>
              </a:defRPr>
            </a:lvl1pPr>
            <a:lvl2pPr lvl="1" algn="ctr">
              <a:buNone/>
              <a:defRPr sz="600">
                <a:solidFill>
                  <a:schemeClr val="lt1"/>
                </a:solidFill>
                <a:latin typeface="Red Hat Text Medium"/>
                <a:ea typeface="Red Hat Text Medium"/>
                <a:cs typeface="Red Hat Text Medium"/>
                <a:sym typeface="Red Hat Text Medium"/>
              </a:defRPr>
            </a:lvl2pPr>
            <a:lvl3pPr lvl="2" algn="ctr">
              <a:buNone/>
              <a:defRPr sz="600">
                <a:solidFill>
                  <a:schemeClr val="lt1"/>
                </a:solidFill>
                <a:latin typeface="Red Hat Text Medium"/>
                <a:ea typeface="Red Hat Text Medium"/>
                <a:cs typeface="Red Hat Text Medium"/>
                <a:sym typeface="Red Hat Text Medium"/>
              </a:defRPr>
            </a:lvl3pPr>
            <a:lvl4pPr lvl="3" algn="ctr">
              <a:buNone/>
              <a:defRPr sz="600">
                <a:solidFill>
                  <a:schemeClr val="lt1"/>
                </a:solidFill>
                <a:latin typeface="Red Hat Text Medium"/>
                <a:ea typeface="Red Hat Text Medium"/>
                <a:cs typeface="Red Hat Text Medium"/>
                <a:sym typeface="Red Hat Text Medium"/>
              </a:defRPr>
            </a:lvl4pPr>
            <a:lvl5pPr lvl="4" algn="ctr">
              <a:buNone/>
              <a:defRPr sz="600">
                <a:solidFill>
                  <a:schemeClr val="lt1"/>
                </a:solidFill>
                <a:latin typeface="Red Hat Text Medium"/>
                <a:ea typeface="Red Hat Text Medium"/>
                <a:cs typeface="Red Hat Text Medium"/>
                <a:sym typeface="Red Hat Text Medium"/>
              </a:defRPr>
            </a:lvl5pPr>
            <a:lvl6pPr lvl="5" algn="ctr">
              <a:buNone/>
              <a:defRPr sz="600">
                <a:solidFill>
                  <a:schemeClr val="lt1"/>
                </a:solidFill>
                <a:latin typeface="Red Hat Text Medium"/>
                <a:ea typeface="Red Hat Text Medium"/>
                <a:cs typeface="Red Hat Text Medium"/>
                <a:sym typeface="Red Hat Text Medium"/>
              </a:defRPr>
            </a:lvl6pPr>
            <a:lvl7pPr lvl="6" algn="ctr">
              <a:buNone/>
              <a:defRPr sz="600">
                <a:solidFill>
                  <a:schemeClr val="lt1"/>
                </a:solidFill>
                <a:latin typeface="Red Hat Text Medium"/>
                <a:ea typeface="Red Hat Text Medium"/>
                <a:cs typeface="Red Hat Text Medium"/>
                <a:sym typeface="Red Hat Text Medium"/>
              </a:defRPr>
            </a:lvl7pPr>
            <a:lvl8pPr lvl="7" algn="ctr">
              <a:buNone/>
              <a:defRPr sz="600">
                <a:solidFill>
                  <a:schemeClr val="lt1"/>
                </a:solidFill>
                <a:latin typeface="Red Hat Text Medium"/>
                <a:ea typeface="Red Hat Text Medium"/>
                <a:cs typeface="Red Hat Text Medium"/>
                <a:sym typeface="Red Hat Text Medium"/>
              </a:defRPr>
            </a:lvl8pPr>
            <a:lvl9pPr lvl="8" algn="ctr">
              <a:buNone/>
              <a:defRPr sz="600">
                <a:solidFill>
                  <a:schemeClr val="lt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69" name="Google Shape;269;p27"/>
          <p:cNvPicPr preferRelativeResize="0"/>
          <p:nvPr/>
        </p:nvPicPr>
        <p:blipFill rotWithShape="1">
          <a:blip r:embed="rId3">
            <a:alphaModFix/>
          </a:blip>
          <a:srcRect b="317" l="0" r="0" t="327"/>
          <a:stretch/>
        </p:blipFill>
        <p:spPr>
          <a:xfrm>
            <a:off x="8033460" y="4734938"/>
            <a:ext cx="731888" cy="171091"/>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body">
  <p:cSld name="CUSTOM_4_17_2">
    <p:spTree>
      <p:nvGrpSpPr>
        <p:cNvPr id="270" name="Shape 270"/>
        <p:cNvGrpSpPr/>
        <p:nvPr/>
      </p:nvGrpSpPr>
      <p:grpSpPr>
        <a:xfrm>
          <a:off x="0" y="0"/>
          <a:ext cx="0" cy="0"/>
          <a:chOff x="0" y="0"/>
          <a:chExt cx="0" cy="0"/>
        </a:xfrm>
      </p:grpSpPr>
      <p:cxnSp>
        <p:nvCxnSpPr>
          <p:cNvPr id="271" name="Google Shape;271;p28"/>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272" name="Google Shape;272;p28"/>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273" name="Google Shape;273;p28"/>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74" name="Google Shape;274;p28"/>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275" name="Google Shape;275;p28"/>
          <p:cNvSpPr txBox="1"/>
          <p:nvPr>
            <p:ph idx="1"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276" name="Google Shape;276;p28"/>
          <p:cNvSpPr txBox="1"/>
          <p:nvPr>
            <p:ph idx="2"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277" name="Google Shape;277;p28"/>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278" name="Google Shape;278;p28"/>
          <p:cNvSpPr txBox="1"/>
          <p:nvPr>
            <p:ph idx="3" type="body"/>
          </p:nvPr>
        </p:nvSpPr>
        <p:spPr>
          <a:xfrm>
            <a:off x="1828800" y="1714500"/>
            <a:ext cx="5486400" cy="2743200"/>
          </a:xfrm>
          <a:prstGeom prst="rect">
            <a:avLst/>
          </a:prstGeom>
        </p:spPr>
        <p:txBody>
          <a:bodyPr anchorCtr="0" anchor="t" bIns="0" lIns="0" spcFirstLastPara="1" rIns="0" wrap="square" tIns="0">
            <a:noAutofit/>
          </a:bodyPr>
          <a:lstStyle>
            <a:lvl1pPr indent="-317500" lvl="0" marL="457200">
              <a:lnSpc>
                <a:spcPct val="135000"/>
              </a:lnSpc>
              <a:spcBef>
                <a:spcPts val="800"/>
              </a:spcBef>
              <a:spcAft>
                <a:spcPts val="0"/>
              </a:spcAft>
              <a:buSzPts val="1400"/>
              <a:buChar char="▸"/>
              <a:defRPr/>
            </a:lvl1pPr>
            <a:lvl2pPr indent="-317500" lvl="1" marL="914400">
              <a:lnSpc>
                <a:spcPct val="135000"/>
              </a:lnSpc>
              <a:spcBef>
                <a:spcPts val="800"/>
              </a:spcBef>
              <a:spcAft>
                <a:spcPts val="0"/>
              </a:spcAft>
              <a:buSzPts val="1400"/>
              <a:buChar char="･"/>
              <a:defRPr/>
            </a:lvl2pPr>
            <a:lvl3pPr indent="-317500" lvl="2" marL="1371600">
              <a:lnSpc>
                <a:spcPct val="135000"/>
              </a:lnSpc>
              <a:spcBef>
                <a:spcPts val="800"/>
              </a:spcBef>
              <a:spcAft>
                <a:spcPts val="0"/>
              </a:spcAft>
              <a:buSzPts val="1400"/>
              <a:buChar char="･"/>
              <a:defRPr/>
            </a:lvl3pPr>
            <a:lvl4pPr indent="-317500" lvl="3" marL="1828800">
              <a:lnSpc>
                <a:spcPct val="135000"/>
              </a:lnSpc>
              <a:spcBef>
                <a:spcPts val="800"/>
              </a:spcBef>
              <a:spcAft>
                <a:spcPts val="0"/>
              </a:spcAft>
              <a:buSzPts val="1400"/>
              <a:buChar char="･"/>
              <a:defRPr/>
            </a:lvl4pPr>
            <a:lvl5pPr indent="-317500" lvl="4" marL="2286000">
              <a:lnSpc>
                <a:spcPct val="135000"/>
              </a:lnSpc>
              <a:spcBef>
                <a:spcPts val="800"/>
              </a:spcBef>
              <a:spcAft>
                <a:spcPts val="0"/>
              </a:spcAft>
              <a:buSzPts val="1400"/>
              <a:buChar char="･"/>
              <a:defRPr/>
            </a:lvl5pPr>
            <a:lvl6pPr indent="-317500" lvl="5" marL="2743200">
              <a:lnSpc>
                <a:spcPct val="135000"/>
              </a:lnSpc>
              <a:spcBef>
                <a:spcPts val="800"/>
              </a:spcBef>
              <a:spcAft>
                <a:spcPts val="0"/>
              </a:spcAft>
              <a:buSzPts val="1400"/>
              <a:buChar char="･"/>
              <a:defRPr/>
            </a:lvl6pPr>
            <a:lvl7pPr indent="-317500" lvl="6" marL="3200400">
              <a:lnSpc>
                <a:spcPct val="135000"/>
              </a:lnSpc>
              <a:spcBef>
                <a:spcPts val="800"/>
              </a:spcBef>
              <a:spcAft>
                <a:spcPts val="0"/>
              </a:spcAft>
              <a:buSzPts val="1400"/>
              <a:buChar char="･"/>
              <a:defRPr/>
            </a:lvl7pPr>
            <a:lvl8pPr indent="-317500" lvl="7" marL="3657600">
              <a:lnSpc>
                <a:spcPct val="135000"/>
              </a:lnSpc>
              <a:spcBef>
                <a:spcPts val="800"/>
              </a:spcBef>
              <a:spcAft>
                <a:spcPts val="0"/>
              </a:spcAft>
              <a:buSzPts val="1400"/>
              <a:buChar char="･"/>
              <a:defRPr/>
            </a:lvl8pPr>
            <a:lvl9pPr indent="-317500" lvl="8" marL="4114800">
              <a:lnSpc>
                <a:spcPct val="135000"/>
              </a:lnSpc>
              <a:spcBef>
                <a:spcPts val="800"/>
              </a:spcBef>
              <a:spcAft>
                <a:spcPts val="800"/>
              </a:spcAft>
              <a:buSzPts val="14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ody">
  <p:cSld name="CUSTOM_4_17_2_1">
    <p:spTree>
      <p:nvGrpSpPr>
        <p:cNvPr id="279" name="Shape 279"/>
        <p:cNvGrpSpPr/>
        <p:nvPr/>
      </p:nvGrpSpPr>
      <p:grpSpPr>
        <a:xfrm>
          <a:off x="0" y="0"/>
          <a:ext cx="0" cy="0"/>
          <a:chOff x="0" y="0"/>
          <a:chExt cx="0" cy="0"/>
        </a:xfrm>
      </p:grpSpPr>
      <p:sp>
        <p:nvSpPr>
          <p:cNvPr id="280" name="Google Shape;280;p29"/>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9pPr>
          </a:lstStyle>
          <a:p/>
        </p:txBody>
      </p:sp>
      <p:cxnSp>
        <p:nvCxnSpPr>
          <p:cNvPr id="281" name="Google Shape;281;p29"/>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282" name="Google Shape;282;p29"/>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283" name="Google Shape;283;p29"/>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84" name="Google Shape;284;p29"/>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285" name="Google Shape;285;p29"/>
          <p:cNvSpPr txBox="1"/>
          <p:nvPr>
            <p:ph idx="2"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286" name="Google Shape;286;p29"/>
          <p:cNvSpPr txBox="1"/>
          <p:nvPr>
            <p:ph idx="3" type="body"/>
          </p:nvPr>
        </p:nvSpPr>
        <p:spPr>
          <a:xfrm>
            <a:off x="1828800" y="1200150"/>
            <a:ext cx="5486400" cy="2743200"/>
          </a:xfrm>
          <a:prstGeom prst="rect">
            <a:avLst/>
          </a:prstGeom>
        </p:spPr>
        <p:txBody>
          <a:bodyPr anchorCtr="0" anchor="t" bIns="0" lIns="0" spcFirstLastPara="1" rIns="0" wrap="square" tIns="0">
            <a:noAutofit/>
          </a:bodyPr>
          <a:lstStyle>
            <a:lvl1pPr indent="-317500" lvl="0" marL="457200">
              <a:lnSpc>
                <a:spcPct val="135000"/>
              </a:lnSpc>
              <a:spcBef>
                <a:spcPts val="800"/>
              </a:spcBef>
              <a:spcAft>
                <a:spcPts val="0"/>
              </a:spcAft>
              <a:buSzPts val="1400"/>
              <a:buChar char="▸"/>
              <a:defRPr/>
            </a:lvl1pPr>
            <a:lvl2pPr indent="-317500" lvl="1" marL="914400">
              <a:lnSpc>
                <a:spcPct val="135000"/>
              </a:lnSpc>
              <a:spcBef>
                <a:spcPts val="800"/>
              </a:spcBef>
              <a:spcAft>
                <a:spcPts val="0"/>
              </a:spcAft>
              <a:buSzPts val="1400"/>
              <a:buChar char="･"/>
              <a:defRPr/>
            </a:lvl2pPr>
            <a:lvl3pPr indent="-317500" lvl="2" marL="1371600">
              <a:lnSpc>
                <a:spcPct val="135000"/>
              </a:lnSpc>
              <a:spcBef>
                <a:spcPts val="800"/>
              </a:spcBef>
              <a:spcAft>
                <a:spcPts val="0"/>
              </a:spcAft>
              <a:buSzPts val="1400"/>
              <a:buChar char="･"/>
              <a:defRPr/>
            </a:lvl3pPr>
            <a:lvl4pPr indent="-317500" lvl="3" marL="1828800">
              <a:lnSpc>
                <a:spcPct val="135000"/>
              </a:lnSpc>
              <a:spcBef>
                <a:spcPts val="800"/>
              </a:spcBef>
              <a:spcAft>
                <a:spcPts val="0"/>
              </a:spcAft>
              <a:buSzPts val="1400"/>
              <a:buChar char="･"/>
              <a:defRPr/>
            </a:lvl4pPr>
            <a:lvl5pPr indent="-317500" lvl="4" marL="2286000">
              <a:lnSpc>
                <a:spcPct val="135000"/>
              </a:lnSpc>
              <a:spcBef>
                <a:spcPts val="800"/>
              </a:spcBef>
              <a:spcAft>
                <a:spcPts val="0"/>
              </a:spcAft>
              <a:buSzPts val="1400"/>
              <a:buChar char="･"/>
              <a:defRPr/>
            </a:lvl5pPr>
            <a:lvl6pPr indent="-317500" lvl="5" marL="2743200">
              <a:lnSpc>
                <a:spcPct val="135000"/>
              </a:lnSpc>
              <a:spcBef>
                <a:spcPts val="800"/>
              </a:spcBef>
              <a:spcAft>
                <a:spcPts val="0"/>
              </a:spcAft>
              <a:buSzPts val="1400"/>
              <a:buChar char="･"/>
              <a:defRPr/>
            </a:lvl6pPr>
            <a:lvl7pPr indent="-317500" lvl="6" marL="3200400">
              <a:lnSpc>
                <a:spcPct val="135000"/>
              </a:lnSpc>
              <a:spcBef>
                <a:spcPts val="800"/>
              </a:spcBef>
              <a:spcAft>
                <a:spcPts val="0"/>
              </a:spcAft>
              <a:buSzPts val="1400"/>
              <a:buChar char="･"/>
              <a:defRPr/>
            </a:lvl7pPr>
            <a:lvl8pPr indent="-317500" lvl="7" marL="3657600">
              <a:lnSpc>
                <a:spcPct val="135000"/>
              </a:lnSpc>
              <a:spcBef>
                <a:spcPts val="800"/>
              </a:spcBef>
              <a:spcAft>
                <a:spcPts val="0"/>
              </a:spcAft>
              <a:buSzPts val="1400"/>
              <a:buChar char="･"/>
              <a:defRPr/>
            </a:lvl8pPr>
            <a:lvl9pPr indent="-317500" lvl="8" marL="4114800">
              <a:lnSpc>
                <a:spcPct val="135000"/>
              </a:lnSpc>
              <a:spcBef>
                <a:spcPts val="800"/>
              </a:spcBef>
              <a:spcAft>
                <a:spcPts val="80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two column body">
  <p:cSld name="CUSTOM_4_17_1">
    <p:spTree>
      <p:nvGrpSpPr>
        <p:cNvPr id="287" name="Shape 287"/>
        <p:cNvGrpSpPr/>
        <p:nvPr/>
      </p:nvGrpSpPr>
      <p:grpSpPr>
        <a:xfrm>
          <a:off x="0" y="0"/>
          <a:ext cx="0" cy="0"/>
          <a:chOff x="0" y="0"/>
          <a:chExt cx="0" cy="0"/>
        </a:xfrm>
      </p:grpSpPr>
      <p:cxnSp>
        <p:nvCxnSpPr>
          <p:cNvPr id="288" name="Google Shape;288;p30"/>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289" name="Google Shape;289;p30"/>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290" name="Google Shape;290;p30"/>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91" name="Google Shape;291;p30"/>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292" name="Google Shape;292;p30"/>
          <p:cNvSpPr txBox="1"/>
          <p:nvPr>
            <p:ph idx="1"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293" name="Google Shape;293;p30"/>
          <p:cNvSpPr txBox="1"/>
          <p:nvPr>
            <p:ph idx="2" type="body"/>
          </p:nvPr>
        </p:nvSpPr>
        <p:spPr>
          <a:xfrm>
            <a:off x="663844" y="1718383"/>
            <a:ext cx="3703200" cy="2795400"/>
          </a:xfrm>
          <a:prstGeom prst="rect">
            <a:avLst/>
          </a:prstGeom>
        </p:spPr>
        <p:txBody>
          <a:bodyPr anchorCtr="0" anchor="t" bIns="0" lIns="0" spcFirstLastPara="1" rIns="0" wrap="square" tIns="0">
            <a:noAutofit/>
          </a:bodyPr>
          <a:lstStyle>
            <a:lvl1pPr indent="-317500" lvl="0" marL="457200">
              <a:lnSpc>
                <a:spcPct val="135000"/>
              </a:lnSpc>
              <a:spcBef>
                <a:spcPts val="800"/>
              </a:spcBef>
              <a:spcAft>
                <a:spcPts val="0"/>
              </a:spcAft>
              <a:buSzPts val="1400"/>
              <a:buChar char="▸"/>
              <a:defRPr/>
            </a:lvl1pPr>
            <a:lvl2pPr indent="-317500" lvl="1" marL="914400">
              <a:lnSpc>
                <a:spcPct val="135000"/>
              </a:lnSpc>
              <a:spcBef>
                <a:spcPts val="800"/>
              </a:spcBef>
              <a:spcAft>
                <a:spcPts val="0"/>
              </a:spcAft>
              <a:buSzPts val="1400"/>
              <a:buChar char="･"/>
              <a:defRPr/>
            </a:lvl2pPr>
            <a:lvl3pPr indent="-317500" lvl="2" marL="1371600">
              <a:lnSpc>
                <a:spcPct val="135000"/>
              </a:lnSpc>
              <a:spcBef>
                <a:spcPts val="800"/>
              </a:spcBef>
              <a:spcAft>
                <a:spcPts val="0"/>
              </a:spcAft>
              <a:buSzPts val="1400"/>
              <a:buChar char="･"/>
              <a:defRPr/>
            </a:lvl3pPr>
            <a:lvl4pPr indent="-317500" lvl="3" marL="1828800">
              <a:lnSpc>
                <a:spcPct val="135000"/>
              </a:lnSpc>
              <a:spcBef>
                <a:spcPts val="800"/>
              </a:spcBef>
              <a:spcAft>
                <a:spcPts val="0"/>
              </a:spcAft>
              <a:buSzPts val="1400"/>
              <a:buChar char="･"/>
              <a:defRPr/>
            </a:lvl4pPr>
            <a:lvl5pPr indent="-317500" lvl="4" marL="2286000">
              <a:lnSpc>
                <a:spcPct val="135000"/>
              </a:lnSpc>
              <a:spcBef>
                <a:spcPts val="800"/>
              </a:spcBef>
              <a:spcAft>
                <a:spcPts val="0"/>
              </a:spcAft>
              <a:buSzPts val="1400"/>
              <a:buChar char="･"/>
              <a:defRPr/>
            </a:lvl5pPr>
            <a:lvl6pPr indent="-317500" lvl="5" marL="2743200">
              <a:lnSpc>
                <a:spcPct val="135000"/>
              </a:lnSpc>
              <a:spcBef>
                <a:spcPts val="800"/>
              </a:spcBef>
              <a:spcAft>
                <a:spcPts val="0"/>
              </a:spcAft>
              <a:buSzPts val="1400"/>
              <a:buChar char="･"/>
              <a:defRPr/>
            </a:lvl6pPr>
            <a:lvl7pPr indent="-317500" lvl="6" marL="3200400">
              <a:lnSpc>
                <a:spcPct val="135000"/>
              </a:lnSpc>
              <a:spcBef>
                <a:spcPts val="800"/>
              </a:spcBef>
              <a:spcAft>
                <a:spcPts val="0"/>
              </a:spcAft>
              <a:buSzPts val="1400"/>
              <a:buChar char="･"/>
              <a:defRPr/>
            </a:lvl7pPr>
            <a:lvl8pPr indent="-317500" lvl="7" marL="3657600">
              <a:lnSpc>
                <a:spcPct val="135000"/>
              </a:lnSpc>
              <a:spcBef>
                <a:spcPts val="800"/>
              </a:spcBef>
              <a:spcAft>
                <a:spcPts val="0"/>
              </a:spcAft>
              <a:buSzPts val="1400"/>
              <a:buChar char="･"/>
              <a:defRPr/>
            </a:lvl8pPr>
            <a:lvl9pPr indent="-317500" lvl="8" marL="4114800">
              <a:lnSpc>
                <a:spcPct val="135000"/>
              </a:lnSpc>
              <a:spcBef>
                <a:spcPts val="800"/>
              </a:spcBef>
              <a:spcAft>
                <a:spcPts val="800"/>
              </a:spcAft>
              <a:buSzPts val="1400"/>
              <a:buChar char="･"/>
              <a:defRPr/>
            </a:lvl9pPr>
          </a:lstStyle>
          <a:p/>
        </p:txBody>
      </p:sp>
      <p:sp>
        <p:nvSpPr>
          <p:cNvPr id="294" name="Google Shape;294;p30"/>
          <p:cNvSpPr txBox="1"/>
          <p:nvPr>
            <p:ph idx="3" type="body"/>
          </p:nvPr>
        </p:nvSpPr>
        <p:spPr>
          <a:xfrm>
            <a:off x="4777069" y="1718381"/>
            <a:ext cx="3703200" cy="2795400"/>
          </a:xfrm>
          <a:prstGeom prst="rect">
            <a:avLst/>
          </a:prstGeom>
        </p:spPr>
        <p:txBody>
          <a:bodyPr anchorCtr="0" anchor="t" bIns="0" lIns="0" spcFirstLastPara="1" rIns="0" wrap="square" tIns="0">
            <a:noAutofit/>
          </a:bodyPr>
          <a:lstStyle>
            <a:lvl1pPr indent="-317500" lvl="0" marL="457200">
              <a:lnSpc>
                <a:spcPct val="135000"/>
              </a:lnSpc>
              <a:spcBef>
                <a:spcPts val="800"/>
              </a:spcBef>
              <a:spcAft>
                <a:spcPts val="0"/>
              </a:spcAft>
              <a:buSzPts val="1400"/>
              <a:buChar char="▸"/>
              <a:defRPr/>
            </a:lvl1pPr>
            <a:lvl2pPr indent="-317500" lvl="1" marL="914400">
              <a:lnSpc>
                <a:spcPct val="135000"/>
              </a:lnSpc>
              <a:spcBef>
                <a:spcPts val="800"/>
              </a:spcBef>
              <a:spcAft>
                <a:spcPts val="0"/>
              </a:spcAft>
              <a:buSzPts val="1400"/>
              <a:buChar char="･"/>
              <a:defRPr/>
            </a:lvl2pPr>
            <a:lvl3pPr indent="-317500" lvl="2" marL="1371600">
              <a:lnSpc>
                <a:spcPct val="135000"/>
              </a:lnSpc>
              <a:spcBef>
                <a:spcPts val="800"/>
              </a:spcBef>
              <a:spcAft>
                <a:spcPts val="0"/>
              </a:spcAft>
              <a:buSzPts val="1400"/>
              <a:buChar char="･"/>
              <a:defRPr/>
            </a:lvl3pPr>
            <a:lvl4pPr indent="-317500" lvl="3" marL="1828800">
              <a:lnSpc>
                <a:spcPct val="135000"/>
              </a:lnSpc>
              <a:spcBef>
                <a:spcPts val="800"/>
              </a:spcBef>
              <a:spcAft>
                <a:spcPts val="0"/>
              </a:spcAft>
              <a:buSzPts val="1400"/>
              <a:buChar char="･"/>
              <a:defRPr/>
            </a:lvl4pPr>
            <a:lvl5pPr indent="-317500" lvl="4" marL="2286000">
              <a:lnSpc>
                <a:spcPct val="135000"/>
              </a:lnSpc>
              <a:spcBef>
                <a:spcPts val="800"/>
              </a:spcBef>
              <a:spcAft>
                <a:spcPts val="0"/>
              </a:spcAft>
              <a:buSzPts val="1400"/>
              <a:buChar char="･"/>
              <a:defRPr/>
            </a:lvl5pPr>
            <a:lvl6pPr indent="-317500" lvl="5" marL="2743200">
              <a:lnSpc>
                <a:spcPct val="135000"/>
              </a:lnSpc>
              <a:spcBef>
                <a:spcPts val="800"/>
              </a:spcBef>
              <a:spcAft>
                <a:spcPts val="0"/>
              </a:spcAft>
              <a:buSzPts val="1400"/>
              <a:buChar char="･"/>
              <a:defRPr/>
            </a:lvl6pPr>
            <a:lvl7pPr indent="-317500" lvl="6" marL="3200400">
              <a:lnSpc>
                <a:spcPct val="135000"/>
              </a:lnSpc>
              <a:spcBef>
                <a:spcPts val="800"/>
              </a:spcBef>
              <a:spcAft>
                <a:spcPts val="0"/>
              </a:spcAft>
              <a:buSzPts val="1400"/>
              <a:buChar char="･"/>
              <a:defRPr/>
            </a:lvl7pPr>
            <a:lvl8pPr indent="-317500" lvl="7" marL="3657600">
              <a:lnSpc>
                <a:spcPct val="135000"/>
              </a:lnSpc>
              <a:spcBef>
                <a:spcPts val="800"/>
              </a:spcBef>
              <a:spcAft>
                <a:spcPts val="0"/>
              </a:spcAft>
              <a:buSzPts val="1400"/>
              <a:buChar char="･"/>
              <a:defRPr/>
            </a:lvl8pPr>
            <a:lvl9pPr indent="-317500" lvl="8" marL="4114800">
              <a:lnSpc>
                <a:spcPct val="135000"/>
              </a:lnSpc>
              <a:spcBef>
                <a:spcPts val="800"/>
              </a:spcBef>
              <a:spcAft>
                <a:spcPts val="800"/>
              </a:spcAft>
              <a:buSzPts val="1400"/>
              <a:buChar char="･"/>
              <a:defRPr/>
            </a:lvl9pPr>
          </a:lstStyle>
          <a:p/>
        </p:txBody>
      </p:sp>
      <p:sp>
        <p:nvSpPr>
          <p:cNvPr id="295" name="Google Shape;295;p30"/>
          <p:cNvSpPr txBox="1"/>
          <p:nvPr>
            <p:ph idx="4"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296" name="Google Shape;296;p30"/>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297" name="Google Shape;297;p30"/>
          <p:cNvSpPr txBox="1"/>
          <p:nvPr>
            <p:ph idx="5"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and column body">
  <p:cSld name="CUSTOM_4_17_1_1">
    <p:spTree>
      <p:nvGrpSpPr>
        <p:cNvPr id="298" name="Shape 298"/>
        <p:cNvGrpSpPr/>
        <p:nvPr/>
      </p:nvGrpSpPr>
      <p:grpSpPr>
        <a:xfrm>
          <a:off x="0" y="0"/>
          <a:ext cx="0" cy="0"/>
          <a:chOff x="0" y="0"/>
          <a:chExt cx="0" cy="0"/>
        </a:xfrm>
      </p:grpSpPr>
      <p:cxnSp>
        <p:nvCxnSpPr>
          <p:cNvPr id="299" name="Google Shape;299;p31"/>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300" name="Google Shape;300;p31"/>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301" name="Google Shape;301;p31"/>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02" name="Google Shape;302;p31"/>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303" name="Google Shape;303;p31"/>
          <p:cNvSpPr txBox="1"/>
          <p:nvPr>
            <p:ph idx="1"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304" name="Google Shape;304;p31"/>
          <p:cNvSpPr txBox="1"/>
          <p:nvPr>
            <p:ph idx="2" type="body"/>
          </p:nvPr>
        </p:nvSpPr>
        <p:spPr>
          <a:xfrm>
            <a:off x="4777069" y="1718381"/>
            <a:ext cx="3703200" cy="2795400"/>
          </a:xfrm>
          <a:prstGeom prst="rect">
            <a:avLst/>
          </a:prstGeom>
        </p:spPr>
        <p:txBody>
          <a:bodyPr anchorCtr="0" anchor="t" bIns="0" lIns="0" spcFirstLastPara="1" rIns="0" wrap="square" tIns="0">
            <a:noAutofit/>
          </a:bodyPr>
          <a:lstStyle>
            <a:lvl1pPr indent="-317500" lvl="0" marL="457200">
              <a:lnSpc>
                <a:spcPct val="135000"/>
              </a:lnSpc>
              <a:spcBef>
                <a:spcPts val="800"/>
              </a:spcBef>
              <a:spcAft>
                <a:spcPts val="0"/>
              </a:spcAft>
              <a:buSzPts val="1400"/>
              <a:buChar char="▸"/>
              <a:defRPr/>
            </a:lvl1pPr>
            <a:lvl2pPr indent="-317500" lvl="1" marL="914400">
              <a:lnSpc>
                <a:spcPct val="135000"/>
              </a:lnSpc>
              <a:spcBef>
                <a:spcPts val="800"/>
              </a:spcBef>
              <a:spcAft>
                <a:spcPts val="0"/>
              </a:spcAft>
              <a:buSzPts val="1400"/>
              <a:buChar char="･"/>
              <a:defRPr/>
            </a:lvl2pPr>
            <a:lvl3pPr indent="-317500" lvl="2" marL="1371600">
              <a:lnSpc>
                <a:spcPct val="135000"/>
              </a:lnSpc>
              <a:spcBef>
                <a:spcPts val="800"/>
              </a:spcBef>
              <a:spcAft>
                <a:spcPts val="0"/>
              </a:spcAft>
              <a:buSzPts val="1400"/>
              <a:buChar char="･"/>
              <a:defRPr/>
            </a:lvl3pPr>
            <a:lvl4pPr indent="-317500" lvl="3" marL="1828800">
              <a:lnSpc>
                <a:spcPct val="135000"/>
              </a:lnSpc>
              <a:spcBef>
                <a:spcPts val="800"/>
              </a:spcBef>
              <a:spcAft>
                <a:spcPts val="0"/>
              </a:spcAft>
              <a:buSzPts val="1400"/>
              <a:buChar char="･"/>
              <a:defRPr/>
            </a:lvl4pPr>
            <a:lvl5pPr indent="-317500" lvl="4" marL="2286000">
              <a:lnSpc>
                <a:spcPct val="135000"/>
              </a:lnSpc>
              <a:spcBef>
                <a:spcPts val="800"/>
              </a:spcBef>
              <a:spcAft>
                <a:spcPts val="0"/>
              </a:spcAft>
              <a:buSzPts val="1400"/>
              <a:buChar char="･"/>
              <a:defRPr/>
            </a:lvl5pPr>
            <a:lvl6pPr indent="-317500" lvl="5" marL="2743200">
              <a:lnSpc>
                <a:spcPct val="135000"/>
              </a:lnSpc>
              <a:spcBef>
                <a:spcPts val="800"/>
              </a:spcBef>
              <a:spcAft>
                <a:spcPts val="0"/>
              </a:spcAft>
              <a:buSzPts val="1400"/>
              <a:buChar char="･"/>
              <a:defRPr/>
            </a:lvl6pPr>
            <a:lvl7pPr indent="-317500" lvl="6" marL="3200400">
              <a:lnSpc>
                <a:spcPct val="135000"/>
              </a:lnSpc>
              <a:spcBef>
                <a:spcPts val="800"/>
              </a:spcBef>
              <a:spcAft>
                <a:spcPts val="0"/>
              </a:spcAft>
              <a:buSzPts val="1400"/>
              <a:buChar char="･"/>
              <a:defRPr/>
            </a:lvl7pPr>
            <a:lvl8pPr indent="-317500" lvl="7" marL="3657600">
              <a:lnSpc>
                <a:spcPct val="135000"/>
              </a:lnSpc>
              <a:spcBef>
                <a:spcPts val="800"/>
              </a:spcBef>
              <a:spcAft>
                <a:spcPts val="0"/>
              </a:spcAft>
              <a:buSzPts val="1400"/>
              <a:buChar char="･"/>
              <a:defRPr/>
            </a:lvl8pPr>
            <a:lvl9pPr indent="-317500" lvl="8" marL="4114800">
              <a:lnSpc>
                <a:spcPct val="135000"/>
              </a:lnSpc>
              <a:spcBef>
                <a:spcPts val="800"/>
              </a:spcBef>
              <a:spcAft>
                <a:spcPts val="800"/>
              </a:spcAft>
              <a:buSzPts val="1400"/>
              <a:buChar char="･"/>
              <a:defRPr/>
            </a:lvl9pPr>
          </a:lstStyle>
          <a:p/>
        </p:txBody>
      </p:sp>
      <p:sp>
        <p:nvSpPr>
          <p:cNvPr id="305" name="Google Shape;305;p31"/>
          <p:cNvSpPr txBox="1"/>
          <p:nvPr>
            <p:ph idx="3"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306" name="Google Shape;306;p31"/>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307" name="Google Shape;307;p31"/>
          <p:cNvSpPr txBox="1"/>
          <p:nvPr>
            <p:ph idx="4"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vertical">
  <p:cSld name="CUSTOM_4_16">
    <p:spTree>
      <p:nvGrpSpPr>
        <p:cNvPr id="308" name="Shape 308"/>
        <p:cNvGrpSpPr/>
        <p:nvPr/>
      </p:nvGrpSpPr>
      <p:grpSpPr>
        <a:xfrm>
          <a:off x="0" y="0"/>
          <a:ext cx="0" cy="0"/>
          <a:chOff x="0" y="0"/>
          <a:chExt cx="0" cy="0"/>
        </a:xfrm>
      </p:grpSpPr>
      <p:sp>
        <p:nvSpPr>
          <p:cNvPr id="309" name="Google Shape;309;p32"/>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9pPr>
          </a:lstStyle>
          <a:p/>
        </p:txBody>
      </p:sp>
      <p:cxnSp>
        <p:nvCxnSpPr>
          <p:cNvPr id="310" name="Google Shape;310;p32"/>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311" name="Google Shape;311;p32"/>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312" name="Google Shape;312;p32"/>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13" name="Google Shape;313;p32"/>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314" name="Google Shape;314;p32"/>
          <p:cNvSpPr txBox="1"/>
          <p:nvPr>
            <p:ph idx="2"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cxnSp>
        <p:nvCxnSpPr>
          <p:cNvPr id="315" name="Google Shape;315;p32"/>
          <p:cNvCxnSpPr/>
          <p:nvPr/>
        </p:nvCxnSpPr>
        <p:spPr>
          <a:xfrm>
            <a:off x="3109811" y="-5512"/>
            <a:ext cx="0" cy="5154600"/>
          </a:xfrm>
          <a:prstGeom prst="straightConnector1">
            <a:avLst/>
          </a:prstGeom>
          <a:noFill/>
          <a:ln cap="flat" cmpd="sng" w="21425">
            <a:solidFill>
              <a:srgbClr val="D5D5D5"/>
            </a:solidFill>
            <a:prstDash val="solid"/>
            <a:round/>
            <a:headEnd len="med" w="med" type="none"/>
            <a:tailEnd len="med" w="med" type="none"/>
          </a:ln>
        </p:spPr>
      </p:cxnSp>
      <p:sp>
        <p:nvSpPr>
          <p:cNvPr id="316" name="Google Shape;316;p32"/>
          <p:cNvSpPr txBox="1"/>
          <p:nvPr>
            <p:ph idx="3" type="subTitle"/>
          </p:nvPr>
        </p:nvSpPr>
        <p:spPr>
          <a:xfrm>
            <a:off x="3350831" y="1374657"/>
            <a:ext cx="3836700" cy="484200"/>
          </a:xfrm>
          <a:prstGeom prst="rect">
            <a:avLst/>
          </a:prstGeom>
        </p:spPr>
        <p:txBody>
          <a:bodyPr anchorCtr="0" anchor="t" bIns="0" lIns="0" spcFirstLastPara="1" rIns="0" wrap="square" tIns="0">
            <a:noAutofit/>
          </a:bodyPr>
          <a:lstStyle>
            <a:lvl1pPr lvl="0">
              <a:spcBef>
                <a:spcPts val="0"/>
              </a:spcBef>
              <a:spcAft>
                <a:spcPts val="0"/>
              </a:spcAft>
              <a:buNone/>
              <a:defRPr sz="1100"/>
            </a:lvl1pPr>
            <a:lvl2pPr lvl="1">
              <a:spcBef>
                <a:spcPts val="0"/>
              </a:spcBef>
              <a:spcAft>
                <a:spcPts val="0"/>
              </a:spcAft>
              <a:buNone/>
              <a:defRPr sz="1100"/>
            </a:lvl2pPr>
            <a:lvl3pPr lvl="2">
              <a:spcBef>
                <a:spcPts val="0"/>
              </a:spcBef>
              <a:spcAft>
                <a:spcPts val="0"/>
              </a:spcAft>
              <a:buNone/>
              <a:defRPr sz="1100"/>
            </a:lvl3pPr>
            <a:lvl4pPr lvl="3">
              <a:spcBef>
                <a:spcPts val="0"/>
              </a:spcBef>
              <a:spcAft>
                <a:spcPts val="0"/>
              </a:spcAft>
              <a:buNone/>
              <a:defRPr sz="1100"/>
            </a:lvl4pPr>
            <a:lvl5pPr lvl="4">
              <a:spcBef>
                <a:spcPts val="0"/>
              </a:spcBef>
              <a:spcAft>
                <a:spcPts val="0"/>
              </a:spcAft>
              <a:buNone/>
              <a:defRPr sz="1100"/>
            </a:lvl5pPr>
            <a:lvl6pPr lvl="5">
              <a:spcBef>
                <a:spcPts val="0"/>
              </a:spcBef>
              <a:spcAft>
                <a:spcPts val="0"/>
              </a:spcAft>
              <a:buNone/>
              <a:defRPr sz="1100"/>
            </a:lvl6pPr>
            <a:lvl7pPr lvl="6">
              <a:spcBef>
                <a:spcPts val="0"/>
              </a:spcBef>
              <a:spcAft>
                <a:spcPts val="0"/>
              </a:spcAft>
              <a:buNone/>
              <a:defRPr sz="1100"/>
            </a:lvl7pPr>
            <a:lvl8pPr lvl="7">
              <a:spcBef>
                <a:spcPts val="0"/>
              </a:spcBef>
              <a:spcAft>
                <a:spcPts val="0"/>
              </a:spcAft>
              <a:buNone/>
              <a:defRPr sz="1100"/>
            </a:lvl8pPr>
            <a:lvl9pPr lvl="8">
              <a:spcBef>
                <a:spcPts val="0"/>
              </a:spcBef>
              <a:spcAft>
                <a:spcPts val="0"/>
              </a:spcAft>
              <a:buNone/>
              <a:defRPr sz="1100"/>
            </a:lvl9pPr>
          </a:lstStyle>
          <a:p/>
        </p:txBody>
      </p:sp>
      <p:sp>
        <p:nvSpPr>
          <p:cNvPr id="317" name="Google Shape;317;p32"/>
          <p:cNvSpPr txBox="1"/>
          <p:nvPr>
            <p:ph idx="4" type="subTitle"/>
          </p:nvPr>
        </p:nvSpPr>
        <p:spPr>
          <a:xfrm>
            <a:off x="3350831" y="1080975"/>
            <a:ext cx="3404100" cy="2241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100">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a:latin typeface="Red Hat Display Medium"/>
                <a:ea typeface="Red Hat Display Medium"/>
                <a:cs typeface="Red Hat Display Medium"/>
                <a:sym typeface="Red Hat Display Medium"/>
              </a:defRPr>
            </a:lvl9pPr>
          </a:lstStyle>
          <a:p/>
        </p:txBody>
      </p:sp>
      <p:sp>
        <p:nvSpPr>
          <p:cNvPr id="318" name="Google Shape;318;p32"/>
          <p:cNvSpPr txBox="1"/>
          <p:nvPr>
            <p:ph idx="5" type="subTitle"/>
          </p:nvPr>
        </p:nvSpPr>
        <p:spPr>
          <a:xfrm>
            <a:off x="2521875" y="1374657"/>
            <a:ext cx="517500" cy="176100"/>
          </a:xfrm>
          <a:prstGeom prst="rect">
            <a:avLst/>
          </a:prstGeom>
        </p:spPr>
        <p:txBody>
          <a:bodyPr anchorCtr="0" anchor="t" bIns="0" lIns="0" spcFirstLastPara="1" rIns="0" wrap="square" tIns="0">
            <a:noAutofit/>
          </a:bodyPr>
          <a:lstStyle>
            <a:lvl1pPr lvl="0" algn="ctr">
              <a:spcBef>
                <a:spcPts val="0"/>
              </a:spcBef>
              <a:spcAft>
                <a:spcPts val="0"/>
              </a:spcAft>
              <a:buNone/>
              <a:defRPr sz="1100"/>
            </a:lvl1pPr>
            <a:lvl2pPr lvl="1" algn="ctr">
              <a:spcBef>
                <a:spcPts val="0"/>
              </a:spcBef>
              <a:spcAft>
                <a:spcPts val="0"/>
              </a:spcAft>
              <a:buNone/>
              <a:defRPr sz="1100"/>
            </a:lvl2pPr>
            <a:lvl3pPr lvl="2" algn="ctr">
              <a:spcBef>
                <a:spcPts val="0"/>
              </a:spcBef>
              <a:spcAft>
                <a:spcPts val="0"/>
              </a:spcAft>
              <a:buNone/>
              <a:defRPr sz="1100"/>
            </a:lvl3pPr>
            <a:lvl4pPr lvl="3" algn="ctr">
              <a:spcBef>
                <a:spcPts val="0"/>
              </a:spcBef>
              <a:spcAft>
                <a:spcPts val="0"/>
              </a:spcAft>
              <a:buNone/>
              <a:defRPr sz="1100"/>
            </a:lvl4pPr>
            <a:lvl5pPr lvl="4" algn="ctr">
              <a:spcBef>
                <a:spcPts val="0"/>
              </a:spcBef>
              <a:spcAft>
                <a:spcPts val="0"/>
              </a:spcAft>
              <a:buNone/>
              <a:defRPr sz="1100"/>
            </a:lvl5pPr>
            <a:lvl6pPr lvl="5" algn="ctr">
              <a:spcBef>
                <a:spcPts val="0"/>
              </a:spcBef>
              <a:spcAft>
                <a:spcPts val="0"/>
              </a:spcAft>
              <a:buNone/>
              <a:defRPr sz="1100"/>
            </a:lvl6pPr>
            <a:lvl7pPr lvl="6" algn="ctr">
              <a:spcBef>
                <a:spcPts val="0"/>
              </a:spcBef>
              <a:spcAft>
                <a:spcPts val="0"/>
              </a:spcAft>
              <a:buNone/>
              <a:defRPr sz="1100"/>
            </a:lvl7pPr>
            <a:lvl8pPr lvl="7" algn="ctr">
              <a:spcBef>
                <a:spcPts val="0"/>
              </a:spcBef>
              <a:spcAft>
                <a:spcPts val="0"/>
              </a:spcAft>
              <a:buNone/>
              <a:defRPr sz="1100"/>
            </a:lvl8pPr>
            <a:lvl9pPr lvl="8" algn="ctr">
              <a:spcBef>
                <a:spcPts val="0"/>
              </a:spcBef>
              <a:spcAft>
                <a:spcPts val="0"/>
              </a:spcAft>
              <a:buNone/>
              <a:defRPr sz="11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horizontal">
  <p:cSld name="CUSTOM_4_15">
    <p:spTree>
      <p:nvGrpSpPr>
        <p:cNvPr id="319" name="Shape 319"/>
        <p:cNvGrpSpPr/>
        <p:nvPr/>
      </p:nvGrpSpPr>
      <p:grpSpPr>
        <a:xfrm>
          <a:off x="0" y="0"/>
          <a:ext cx="0" cy="0"/>
          <a:chOff x="0" y="0"/>
          <a:chExt cx="0" cy="0"/>
        </a:xfrm>
      </p:grpSpPr>
      <p:cxnSp>
        <p:nvCxnSpPr>
          <p:cNvPr id="320" name="Google Shape;320;p33"/>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321" name="Google Shape;321;p33"/>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322" name="Google Shape;322;p33"/>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23" name="Google Shape;323;p33"/>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324" name="Google Shape;324;p33"/>
          <p:cNvSpPr txBox="1"/>
          <p:nvPr>
            <p:ph idx="1"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325" name="Google Shape;325;p33"/>
          <p:cNvSpPr txBox="1"/>
          <p:nvPr>
            <p:ph idx="2" type="subTitle"/>
          </p:nvPr>
        </p:nvSpPr>
        <p:spPr>
          <a:xfrm>
            <a:off x="1531819" y="1873120"/>
            <a:ext cx="1580100" cy="2844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900">
                <a:latin typeface="Red Hat Display Medium"/>
                <a:ea typeface="Red Hat Display Medium"/>
                <a:cs typeface="Red Hat Display Medium"/>
                <a:sym typeface="Red Hat Display Medium"/>
              </a:defRPr>
            </a:lvl1pPr>
            <a:lvl2pPr lvl="1">
              <a:lnSpc>
                <a:spcPct val="115000"/>
              </a:lnSpc>
              <a:spcBef>
                <a:spcPts val="0"/>
              </a:spcBef>
              <a:spcAft>
                <a:spcPts val="0"/>
              </a:spcAft>
              <a:buNone/>
              <a:defRPr sz="900">
                <a:latin typeface="Red Hat Display Medium"/>
                <a:ea typeface="Red Hat Display Medium"/>
                <a:cs typeface="Red Hat Display Medium"/>
                <a:sym typeface="Red Hat Display Medium"/>
              </a:defRPr>
            </a:lvl2pPr>
            <a:lvl3pPr lvl="2">
              <a:lnSpc>
                <a:spcPct val="115000"/>
              </a:lnSpc>
              <a:spcBef>
                <a:spcPts val="0"/>
              </a:spcBef>
              <a:spcAft>
                <a:spcPts val="0"/>
              </a:spcAft>
              <a:buNone/>
              <a:defRPr sz="900">
                <a:latin typeface="Red Hat Display Medium"/>
                <a:ea typeface="Red Hat Display Medium"/>
                <a:cs typeface="Red Hat Display Medium"/>
                <a:sym typeface="Red Hat Display Medium"/>
              </a:defRPr>
            </a:lvl3pPr>
            <a:lvl4pPr lvl="3">
              <a:lnSpc>
                <a:spcPct val="115000"/>
              </a:lnSpc>
              <a:spcBef>
                <a:spcPts val="0"/>
              </a:spcBef>
              <a:spcAft>
                <a:spcPts val="0"/>
              </a:spcAft>
              <a:buNone/>
              <a:defRPr sz="900">
                <a:latin typeface="Red Hat Display Medium"/>
                <a:ea typeface="Red Hat Display Medium"/>
                <a:cs typeface="Red Hat Display Medium"/>
                <a:sym typeface="Red Hat Display Medium"/>
              </a:defRPr>
            </a:lvl4pPr>
            <a:lvl5pPr lvl="4">
              <a:lnSpc>
                <a:spcPct val="115000"/>
              </a:lnSpc>
              <a:spcBef>
                <a:spcPts val="0"/>
              </a:spcBef>
              <a:spcAft>
                <a:spcPts val="0"/>
              </a:spcAft>
              <a:buNone/>
              <a:defRPr sz="900">
                <a:latin typeface="Red Hat Display Medium"/>
                <a:ea typeface="Red Hat Display Medium"/>
                <a:cs typeface="Red Hat Display Medium"/>
                <a:sym typeface="Red Hat Display Medium"/>
              </a:defRPr>
            </a:lvl5pPr>
            <a:lvl6pPr lvl="5">
              <a:lnSpc>
                <a:spcPct val="115000"/>
              </a:lnSpc>
              <a:spcBef>
                <a:spcPts val="0"/>
              </a:spcBef>
              <a:spcAft>
                <a:spcPts val="0"/>
              </a:spcAft>
              <a:buNone/>
              <a:defRPr sz="900">
                <a:latin typeface="Red Hat Display Medium"/>
                <a:ea typeface="Red Hat Display Medium"/>
                <a:cs typeface="Red Hat Display Medium"/>
                <a:sym typeface="Red Hat Display Medium"/>
              </a:defRPr>
            </a:lvl6pPr>
            <a:lvl7pPr lvl="6">
              <a:lnSpc>
                <a:spcPct val="115000"/>
              </a:lnSpc>
              <a:spcBef>
                <a:spcPts val="0"/>
              </a:spcBef>
              <a:spcAft>
                <a:spcPts val="0"/>
              </a:spcAft>
              <a:buNone/>
              <a:defRPr sz="900">
                <a:latin typeface="Red Hat Display Medium"/>
                <a:ea typeface="Red Hat Display Medium"/>
                <a:cs typeface="Red Hat Display Medium"/>
                <a:sym typeface="Red Hat Display Medium"/>
              </a:defRPr>
            </a:lvl7pPr>
            <a:lvl8pPr lvl="7">
              <a:lnSpc>
                <a:spcPct val="115000"/>
              </a:lnSpc>
              <a:spcBef>
                <a:spcPts val="0"/>
              </a:spcBef>
              <a:spcAft>
                <a:spcPts val="0"/>
              </a:spcAft>
              <a:buNone/>
              <a:defRPr sz="900">
                <a:latin typeface="Red Hat Display Medium"/>
                <a:ea typeface="Red Hat Display Medium"/>
                <a:cs typeface="Red Hat Display Medium"/>
                <a:sym typeface="Red Hat Display Medium"/>
              </a:defRPr>
            </a:lvl8pPr>
            <a:lvl9pPr lvl="8">
              <a:lnSpc>
                <a:spcPct val="115000"/>
              </a:lnSpc>
              <a:spcBef>
                <a:spcPts val="0"/>
              </a:spcBef>
              <a:spcAft>
                <a:spcPts val="0"/>
              </a:spcAft>
              <a:buNone/>
              <a:defRPr sz="900">
                <a:latin typeface="Red Hat Display Medium"/>
                <a:ea typeface="Red Hat Display Medium"/>
                <a:cs typeface="Red Hat Display Medium"/>
                <a:sym typeface="Red Hat Display Medium"/>
              </a:defRPr>
            </a:lvl9pPr>
          </a:lstStyle>
          <a:p/>
        </p:txBody>
      </p:sp>
      <p:sp>
        <p:nvSpPr>
          <p:cNvPr id="326" name="Google Shape;326;p33"/>
          <p:cNvSpPr txBox="1"/>
          <p:nvPr>
            <p:ph idx="3" type="subTitle"/>
          </p:nvPr>
        </p:nvSpPr>
        <p:spPr>
          <a:xfrm>
            <a:off x="1531819" y="2177606"/>
            <a:ext cx="1580100" cy="506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900"/>
            </a:lvl1pPr>
            <a:lvl2pPr lvl="1">
              <a:lnSpc>
                <a:spcPct val="115000"/>
              </a:lnSpc>
              <a:spcBef>
                <a:spcPts val="0"/>
              </a:spcBef>
              <a:spcAft>
                <a:spcPts val="0"/>
              </a:spcAft>
              <a:buNone/>
              <a:defRPr sz="900"/>
            </a:lvl2pPr>
            <a:lvl3pPr lvl="2">
              <a:lnSpc>
                <a:spcPct val="115000"/>
              </a:lnSpc>
              <a:spcBef>
                <a:spcPts val="0"/>
              </a:spcBef>
              <a:spcAft>
                <a:spcPts val="0"/>
              </a:spcAft>
              <a:buNone/>
              <a:defRPr sz="900"/>
            </a:lvl3pPr>
            <a:lvl4pPr lvl="3">
              <a:lnSpc>
                <a:spcPct val="115000"/>
              </a:lnSpc>
              <a:spcBef>
                <a:spcPts val="0"/>
              </a:spcBef>
              <a:spcAft>
                <a:spcPts val="0"/>
              </a:spcAft>
              <a:buNone/>
              <a:defRPr sz="900"/>
            </a:lvl4pPr>
            <a:lvl5pPr lvl="4">
              <a:lnSpc>
                <a:spcPct val="115000"/>
              </a:lnSpc>
              <a:spcBef>
                <a:spcPts val="0"/>
              </a:spcBef>
              <a:spcAft>
                <a:spcPts val="0"/>
              </a:spcAft>
              <a:buNone/>
              <a:defRPr sz="900"/>
            </a:lvl5pPr>
            <a:lvl6pPr lvl="5">
              <a:lnSpc>
                <a:spcPct val="115000"/>
              </a:lnSpc>
              <a:spcBef>
                <a:spcPts val="0"/>
              </a:spcBef>
              <a:spcAft>
                <a:spcPts val="0"/>
              </a:spcAft>
              <a:buNone/>
              <a:defRPr sz="900"/>
            </a:lvl6pPr>
            <a:lvl7pPr lvl="6">
              <a:lnSpc>
                <a:spcPct val="115000"/>
              </a:lnSpc>
              <a:spcBef>
                <a:spcPts val="0"/>
              </a:spcBef>
              <a:spcAft>
                <a:spcPts val="0"/>
              </a:spcAft>
              <a:buNone/>
              <a:defRPr sz="900"/>
            </a:lvl7pPr>
            <a:lvl8pPr lvl="7">
              <a:lnSpc>
                <a:spcPct val="115000"/>
              </a:lnSpc>
              <a:spcBef>
                <a:spcPts val="0"/>
              </a:spcBef>
              <a:spcAft>
                <a:spcPts val="0"/>
              </a:spcAft>
              <a:buNone/>
              <a:defRPr sz="900"/>
            </a:lvl8pPr>
            <a:lvl9pPr lvl="8">
              <a:lnSpc>
                <a:spcPct val="115000"/>
              </a:lnSpc>
              <a:spcBef>
                <a:spcPts val="0"/>
              </a:spcBef>
              <a:spcAft>
                <a:spcPts val="0"/>
              </a:spcAft>
              <a:buNone/>
              <a:defRPr sz="900"/>
            </a:lvl9pPr>
          </a:lstStyle>
          <a:p/>
        </p:txBody>
      </p:sp>
      <p:sp>
        <p:nvSpPr>
          <p:cNvPr id="327" name="Google Shape;327;p33"/>
          <p:cNvSpPr txBox="1"/>
          <p:nvPr>
            <p:ph idx="4" type="subTitle"/>
          </p:nvPr>
        </p:nvSpPr>
        <p:spPr>
          <a:xfrm>
            <a:off x="1197356" y="3302681"/>
            <a:ext cx="732000" cy="176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1100">
                <a:solidFill>
                  <a:schemeClr val="accent1"/>
                </a:solidFill>
              </a:defRPr>
            </a:lvl1pPr>
            <a:lvl2pPr lvl="1" algn="ctr">
              <a:lnSpc>
                <a:spcPct val="115000"/>
              </a:lnSpc>
              <a:spcBef>
                <a:spcPts val="0"/>
              </a:spcBef>
              <a:spcAft>
                <a:spcPts val="0"/>
              </a:spcAft>
              <a:buNone/>
              <a:defRPr sz="1100">
                <a:solidFill>
                  <a:schemeClr val="accent1"/>
                </a:solidFill>
              </a:defRPr>
            </a:lvl2pPr>
            <a:lvl3pPr lvl="2" algn="ctr">
              <a:lnSpc>
                <a:spcPct val="115000"/>
              </a:lnSpc>
              <a:spcBef>
                <a:spcPts val="0"/>
              </a:spcBef>
              <a:spcAft>
                <a:spcPts val="0"/>
              </a:spcAft>
              <a:buNone/>
              <a:defRPr sz="1100">
                <a:solidFill>
                  <a:schemeClr val="accent1"/>
                </a:solidFill>
              </a:defRPr>
            </a:lvl3pPr>
            <a:lvl4pPr lvl="3" algn="ctr">
              <a:lnSpc>
                <a:spcPct val="115000"/>
              </a:lnSpc>
              <a:spcBef>
                <a:spcPts val="0"/>
              </a:spcBef>
              <a:spcAft>
                <a:spcPts val="0"/>
              </a:spcAft>
              <a:buNone/>
              <a:defRPr sz="1100">
                <a:solidFill>
                  <a:schemeClr val="accent1"/>
                </a:solidFill>
              </a:defRPr>
            </a:lvl4pPr>
            <a:lvl5pPr lvl="4" algn="ctr">
              <a:lnSpc>
                <a:spcPct val="115000"/>
              </a:lnSpc>
              <a:spcBef>
                <a:spcPts val="0"/>
              </a:spcBef>
              <a:spcAft>
                <a:spcPts val="0"/>
              </a:spcAft>
              <a:buNone/>
              <a:defRPr sz="1100">
                <a:solidFill>
                  <a:schemeClr val="accent1"/>
                </a:solidFill>
              </a:defRPr>
            </a:lvl5pPr>
            <a:lvl6pPr lvl="5" algn="ctr">
              <a:lnSpc>
                <a:spcPct val="115000"/>
              </a:lnSpc>
              <a:spcBef>
                <a:spcPts val="0"/>
              </a:spcBef>
              <a:spcAft>
                <a:spcPts val="0"/>
              </a:spcAft>
              <a:buNone/>
              <a:defRPr sz="1100">
                <a:solidFill>
                  <a:schemeClr val="accent1"/>
                </a:solidFill>
              </a:defRPr>
            </a:lvl6pPr>
            <a:lvl7pPr lvl="6" algn="ctr">
              <a:lnSpc>
                <a:spcPct val="115000"/>
              </a:lnSpc>
              <a:spcBef>
                <a:spcPts val="0"/>
              </a:spcBef>
              <a:spcAft>
                <a:spcPts val="0"/>
              </a:spcAft>
              <a:buNone/>
              <a:defRPr sz="1100">
                <a:solidFill>
                  <a:schemeClr val="accent1"/>
                </a:solidFill>
              </a:defRPr>
            </a:lvl7pPr>
            <a:lvl8pPr lvl="7" algn="ctr">
              <a:lnSpc>
                <a:spcPct val="115000"/>
              </a:lnSpc>
              <a:spcBef>
                <a:spcPts val="0"/>
              </a:spcBef>
              <a:spcAft>
                <a:spcPts val="0"/>
              </a:spcAft>
              <a:buNone/>
              <a:defRPr sz="1100">
                <a:solidFill>
                  <a:schemeClr val="accent1"/>
                </a:solidFill>
              </a:defRPr>
            </a:lvl8pPr>
            <a:lvl9pPr lvl="8" algn="ctr">
              <a:lnSpc>
                <a:spcPct val="115000"/>
              </a:lnSpc>
              <a:spcBef>
                <a:spcPts val="0"/>
              </a:spcBef>
              <a:spcAft>
                <a:spcPts val="0"/>
              </a:spcAft>
              <a:buNone/>
              <a:defRPr sz="1100">
                <a:solidFill>
                  <a:schemeClr val="accent1"/>
                </a:solidFill>
              </a:defRPr>
            </a:lvl9pPr>
          </a:lstStyle>
          <a:p/>
        </p:txBody>
      </p:sp>
      <p:sp>
        <p:nvSpPr>
          <p:cNvPr id="328" name="Google Shape;328;p33"/>
          <p:cNvSpPr txBox="1"/>
          <p:nvPr>
            <p:ph idx="5" type="subTitle"/>
          </p:nvPr>
        </p:nvSpPr>
        <p:spPr>
          <a:xfrm>
            <a:off x="2459231" y="2919383"/>
            <a:ext cx="732000" cy="176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1100">
                <a:solidFill>
                  <a:schemeClr val="accent1"/>
                </a:solidFill>
              </a:defRPr>
            </a:lvl1pPr>
            <a:lvl2pPr lvl="1" algn="ctr">
              <a:lnSpc>
                <a:spcPct val="115000"/>
              </a:lnSpc>
              <a:spcBef>
                <a:spcPts val="0"/>
              </a:spcBef>
              <a:spcAft>
                <a:spcPts val="0"/>
              </a:spcAft>
              <a:buNone/>
              <a:defRPr sz="1100">
                <a:solidFill>
                  <a:schemeClr val="accent1"/>
                </a:solidFill>
              </a:defRPr>
            </a:lvl2pPr>
            <a:lvl3pPr lvl="2" algn="ctr">
              <a:lnSpc>
                <a:spcPct val="115000"/>
              </a:lnSpc>
              <a:spcBef>
                <a:spcPts val="0"/>
              </a:spcBef>
              <a:spcAft>
                <a:spcPts val="0"/>
              </a:spcAft>
              <a:buNone/>
              <a:defRPr sz="1100">
                <a:solidFill>
                  <a:schemeClr val="accent1"/>
                </a:solidFill>
              </a:defRPr>
            </a:lvl3pPr>
            <a:lvl4pPr lvl="3" algn="ctr">
              <a:lnSpc>
                <a:spcPct val="115000"/>
              </a:lnSpc>
              <a:spcBef>
                <a:spcPts val="0"/>
              </a:spcBef>
              <a:spcAft>
                <a:spcPts val="0"/>
              </a:spcAft>
              <a:buNone/>
              <a:defRPr sz="1100">
                <a:solidFill>
                  <a:schemeClr val="accent1"/>
                </a:solidFill>
              </a:defRPr>
            </a:lvl4pPr>
            <a:lvl5pPr lvl="4" algn="ctr">
              <a:lnSpc>
                <a:spcPct val="115000"/>
              </a:lnSpc>
              <a:spcBef>
                <a:spcPts val="0"/>
              </a:spcBef>
              <a:spcAft>
                <a:spcPts val="0"/>
              </a:spcAft>
              <a:buNone/>
              <a:defRPr sz="1100">
                <a:solidFill>
                  <a:schemeClr val="accent1"/>
                </a:solidFill>
              </a:defRPr>
            </a:lvl5pPr>
            <a:lvl6pPr lvl="5" algn="ctr">
              <a:lnSpc>
                <a:spcPct val="115000"/>
              </a:lnSpc>
              <a:spcBef>
                <a:spcPts val="0"/>
              </a:spcBef>
              <a:spcAft>
                <a:spcPts val="0"/>
              </a:spcAft>
              <a:buNone/>
              <a:defRPr sz="1100">
                <a:solidFill>
                  <a:schemeClr val="accent1"/>
                </a:solidFill>
              </a:defRPr>
            </a:lvl6pPr>
            <a:lvl7pPr lvl="6" algn="ctr">
              <a:lnSpc>
                <a:spcPct val="115000"/>
              </a:lnSpc>
              <a:spcBef>
                <a:spcPts val="0"/>
              </a:spcBef>
              <a:spcAft>
                <a:spcPts val="0"/>
              </a:spcAft>
              <a:buNone/>
              <a:defRPr sz="1100">
                <a:solidFill>
                  <a:schemeClr val="accent1"/>
                </a:solidFill>
              </a:defRPr>
            </a:lvl7pPr>
            <a:lvl8pPr lvl="7" algn="ctr">
              <a:lnSpc>
                <a:spcPct val="115000"/>
              </a:lnSpc>
              <a:spcBef>
                <a:spcPts val="0"/>
              </a:spcBef>
              <a:spcAft>
                <a:spcPts val="0"/>
              </a:spcAft>
              <a:buNone/>
              <a:defRPr sz="1100">
                <a:solidFill>
                  <a:schemeClr val="accent1"/>
                </a:solidFill>
              </a:defRPr>
            </a:lvl8pPr>
            <a:lvl9pPr lvl="8" algn="ctr">
              <a:lnSpc>
                <a:spcPct val="115000"/>
              </a:lnSpc>
              <a:spcBef>
                <a:spcPts val="0"/>
              </a:spcBef>
              <a:spcAft>
                <a:spcPts val="0"/>
              </a:spcAft>
              <a:buNone/>
              <a:defRPr sz="1100">
                <a:solidFill>
                  <a:schemeClr val="accent1"/>
                </a:solidFill>
              </a:defRPr>
            </a:lvl9pPr>
          </a:lstStyle>
          <a:p/>
        </p:txBody>
      </p:sp>
      <p:sp>
        <p:nvSpPr>
          <p:cNvPr id="329" name="Google Shape;329;p33"/>
          <p:cNvSpPr txBox="1"/>
          <p:nvPr>
            <p:ph idx="6" type="subTitle"/>
          </p:nvPr>
        </p:nvSpPr>
        <p:spPr>
          <a:xfrm>
            <a:off x="1285069" y="3564541"/>
            <a:ext cx="1580100" cy="284400"/>
          </a:xfrm>
          <a:prstGeom prst="rect">
            <a:avLst/>
          </a:prstGeom>
        </p:spPr>
        <p:txBody>
          <a:bodyPr anchorCtr="0" anchor="b" bIns="0" lIns="0" spcFirstLastPara="1" rIns="0" wrap="square" tIns="0">
            <a:noAutofit/>
          </a:bodyPr>
          <a:lstStyle>
            <a:lvl1pPr lvl="0" algn="r">
              <a:lnSpc>
                <a:spcPct val="115000"/>
              </a:lnSpc>
              <a:spcBef>
                <a:spcPts val="0"/>
              </a:spcBef>
              <a:spcAft>
                <a:spcPts val="0"/>
              </a:spcAft>
              <a:buNone/>
              <a:defRPr sz="900">
                <a:latin typeface="Red Hat Display Medium"/>
                <a:ea typeface="Red Hat Display Medium"/>
                <a:cs typeface="Red Hat Display Medium"/>
                <a:sym typeface="Red Hat Display Medium"/>
              </a:defRPr>
            </a:lvl1pPr>
            <a:lvl2pPr lvl="1" algn="r">
              <a:lnSpc>
                <a:spcPct val="115000"/>
              </a:lnSpc>
              <a:spcBef>
                <a:spcPts val="0"/>
              </a:spcBef>
              <a:spcAft>
                <a:spcPts val="0"/>
              </a:spcAft>
              <a:buNone/>
              <a:defRPr sz="900">
                <a:latin typeface="Red Hat Display Medium"/>
                <a:ea typeface="Red Hat Display Medium"/>
                <a:cs typeface="Red Hat Display Medium"/>
                <a:sym typeface="Red Hat Display Medium"/>
              </a:defRPr>
            </a:lvl2pPr>
            <a:lvl3pPr lvl="2" algn="r">
              <a:lnSpc>
                <a:spcPct val="115000"/>
              </a:lnSpc>
              <a:spcBef>
                <a:spcPts val="0"/>
              </a:spcBef>
              <a:spcAft>
                <a:spcPts val="0"/>
              </a:spcAft>
              <a:buNone/>
              <a:defRPr sz="900">
                <a:latin typeface="Red Hat Display Medium"/>
                <a:ea typeface="Red Hat Display Medium"/>
                <a:cs typeface="Red Hat Display Medium"/>
                <a:sym typeface="Red Hat Display Medium"/>
              </a:defRPr>
            </a:lvl3pPr>
            <a:lvl4pPr lvl="3" algn="r">
              <a:lnSpc>
                <a:spcPct val="115000"/>
              </a:lnSpc>
              <a:spcBef>
                <a:spcPts val="0"/>
              </a:spcBef>
              <a:spcAft>
                <a:spcPts val="0"/>
              </a:spcAft>
              <a:buNone/>
              <a:defRPr sz="900">
                <a:latin typeface="Red Hat Display Medium"/>
                <a:ea typeface="Red Hat Display Medium"/>
                <a:cs typeface="Red Hat Display Medium"/>
                <a:sym typeface="Red Hat Display Medium"/>
              </a:defRPr>
            </a:lvl4pPr>
            <a:lvl5pPr lvl="4" algn="r">
              <a:lnSpc>
                <a:spcPct val="115000"/>
              </a:lnSpc>
              <a:spcBef>
                <a:spcPts val="0"/>
              </a:spcBef>
              <a:spcAft>
                <a:spcPts val="0"/>
              </a:spcAft>
              <a:buNone/>
              <a:defRPr sz="900">
                <a:latin typeface="Red Hat Display Medium"/>
                <a:ea typeface="Red Hat Display Medium"/>
                <a:cs typeface="Red Hat Display Medium"/>
                <a:sym typeface="Red Hat Display Medium"/>
              </a:defRPr>
            </a:lvl5pPr>
            <a:lvl6pPr lvl="5" algn="r">
              <a:lnSpc>
                <a:spcPct val="115000"/>
              </a:lnSpc>
              <a:spcBef>
                <a:spcPts val="0"/>
              </a:spcBef>
              <a:spcAft>
                <a:spcPts val="0"/>
              </a:spcAft>
              <a:buNone/>
              <a:defRPr sz="900">
                <a:latin typeface="Red Hat Display Medium"/>
                <a:ea typeface="Red Hat Display Medium"/>
                <a:cs typeface="Red Hat Display Medium"/>
                <a:sym typeface="Red Hat Display Medium"/>
              </a:defRPr>
            </a:lvl6pPr>
            <a:lvl7pPr lvl="6" algn="r">
              <a:lnSpc>
                <a:spcPct val="115000"/>
              </a:lnSpc>
              <a:spcBef>
                <a:spcPts val="0"/>
              </a:spcBef>
              <a:spcAft>
                <a:spcPts val="0"/>
              </a:spcAft>
              <a:buNone/>
              <a:defRPr sz="900">
                <a:latin typeface="Red Hat Display Medium"/>
                <a:ea typeface="Red Hat Display Medium"/>
                <a:cs typeface="Red Hat Display Medium"/>
                <a:sym typeface="Red Hat Display Medium"/>
              </a:defRPr>
            </a:lvl7pPr>
            <a:lvl8pPr lvl="7" algn="r">
              <a:lnSpc>
                <a:spcPct val="115000"/>
              </a:lnSpc>
              <a:spcBef>
                <a:spcPts val="0"/>
              </a:spcBef>
              <a:spcAft>
                <a:spcPts val="0"/>
              </a:spcAft>
              <a:buNone/>
              <a:defRPr sz="900">
                <a:latin typeface="Red Hat Display Medium"/>
                <a:ea typeface="Red Hat Display Medium"/>
                <a:cs typeface="Red Hat Display Medium"/>
                <a:sym typeface="Red Hat Display Medium"/>
              </a:defRPr>
            </a:lvl8pPr>
            <a:lvl9pPr lvl="8" algn="r">
              <a:lnSpc>
                <a:spcPct val="115000"/>
              </a:lnSpc>
              <a:spcBef>
                <a:spcPts val="0"/>
              </a:spcBef>
              <a:spcAft>
                <a:spcPts val="0"/>
              </a:spcAft>
              <a:buNone/>
              <a:defRPr sz="900">
                <a:latin typeface="Red Hat Display Medium"/>
                <a:ea typeface="Red Hat Display Medium"/>
                <a:cs typeface="Red Hat Display Medium"/>
                <a:sym typeface="Red Hat Display Medium"/>
              </a:defRPr>
            </a:lvl9pPr>
          </a:lstStyle>
          <a:p/>
        </p:txBody>
      </p:sp>
      <p:sp>
        <p:nvSpPr>
          <p:cNvPr id="330" name="Google Shape;330;p33"/>
          <p:cNvSpPr txBox="1"/>
          <p:nvPr>
            <p:ph idx="7" type="subTitle"/>
          </p:nvPr>
        </p:nvSpPr>
        <p:spPr>
          <a:xfrm>
            <a:off x="1285069" y="3869028"/>
            <a:ext cx="1580100" cy="5064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900"/>
            </a:lvl1pPr>
            <a:lvl2pPr lvl="1" algn="r">
              <a:lnSpc>
                <a:spcPct val="115000"/>
              </a:lnSpc>
              <a:spcBef>
                <a:spcPts val="0"/>
              </a:spcBef>
              <a:spcAft>
                <a:spcPts val="0"/>
              </a:spcAft>
              <a:buNone/>
              <a:defRPr sz="900"/>
            </a:lvl2pPr>
            <a:lvl3pPr lvl="2" algn="r">
              <a:lnSpc>
                <a:spcPct val="115000"/>
              </a:lnSpc>
              <a:spcBef>
                <a:spcPts val="0"/>
              </a:spcBef>
              <a:spcAft>
                <a:spcPts val="0"/>
              </a:spcAft>
              <a:buNone/>
              <a:defRPr sz="900"/>
            </a:lvl3pPr>
            <a:lvl4pPr lvl="3" algn="r">
              <a:lnSpc>
                <a:spcPct val="115000"/>
              </a:lnSpc>
              <a:spcBef>
                <a:spcPts val="0"/>
              </a:spcBef>
              <a:spcAft>
                <a:spcPts val="0"/>
              </a:spcAft>
              <a:buNone/>
              <a:defRPr sz="900"/>
            </a:lvl4pPr>
            <a:lvl5pPr lvl="4" algn="r">
              <a:lnSpc>
                <a:spcPct val="115000"/>
              </a:lnSpc>
              <a:spcBef>
                <a:spcPts val="0"/>
              </a:spcBef>
              <a:spcAft>
                <a:spcPts val="0"/>
              </a:spcAft>
              <a:buNone/>
              <a:defRPr sz="900"/>
            </a:lvl5pPr>
            <a:lvl6pPr lvl="5" algn="r">
              <a:lnSpc>
                <a:spcPct val="115000"/>
              </a:lnSpc>
              <a:spcBef>
                <a:spcPts val="0"/>
              </a:spcBef>
              <a:spcAft>
                <a:spcPts val="0"/>
              </a:spcAft>
              <a:buNone/>
              <a:defRPr sz="900"/>
            </a:lvl6pPr>
            <a:lvl7pPr lvl="6" algn="r">
              <a:lnSpc>
                <a:spcPct val="115000"/>
              </a:lnSpc>
              <a:spcBef>
                <a:spcPts val="0"/>
              </a:spcBef>
              <a:spcAft>
                <a:spcPts val="0"/>
              </a:spcAft>
              <a:buNone/>
              <a:defRPr sz="900"/>
            </a:lvl7pPr>
            <a:lvl8pPr lvl="7" algn="r">
              <a:lnSpc>
                <a:spcPct val="115000"/>
              </a:lnSpc>
              <a:spcBef>
                <a:spcPts val="0"/>
              </a:spcBef>
              <a:spcAft>
                <a:spcPts val="0"/>
              </a:spcAft>
              <a:buNone/>
              <a:defRPr sz="900"/>
            </a:lvl8pPr>
            <a:lvl9pPr lvl="8" algn="r">
              <a:lnSpc>
                <a:spcPct val="115000"/>
              </a:lnSpc>
              <a:spcBef>
                <a:spcPts val="0"/>
              </a:spcBef>
              <a:spcAft>
                <a:spcPts val="0"/>
              </a:spcAft>
              <a:buNone/>
              <a:defRPr sz="900"/>
            </a:lvl9pPr>
          </a:lstStyle>
          <a:p/>
        </p:txBody>
      </p:sp>
      <p:sp>
        <p:nvSpPr>
          <p:cNvPr id="331" name="Google Shape;331;p33"/>
          <p:cNvSpPr txBox="1"/>
          <p:nvPr>
            <p:ph idx="8"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332" name="Google Shape;332;p33"/>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333" name="Google Shape;333;p33"/>
          <p:cNvSpPr txBox="1"/>
          <p:nvPr>
            <p:ph idx="9"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hree callouts">
  <p:cSld name="CUSTOM_4_14">
    <p:spTree>
      <p:nvGrpSpPr>
        <p:cNvPr id="334" name="Shape 334"/>
        <p:cNvGrpSpPr/>
        <p:nvPr/>
      </p:nvGrpSpPr>
      <p:grpSpPr>
        <a:xfrm>
          <a:off x="0" y="0"/>
          <a:ext cx="0" cy="0"/>
          <a:chOff x="0" y="0"/>
          <a:chExt cx="0" cy="0"/>
        </a:xfrm>
      </p:grpSpPr>
      <p:sp>
        <p:nvSpPr>
          <p:cNvPr id="335" name="Google Shape;335;p34"/>
          <p:cNvSpPr txBox="1"/>
          <p:nvPr>
            <p:ph idx="1" type="subTitle"/>
          </p:nvPr>
        </p:nvSpPr>
        <p:spPr>
          <a:xfrm>
            <a:off x="756675" y="1827319"/>
            <a:ext cx="2261100" cy="930600"/>
          </a:xfrm>
          <a:prstGeom prst="rect">
            <a:avLst/>
          </a:prstGeom>
        </p:spPr>
        <p:txBody>
          <a:bodyPr anchorCtr="0" anchor="t" bIns="0" lIns="0" spcFirstLastPara="1" rIns="0" wrap="square" tIns="0">
            <a:noAutofit/>
          </a:bodyPr>
          <a:lstStyle>
            <a:lvl1pPr lvl="0" algn="ctr">
              <a:spcBef>
                <a:spcPts val="0"/>
              </a:spcBef>
              <a:spcAft>
                <a:spcPts val="0"/>
              </a:spcAft>
              <a:buNone/>
              <a:defRPr sz="6000">
                <a:solidFill>
                  <a:schemeClr val="accent1"/>
                </a:solidFill>
              </a:defRPr>
            </a:lvl1pPr>
            <a:lvl2pPr lvl="1" algn="ctr">
              <a:spcBef>
                <a:spcPts val="400"/>
              </a:spcBef>
              <a:spcAft>
                <a:spcPts val="0"/>
              </a:spcAft>
              <a:buNone/>
              <a:defRPr sz="6000">
                <a:solidFill>
                  <a:schemeClr val="accent1"/>
                </a:solidFill>
              </a:defRPr>
            </a:lvl2pPr>
            <a:lvl3pPr lvl="2" algn="ctr">
              <a:spcBef>
                <a:spcPts val="400"/>
              </a:spcBef>
              <a:spcAft>
                <a:spcPts val="0"/>
              </a:spcAft>
              <a:buNone/>
              <a:defRPr sz="6000">
                <a:solidFill>
                  <a:schemeClr val="accent1"/>
                </a:solidFill>
              </a:defRPr>
            </a:lvl3pPr>
            <a:lvl4pPr lvl="3" algn="ctr">
              <a:spcBef>
                <a:spcPts val="400"/>
              </a:spcBef>
              <a:spcAft>
                <a:spcPts val="0"/>
              </a:spcAft>
              <a:buNone/>
              <a:defRPr sz="6000">
                <a:solidFill>
                  <a:schemeClr val="accent1"/>
                </a:solidFill>
              </a:defRPr>
            </a:lvl4pPr>
            <a:lvl5pPr lvl="4" algn="ctr">
              <a:spcBef>
                <a:spcPts val="400"/>
              </a:spcBef>
              <a:spcAft>
                <a:spcPts val="0"/>
              </a:spcAft>
              <a:buNone/>
              <a:defRPr sz="6000">
                <a:solidFill>
                  <a:schemeClr val="accent1"/>
                </a:solidFill>
              </a:defRPr>
            </a:lvl5pPr>
            <a:lvl6pPr lvl="5" algn="ctr">
              <a:spcBef>
                <a:spcPts val="400"/>
              </a:spcBef>
              <a:spcAft>
                <a:spcPts val="0"/>
              </a:spcAft>
              <a:buNone/>
              <a:defRPr sz="6000">
                <a:solidFill>
                  <a:schemeClr val="accent1"/>
                </a:solidFill>
              </a:defRPr>
            </a:lvl6pPr>
            <a:lvl7pPr lvl="6" algn="ctr">
              <a:spcBef>
                <a:spcPts val="400"/>
              </a:spcBef>
              <a:spcAft>
                <a:spcPts val="0"/>
              </a:spcAft>
              <a:buNone/>
              <a:defRPr sz="6000">
                <a:solidFill>
                  <a:schemeClr val="accent1"/>
                </a:solidFill>
              </a:defRPr>
            </a:lvl7pPr>
            <a:lvl8pPr lvl="7" algn="ctr">
              <a:spcBef>
                <a:spcPts val="400"/>
              </a:spcBef>
              <a:spcAft>
                <a:spcPts val="0"/>
              </a:spcAft>
              <a:buNone/>
              <a:defRPr sz="6000">
                <a:solidFill>
                  <a:schemeClr val="accent1"/>
                </a:solidFill>
              </a:defRPr>
            </a:lvl8pPr>
            <a:lvl9pPr lvl="8" algn="ctr">
              <a:spcBef>
                <a:spcPts val="400"/>
              </a:spcBef>
              <a:spcAft>
                <a:spcPts val="400"/>
              </a:spcAft>
              <a:buNone/>
              <a:defRPr sz="6000">
                <a:solidFill>
                  <a:schemeClr val="accent1"/>
                </a:solidFill>
              </a:defRPr>
            </a:lvl9pPr>
          </a:lstStyle>
          <a:p/>
        </p:txBody>
      </p:sp>
      <p:sp>
        <p:nvSpPr>
          <p:cNvPr id="336" name="Google Shape;336;p34"/>
          <p:cNvSpPr txBox="1"/>
          <p:nvPr>
            <p:ph idx="2" type="subTitle"/>
          </p:nvPr>
        </p:nvSpPr>
        <p:spPr>
          <a:xfrm>
            <a:off x="3441488" y="1827319"/>
            <a:ext cx="2261100" cy="930600"/>
          </a:xfrm>
          <a:prstGeom prst="rect">
            <a:avLst/>
          </a:prstGeom>
        </p:spPr>
        <p:txBody>
          <a:bodyPr anchorCtr="0" anchor="t" bIns="0" lIns="0" spcFirstLastPara="1" rIns="0" wrap="square" tIns="0">
            <a:noAutofit/>
          </a:bodyPr>
          <a:lstStyle>
            <a:lvl1pPr lvl="0" algn="ctr">
              <a:spcBef>
                <a:spcPts val="0"/>
              </a:spcBef>
              <a:spcAft>
                <a:spcPts val="0"/>
              </a:spcAft>
              <a:buNone/>
              <a:defRPr sz="6000">
                <a:solidFill>
                  <a:schemeClr val="accent1"/>
                </a:solidFill>
              </a:defRPr>
            </a:lvl1pPr>
            <a:lvl2pPr lvl="1" algn="ctr">
              <a:spcBef>
                <a:spcPts val="400"/>
              </a:spcBef>
              <a:spcAft>
                <a:spcPts val="0"/>
              </a:spcAft>
              <a:buNone/>
              <a:defRPr sz="6000">
                <a:solidFill>
                  <a:schemeClr val="accent1"/>
                </a:solidFill>
              </a:defRPr>
            </a:lvl2pPr>
            <a:lvl3pPr lvl="2" algn="ctr">
              <a:spcBef>
                <a:spcPts val="400"/>
              </a:spcBef>
              <a:spcAft>
                <a:spcPts val="0"/>
              </a:spcAft>
              <a:buNone/>
              <a:defRPr sz="6000">
                <a:solidFill>
                  <a:schemeClr val="accent1"/>
                </a:solidFill>
              </a:defRPr>
            </a:lvl3pPr>
            <a:lvl4pPr lvl="3" algn="ctr">
              <a:spcBef>
                <a:spcPts val="400"/>
              </a:spcBef>
              <a:spcAft>
                <a:spcPts val="0"/>
              </a:spcAft>
              <a:buNone/>
              <a:defRPr sz="6000">
                <a:solidFill>
                  <a:schemeClr val="accent1"/>
                </a:solidFill>
              </a:defRPr>
            </a:lvl4pPr>
            <a:lvl5pPr lvl="4" algn="ctr">
              <a:spcBef>
                <a:spcPts val="400"/>
              </a:spcBef>
              <a:spcAft>
                <a:spcPts val="0"/>
              </a:spcAft>
              <a:buNone/>
              <a:defRPr sz="6000">
                <a:solidFill>
                  <a:schemeClr val="accent1"/>
                </a:solidFill>
              </a:defRPr>
            </a:lvl5pPr>
            <a:lvl6pPr lvl="5" algn="ctr">
              <a:spcBef>
                <a:spcPts val="400"/>
              </a:spcBef>
              <a:spcAft>
                <a:spcPts val="0"/>
              </a:spcAft>
              <a:buNone/>
              <a:defRPr sz="6000">
                <a:solidFill>
                  <a:schemeClr val="accent1"/>
                </a:solidFill>
              </a:defRPr>
            </a:lvl6pPr>
            <a:lvl7pPr lvl="6" algn="ctr">
              <a:spcBef>
                <a:spcPts val="400"/>
              </a:spcBef>
              <a:spcAft>
                <a:spcPts val="0"/>
              </a:spcAft>
              <a:buNone/>
              <a:defRPr sz="6000">
                <a:solidFill>
                  <a:schemeClr val="accent1"/>
                </a:solidFill>
              </a:defRPr>
            </a:lvl7pPr>
            <a:lvl8pPr lvl="7" algn="ctr">
              <a:spcBef>
                <a:spcPts val="400"/>
              </a:spcBef>
              <a:spcAft>
                <a:spcPts val="0"/>
              </a:spcAft>
              <a:buNone/>
              <a:defRPr sz="6000">
                <a:solidFill>
                  <a:schemeClr val="accent1"/>
                </a:solidFill>
              </a:defRPr>
            </a:lvl8pPr>
            <a:lvl9pPr lvl="8" algn="ctr">
              <a:spcBef>
                <a:spcPts val="400"/>
              </a:spcBef>
              <a:spcAft>
                <a:spcPts val="400"/>
              </a:spcAft>
              <a:buNone/>
              <a:defRPr sz="6000">
                <a:solidFill>
                  <a:schemeClr val="accent1"/>
                </a:solidFill>
              </a:defRPr>
            </a:lvl9pPr>
          </a:lstStyle>
          <a:p/>
        </p:txBody>
      </p:sp>
      <p:sp>
        <p:nvSpPr>
          <p:cNvPr id="337" name="Google Shape;337;p34"/>
          <p:cNvSpPr txBox="1"/>
          <p:nvPr>
            <p:ph idx="3" type="subTitle"/>
          </p:nvPr>
        </p:nvSpPr>
        <p:spPr>
          <a:xfrm>
            <a:off x="6126263" y="1827319"/>
            <a:ext cx="2261100" cy="930600"/>
          </a:xfrm>
          <a:prstGeom prst="rect">
            <a:avLst/>
          </a:prstGeom>
        </p:spPr>
        <p:txBody>
          <a:bodyPr anchorCtr="0" anchor="t" bIns="0" lIns="0" spcFirstLastPara="1" rIns="0" wrap="square" tIns="0">
            <a:noAutofit/>
          </a:bodyPr>
          <a:lstStyle>
            <a:lvl1pPr lvl="0" algn="ctr">
              <a:spcBef>
                <a:spcPts val="0"/>
              </a:spcBef>
              <a:spcAft>
                <a:spcPts val="0"/>
              </a:spcAft>
              <a:buNone/>
              <a:defRPr sz="6000">
                <a:solidFill>
                  <a:schemeClr val="accent1"/>
                </a:solidFill>
              </a:defRPr>
            </a:lvl1pPr>
            <a:lvl2pPr lvl="1" algn="ctr">
              <a:spcBef>
                <a:spcPts val="400"/>
              </a:spcBef>
              <a:spcAft>
                <a:spcPts val="0"/>
              </a:spcAft>
              <a:buNone/>
              <a:defRPr sz="6000">
                <a:solidFill>
                  <a:schemeClr val="accent1"/>
                </a:solidFill>
              </a:defRPr>
            </a:lvl2pPr>
            <a:lvl3pPr lvl="2" algn="ctr">
              <a:spcBef>
                <a:spcPts val="400"/>
              </a:spcBef>
              <a:spcAft>
                <a:spcPts val="0"/>
              </a:spcAft>
              <a:buNone/>
              <a:defRPr sz="6000">
                <a:solidFill>
                  <a:schemeClr val="accent1"/>
                </a:solidFill>
              </a:defRPr>
            </a:lvl3pPr>
            <a:lvl4pPr lvl="3" algn="ctr">
              <a:spcBef>
                <a:spcPts val="400"/>
              </a:spcBef>
              <a:spcAft>
                <a:spcPts val="0"/>
              </a:spcAft>
              <a:buNone/>
              <a:defRPr sz="6000">
                <a:solidFill>
                  <a:schemeClr val="accent1"/>
                </a:solidFill>
              </a:defRPr>
            </a:lvl4pPr>
            <a:lvl5pPr lvl="4" algn="ctr">
              <a:spcBef>
                <a:spcPts val="400"/>
              </a:spcBef>
              <a:spcAft>
                <a:spcPts val="0"/>
              </a:spcAft>
              <a:buNone/>
              <a:defRPr sz="6000">
                <a:solidFill>
                  <a:schemeClr val="accent1"/>
                </a:solidFill>
              </a:defRPr>
            </a:lvl5pPr>
            <a:lvl6pPr lvl="5" algn="ctr">
              <a:spcBef>
                <a:spcPts val="400"/>
              </a:spcBef>
              <a:spcAft>
                <a:spcPts val="0"/>
              </a:spcAft>
              <a:buNone/>
              <a:defRPr sz="6000">
                <a:solidFill>
                  <a:schemeClr val="accent1"/>
                </a:solidFill>
              </a:defRPr>
            </a:lvl6pPr>
            <a:lvl7pPr lvl="6" algn="ctr">
              <a:spcBef>
                <a:spcPts val="400"/>
              </a:spcBef>
              <a:spcAft>
                <a:spcPts val="0"/>
              </a:spcAft>
              <a:buNone/>
              <a:defRPr sz="6000">
                <a:solidFill>
                  <a:schemeClr val="accent1"/>
                </a:solidFill>
              </a:defRPr>
            </a:lvl7pPr>
            <a:lvl8pPr lvl="7" algn="ctr">
              <a:spcBef>
                <a:spcPts val="400"/>
              </a:spcBef>
              <a:spcAft>
                <a:spcPts val="0"/>
              </a:spcAft>
              <a:buNone/>
              <a:defRPr sz="6000">
                <a:solidFill>
                  <a:schemeClr val="accent1"/>
                </a:solidFill>
              </a:defRPr>
            </a:lvl8pPr>
            <a:lvl9pPr lvl="8" algn="ctr">
              <a:spcBef>
                <a:spcPts val="400"/>
              </a:spcBef>
              <a:spcAft>
                <a:spcPts val="400"/>
              </a:spcAft>
              <a:buNone/>
              <a:defRPr sz="6000">
                <a:solidFill>
                  <a:schemeClr val="accent1"/>
                </a:solidFill>
              </a:defRPr>
            </a:lvl9pPr>
          </a:lstStyle>
          <a:p/>
        </p:txBody>
      </p:sp>
      <p:cxnSp>
        <p:nvCxnSpPr>
          <p:cNvPr id="338" name="Google Shape;338;p34"/>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339" name="Google Shape;339;p34"/>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340" name="Google Shape;340;p34"/>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41" name="Google Shape;341;p34"/>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342" name="Google Shape;342;p34"/>
          <p:cNvSpPr txBox="1"/>
          <p:nvPr>
            <p:ph idx="4"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cxnSp>
        <p:nvCxnSpPr>
          <p:cNvPr id="343" name="Google Shape;343;p34"/>
          <p:cNvCxnSpPr/>
          <p:nvPr/>
        </p:nvCxnSpPr>
        <p:spPr>
          <a:xfrm>
            <a:off x="3229609" y="1995769"/>
            <a:ext cx="0" cy="1917600"/>
          </a:xfrm>
          <a:prstGeom prst="straightConnector1">
            <a:avLst/>
          </a:prstGeom>
          <a:noFill/>
          <a:ln cap="flat" cmpd="sng" w="7150">
            <a:solidFill>
              <a:schemeClr val="dk2"/>
            </a:solidFill>
            <a:prstDash val="dot"/>
            <a:round/>
            <a:headEnd len="med" w="med" type="none"/>
            <a:tailEnd len="med" w="med" type="none"/>
          </a:ln>
        </p:spPr>
      </p:cxnSp>
      <p:cxnSp>
        <p:nvCxnSpPr>
          <p:cNvPr id="344" name="Google Shape;344;p34"/>
          <p:cNvCxnSpPr/>
          <p:nvPr/>
        </p:nvCxnSpPr>
        <p:spPr>
          <a:xfrm>
            <a:off x="5914384" y="1995769"/>
            <a:ext cx="0" cy="1917600"/>
          </a:xfrm>
          <a:prstGeom prst="straightConnector1">
            <a:avLst/>
          </a:prstGeom>
          <a:noFill/>
          <a:ln cap="flat" cmpd="sng" w="7150">
            <a:solidFill>
              <a:schemeClr val="dk2"/>
            </a:solidFill>
            <a:prstDash val="dot"/>
            <a:round/>
            <a:headEnd len="med" w="med" type="none"/>
            <a:tailEnd len="med" w="med" type="none"/>
          </a:ln>
        </p:spPr>
      </p:cxnSp>
      <p:sp>
        <p:nvSpPr>
          <p:cNvPr id="345" name="Google Shape;345;p34"/>
          <p:cNvSpPr txBox="1"/>
          <p:nvPr>
            <p:ph idx="5" type="subTitle"/>
          </p:nvPr>
        </p:nvSpPr>
        <p:spPr>
          <a:xfrm>
            <a:off x="3351225" y="2757900"/>
            <a:ext cx="2441400" cy="2415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346" name="Google Shape;346;p34"/>
          <p:cNvSpPr txBox="1"/>
          <p:nvPr>
            <p:ph idx="6" type="subTitle"/>
          </p:nvPr>
        </p:nvSpPr>
        <p:spPr>
          <a:xfrm>
            <a:off x="3351300" y="3124819"/>
            <a:ext cx="2441400" cy="686400"/>
          </a:xfrm>
          <a:prstGeom prst="rect">
            <a:avLst/>
          </a:prstGeom>
        </p:spPr>
        <p:txBody>
          <a:bodyPr anchorCtr="0" anchor="t" bIns="0" lIns="0" spcFirstLastPara="1" rIns="0" wrap="square" tIns="0">
            <a:noAutofit/>
          </a:bodyPr>
          <a:lstStyle>
            <a:lvl1pPr lvl="0" algn="ctr">
              <a:spcBef>
                <a:spcPts val="0"/>
              </a:spcBef>
              <a:spcAft>
                <a:spcPts val="0"/>
              </a:spcAft>
              <a:buNone/>
              <a:defRPr sz="1100"/>
            </a:lvl1pPr>
            <a:lvl2pPr lvl="1" algn="ctr">
              <a:spcBef>
                <a:spcPts val="400"/>
              </a:spcBef>
              <a:spcAft>
                <a:spcPts val="0"/>
              </a:spcAft>
              <a:buNone/>
              <a:defRPr sz="1100"/>
            </a:lvl2pPr>
            <a:lvl3pPr lvl="2" algn="ctr">
              <a:spcBef>
                <a:spcPts val="400"/>
              </a:spcBef>
              <a:spcAft>
                <a:spcPts val="0"/>
              </a:spcAft>
              <a:buNone/>
              <a:defRPr sz="1100"/>
            </a:lvl3pPr>
            <a:lvl4pPr lvl="3" algn="ctr">
              <a:spcBef>
                <a:spcPts val="400"/>
              </a:spcBef>
              <a:spcAft>
                <a:spcPts val="0"/>
              </a:spcAft>
              <a:buNone/>
              <a:defRPr sz="1100"/>
            </a:lvl4pPr>
            <a:lvl5pPr lvl="4" algn="ctr">
              <a:spcBef>
                <a:spcPts val="400"/>
              </a:spcBef>
              <a:spcAft>
                <a:spcPts val="0"/>
              </a:spcAft>
              <a:buNone/>
              <a:defRPr sz="1100"/>
            </a:lvl5pPr>
            <a:lvl6pPr lvl="5" algn="ctr">
              <a:spcBef>
                <a:spcPts val="400"/>
              </a:spcBef>
              <a:spcAft>
                <a:spcPts val="0"/>
              </a:spcAft>
              <a:buNone/>
              <a:defRPr sz="1100"/>
            </a:lvl6pPr>
            <a:lvl7pPr lvl="6" algn="ctr">
              <a:spcBef>
                <a:spcPts val="400"/>
              </a:spcBef>
              <a:spcAft>
                <a:spcPts val="0"/>
              </a:spcAft>
              <a:buNone/>
              <a:defRPr sz="1100"/>
            </a:lvl7pPr>
            <a:lvl8pPr lvl="7" algn="ctr">
              <a:spcBef>
                <a:spcPts val="400"/>
              </a:spcBef>
              <a:spcAft>
                <a:spcPts val="0"/>
              </a:spcAft>
              <a:buNone/>
              <a:defRPr sz="1100"/>
            </a:lvl8pPr>
            <a:lvl9pPr lvl="8" algn="ctr">
              <a:spcBef>
                <a:spcPts val="400"/>
              </a:spcBef>
              <a:spcAft>
                <a:spcPts val="400"/>
              </a:spcAft>
              <a:buNone/>
              <a:defRPr sz="1100"/>
            </a:lvl9pPr>
          </a:lstStyle>
          <a:p/>
        </p:txBody>
      </p:sp>
      <p:sp>
        <p:nvSpPr>
          <p:cNvPr id="347" name="Google Shape;347;p34"/>
          <p:cNvSpPr txBox="1"/>
          <p:nvPr>
            <p:ph idx="7" type="subTitle"/>
          </p:nvPr>
        </p:nvSpPr>
        <p:spPr>
          <a:xfrm>
            <a:off x="6036000" y="2757900"/>
            <a:ext cx="2441400" cy="2415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348" name="Google Shape;348;p34"/>
          <p:cNvSpPr txBox="1"/>
          <p:nvPr>
            <p:ph idx="8" type="subTitle"/>
          </p:nvPr>
        </p:nvSpPr>
        <p:spPr>
          <a:xfrm>
            <a:off x="6036075" y="3124819"/>
            <a:ext cx="2441400" cy="686400"/>
          </a:xfrm>
          <a:prstGeom prst="rect">
            <a:avLst/>
          </a:prstGeom>
        </p:spPr>
        <p:txBody>
          <a:bodyPr anchorCtr="0" anchor="t" bIns="0" lIns="0" spcFirstLastPara="1" rIns="0" wrap="square" tIns="0">
            <a:noAutofit/>
          </a:bodyPr>
          <a:lstStyle>
            <a:lvl1pPr lvl="0" algn="ctr">
              <a:spcBef>
                <a:spcPts val="0"/>
              </a:spcBef>
              <a:spcAft>
                <a:spcPts val="0"/>
              </a:spcAft>
              <a:buNone/>
              <a:defRPr sz="1100"/>
            </a:lvl1pPr>
            <a:lvl2pPr lvl="1" algn="ctr">
              <a:spcBef>
                <a:spcPts val="400"/>
              </a:spcBef>
              <a:spcAft>
                <a:spcPts val="0"/>
              </a:spcAft>
              <a:buNone/>
              <a:defRPr sz="1100"/>
            </a:lvl2pPr>
            <a:lvl3pPr lvl="2" algn="ctr">
              <a:spcBef>
                <a:spcPts val="400"/>
              </a:spcBef>
              <a:spcAft>
                <a:spcPts val="0"/>
              </a:spcAft>
              <a:buNone/>
              <a:defRPr sz="1100"/>
            </a:lvl3pPr>
            <a:lvl4pPr lvl="3" algn="ctr">
              <a:spcBef>
                <a:spcPts val="400"/>
              </a:spcBef>
              <a:spcAft>
                <a:spcPts val="0"/>
              </a:spcAft>
              <a:buNone/>
              <a:defRPr sz="1100"/>
            </a:lvl4pPr>
            <a:lvl5pPr lvl="4" algn="ctr">
              <a:spcBef>
                <a:spcPts val="400"/>
              </a:spcBef>
              <a:spcAft>
                <a:spcPts val="0"/>
              </a:spcAft>
              <a:buNone/>
              <a:defRPr sz="1100"/>
            </a:lvl5pPr>
            <a:lvl6pPr lvl="5" algn="ctr">
              <a:spcBef>
                <a:spcPts val="400"/>
              </a:spcBef>
              <a:spcAft>
                <a:spcPts val="0"/>
              </a:spcAft>
              <a:buNone/>
              <a:defRPr sz="1100"/>
            </a:lvl6pPr>
            <a:lvl7pPr lvl="6" algn="ctr">
              <a:spcBef>
                <a:spcPts val="400"/>
              </a:spcBef>
              <a:spcAft>
                <a:spcPts val="0"/>
              </a:spcAft>
              <a:buNone/>
              <a:defRPr sz="1100"/>
            </a:lvl7pPr>
            <a:lvl8pPr lvl="7" algn="ctr">
              <a:spcBef>
                <a:spcPts val="400"/>
              </a:spcBef>
              <a:spcAft>
                <a:spcPts val="0"/>
              </a:spcAft>
              <a:buNone/>
              <a:defRPr sz="1100"/>
            </a:lvl8pPr>
            <a:lvl9pPr lvl="8" algn="ctr">
              <a:spcBef>
                <a:spcPts val="400"/>
              </a:spcBef>
              <a:spcAft>
                <a:spcPts val="400"/>
              </a:spcAft>
              <a:buNone/>
              <a:defRPr sz="1100"/>
            </a:lvl9pPr>
          </a:lstStyle>
          <a:p/>
        </p:txBody>
      </p:sp>
      <p:sp>
        <p:nvSpPr>
          <p:cNvPr id="349" name="Google Shape;349;p34"/>
          <p:cNvSpPr txBox="1"/>
          <p:nvPr>
            <p:ph idx="9" type="subTitle"/>
          </p:nvPr>
        </p:nvSpPr>
        <p:spPr>
          <a:xfrm>
            <a:off x="666450" y="2757900"/>
            <a:ext cx="2441400" cy="2415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350" name="Google Shape;350;p34"/>
          <p:cNvSpPr txBox="1"/>
          <p:nvPr>
            <p:ph idx="13" type="subTitle"/>
          </p:nvPr>
        </p:nvSpPr>
        <p:spPr>
          <a:xfrm>
            <a:off x="666525" y="3124819"/>
            <a:ext cx="2441400" cy="686400"/>
          </a:xfrm>
          <a:prstGeom prst="rect">
            <a:avLst/>
          </a:prstGeom>
        </p:spPr>
        <p:txBody>
          <a:bodyPr anchorCtr="0" anchor="t" bIns="0" lIns="0" spcFirstLastPara="1" rIns="0" wrap="square" tIns="0">
            <a:noAutofit/>
          </a:bodyPr>
          <a:lstStyle>
            <a:lvl1pPr lvl="0" algn="ctr">
              <a:spcBef>
                <a:spcPts val="0"/>
              </a:spcBef>
              <a:spcAft>
                <a:spcPts val="0"/>
              </a:spcAft>
              <a:buNone/>
              <a:defRPr sz="1100"/>
            </a:lvl1pPr>
            <a:lvl2pPr lvl="1" algn="ctr">
              <a:spcBef>
                <a:spcPts val="400"/>
              </a:spcBef>
              <a:spcAft>
                <a:spcPts val="0"/>
              </a:spcAft>
              <a:buNone/>
              <a:defRPr sz="1100"/>
            </a:lvl2pPr>
            <a:lvl3pPr lvl="2" algn="ctr">
              <a:spcBef>
                <a:spcPts val="400"/>
              </a:spcBef>
              <a:spcAft>
                <a:spcPts val="0"/>
              </a:spcAft>
              <a:buNone/>
              <a:defRPr sz="1100"/>
            </a:lvl3pPr>
            <a:lvl4pPr lvl="3" algn="ctr">
              <a:spcBef>
                <a:spcPts val="400"/>
              </a:spcBef>
              <a:spcAft>
                <a:spcPts val="0"/>
              </a:spcAft>
              <a:buNone/>
              <a:defRPr sz="1100"/>
            </a:lvl4pPr>
            <a:lvl5pPr lvl="4" algn="ctr">
              <a:spcBef>
                <a:spcPts val="400"/>
              </a:spcBef>
              <a:spcAft>
                <a:spcPts val="0"/>
              </a:spcAft>
              <a:buNone/>
              <a:defRPr sz="1100"/>
            </a:lvl5pPr>
            <a:lvl6pPr lvl="5" algn="ctr">
              <a:spcBef>
                <a:spcPts val="400"/>
              </a:spcBef>
              <a:spcAft>
                <a:spcPts val="0"/>
              </a:spcAft>
              <a:buNone/>
              <a:defRPr sz="1100"/>
            </a:lvl6pPr>
            <a:lvl7pPr lvl="6" algn="ctr">
              <a:spcBef>
                <a:spcPts val="400"/>
              </a:spcBef>
              <a:spcAft>
                <a:spcPts val="0"/>
              </a:spcAft>
              <a:buNone/>
              <a:defRPr sz="1100"/>
            </a:lvl7pPr>
            <a:lvl8pPr lvl="7" algn="ctr">
              <a:spcBef>
                <a:spcPts val="400"/>
              </a:spcBef>
              <a:spcAft>
                <a:spcPts val="0"/>
              </a:spcAft>
              <a:buNone/>
              <a:defRPr sz="1100"/>
            </a:lvl8pPr>
            <a:lvl9pPr lvl="8" algn="ctr">
              <a:spcBef>
                <a:spcPts val="400"/>
              </a:spcBef>
              <a:spcAft>
                <a:spcPts val="400"/>
              </a:spcAft>
              <a:buNone/>
              <a:defRPr sz="1100"/>
            </a:lvl9pPr>
          </a:lstStyle>
          <a:p/>
        </p:txBody>
      </p:sp>
      <p:sp>
        <p:nvSpPr>
          <p:cNvPr id="351" name="Google Shape;351;p34"/>
          <p:cNvSpPr txBox="1"/>
          <p:nvPr>
            <p:ph idx="14"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352" name="Google Shape;352;p34"/>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353" name="Google Shape;353;p34"/>
          <p:cNvSpPr txBox="1"/>
          <p:nvPr>
            <p:ph idx="15"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p:cSld name="CUSTOM_4_13">
    <p:spTree>
      <p:nvGrpSpPr>
        <p:cNvPr id="354" name="Shape 354"/>
        <p:cNvGrpSpPr/>
        <p:nvPr/>
      </p:nvGrpSpPr>
      <p:grpSpPr>
        <a:xfrm>
          <a:off x="0" y="0"/>
          <a:ext cx="0" cy="0"/>
          <a:chOff x="0" y="0"/>
          <a:chExt cx="0" cy="0"/>
        </a:xfrm>
      </p:grpSpPr>
      <p:sp>
        <p:nvSpPr>
          <p:cNvPr id="355" name="Google Shape;355;p35"/>
          <p:cNvSpPr txBox="1"/>
          <p:nvPr>
            <p:ph idx="1" type="subTitle"/>
          </p:nvPr>
        </p:nvSpPr>
        <p:spPr>
          <a:xfrm>
            <a:off x="3416662" y="1827319"/>
            <a:ext cx="2261100" cy="930600"/>
          </a:xfrm>
          <a:prstGeom prst="rect">
            <a:avLst/>
          </a:prstGeom>
        </p:spPr>
        <p:txBody>
          <a:bodyPr anchorCtr="0" anchor="t" bIns="0" lIns="0" spcFirstLastPara="1" rIns="0" wrap="square" tIns="0">
            <a:noAutofit/>
          </a:bodyPr>
          <a:lstStyle>
            <a:lvl1pPr lvl="0">
              <a:spcBef>
                <a:spcPts val="0"/>
              </a:spcBef>
              <a:spcAft>
                <a:spcPts val="0"/>
              </a:spcAft>
              <a:buNone/>
              <a:defRPr sz="6000">
                <a:solidFill>
                  <a:schemeClr val="accent1"/>
                </a:solidFill>
              </a:defRPr>
            </a:lvl1pPr>
            <a:lvl2pPr lvl="1">
              <a:spcBef>
                <a:spcPts val="400"/>
              </a:spcBef>
              <a:spcAft>
                <a:spcPts val="0"/>
              </a:spcAft>
              <a:buNone/>
              <a:defRPr sz="6000">
                <a:solidFill>
                  <a:schemeClr val="accent1"/>
                </a:solidFill>
              </a:defRPr>
            </a:lvl2pPr>
            <a:lvl3pPr lvl="2">
              <a:spcBef>
                <a:spcPts val="400"/>
              </a:spcBef>
              <a:spcAft>
                <a:spcPts val="0"/>
              </a:spcAft>
              <a:buNone/>
              <a:defRPr sz="6000">
                <a:solidFill>
                  <a:schemeClr val="accent1"/>
                </a:solidFill>
              </a:defRPr>
            </a:lvl3pPr>
            <a:lvl4pPr lvl="3">
              <a:spcBef>
                <a:spcPts val="400"/>
              </a:spcBef>
              <a:spcAft>
                <a:spcPts val="0"/>
              </a:spcAft>
              <a:buNone/>
              <a:defRPr sz="6000">
                <a:solidFill>
                  <a:schemeClr val="accent1"/>
                </a:solidFill>
              </a:defRPr>
            </a:lvl4pPr>
            <a:lvl5pPr lvl="4">
              <a:spcBef>
                <a:spcPts val="400"/>
              </a:spcBef>
              <a:spcAft>
                <a:spcPts val="0"/>
              </a:spcAft>
              <a:buNone/>
              <a:defRPr sz="6000">
                <a:solidFill>
                  <a:schemeClr val="accent1"/>
                </a:solidFill>
              </a:defRPr>
            </a:lvl5pPr>
            <a:lvl6pPr lvl="5">
              <a:spcBef>
                <a:spcPts val="400"/>
              </a:spcBef>
              <a:spcAft>
                <a:spcPts val="0"/>
              </a:spcAft>
              <a:buNone/>
              <a:defRPr sz="6000">
                <a:solidFill>
                  <a:schemeClr val="accent1"/>
                </a:solidFill>
              </a:defRPr>
            </a:lvl6pPr>
            <a:lvl7pPr lvl="6">
              <a:spcBef>
                <a:spcPts val="400"/>
              </a:spcBef>
              <a:spcAft>
                <a:spcPts val="0"/>
              </a:spcAft>
              <a:buNone/>
              <a:defRPr sz="6000">
                <a:solidFill>
                  <a:schemeClr val="accent1"/>
                </a:solidFill>
              </a:defRPr>
            </a:lvl7pPr>
            <a:lvl8pPr lvl="7">
              <a:spcBef>
                <a:spcPts val="400"/>
              </a:spcBef>
              <a:spcAft>
                <a:spcPts val="0"/>
              </a:spcAft>
              <a:buNone/>
              <a:defRPr sz="6000">
                <a:solidFill>
                  <a:schemeClr val="accent1"/>
                </a:solidFill>
              </a:defRPr>
            </a:lvl8pPr>
            <a:lvl9pPr lvl="8">
              <a:spcBef>
                <a:spcPts val="400"/>
              </a:spcBef>
              <a:spcAft>
                <a:spcPts val="400"/>
              </a:spcAft>
              <a:buNone/>
              <a:defRPr sz="6000">
                <a:solidFill>
                  <a:schemeClr val="accent1"/>
                </a:solidFill>
              </a:defRPr>
            </a:lvl9pPr>
          </a:lstStyle>
          <a:p/>
        </p:txBody>
      </p:sp>
      <p:sp>
        <p:nvSpPr>
          <p:cNvPr id="356" name="Google Shape;356;p35"/>
          <p:cNvSpPr txBox="1"/>
          <p:nvPr>
            <p:ph idx="2" type="subTitle"/>
          </p:nvPr>
        </p:nvSpPr>
        <p:spPr>
          <a:xfrm>
            <a:off x="5979694" y="1827319"/>
            <a:ext cx="2261100" cy="930600"/>
          </a:xfrm>
          <a:prstGeom prst="rect">
            <a:avLst/>
          </a:prstGeom>
        </p:spPr>
        <p:txBody>
          <a:bodyPr anchorCtr="0" anchor="t" bIns="0" lIns="0" spcFirstLastPara="1" rIns="0" wrap="square" tIns="0">
            <a:noAutofit/>
          </a:bodyPr>
          <a:lstStyle>
            <a:lvl1pPr lvl="0">
              <a:spcBef>
                <a:spcPts val="0"/>
              </a:spcBef>
              <a:spcAft>
                <a:spcPts val="0"/>
              </a:spcAft>
              <a:buNone/>
              <a:defRPr sz="6000">
                <a:solidFill>
                  <a:schemeClr val="accent1"/>
                </a:solidFill>
              </a:defRPr>
            </a:lvl1pPr>
            <a:lvl2pPr lvl="1">
              <a:spcBef>
                <a:spcPts val="400"/>
              </a:spcBef>
              <a:spcAft>
                <a:spcPts val="0"/>
              </a:spcAft>
              <a:buNone/>
              <a:defRPr sz="6000">
                <a:solidFill>
                  <a:schemeClr val="accent1"/>
                </a:solidFill>
              </a:defRPr>
            </a:lvl2pPr>
            <a:lvl3pPr lvl="2">
              <a:spcBef>
                <a:spcPts val="400"/>
              </a:spcBef>
              <a:spcAft>
                <a:spcPts val="0"/>
              </a:spcAft>
              <a:buNone/>
              <a:defRPr sz="6000">
                <a:solidFill>
                  <a:schemeClr val="accent1"/>
                </a:solidFill>
              </a:defRPr>
            </a:lvl3pPr>
            <a:lvl4pPr lvl="3">
              <a:spcBef>
                <a:spcPts val="400"/>
              </a:spcBef>
              <a:spcAft>
                <a:spcPts val="0"/>
              </a:spcAft>
              <a:buNone/>
              <a:defRPr sz="6000">
                <a:solidFill>
                  <a:schemeClr val="accent1"/>
                </a:solidFill>
              </a:defRPr>
            </a:lvl4pPr>
            <a:lvl5pPr lvl="4">
              <a:spcBef>
                <a:spcPts val="400"/>
              </a:spcBef>
              <a:spcAft>
                <a:spcPts val="0"/>
              </a:spcAft>
              <a:buNone/>
              <a:defRPr sz="6000">
                <a:solidFill>
                  <a:schemeClr val="accent1"/>
                </a:solidFill>
              </a:defRPr>
            </a:lvl5pPr>
            <a:lvl6pPr lvl="5">
              <a:spcBef>
                <a:spcPts val="400"/>
              </a:spcBef>
              <a:spcAft>
                <a:spcPts val="0"/>
              </a:spcAft>
              <a:buNone/>
              <a:defRPr sz="6000">
                <a:solidFill>
                  <a:schemeClr val="accent1"/>
                </a:solidFill>
              </a:defRPr>
            </a:lvl6pPr>
            <a:lvl7pPr lvl="6">
              <a:spcBef>
                <a:spcPts val="400"/>
              </a:spcBef>
              <a:spcAft>
                <a:spcPts val="0"/>
              </a:spcAft>
              <a:buNone/>
              <a:defRPr sz="6000">
                <a:solidFill>
                  <a:schemeClr val="accent1"/>
                </a:solidFill>
              </a:defRPr>
            </a:lvl7pPr>
            <a:lvl8pPr lvl="7">
              <a:spcBef>
                <a:spcPts val="400"/>
              </a:spcBef>
              <a:spcAft>
                <a:spcPts val="0"/>
              </a:spcAft>
              <a:buNone/>
              <a:defRPr sz="6000">
                <a:solidFill>
                  <a:schemeClr val="accent1"/>
                </a:solidFill>
              </a:defRPr>
            </a:lvl8pPr>
            <a:lvl9pPr lvl="8">
              <a:spcBef>
                <a:spcPts val="400"/>
              </a:spcBef>
              <a:spcAft>
                <a:spcPts val="400"/>
              </a:spcAft>
              <a:buNone/>
              <a:defRPr sz="6000">
                <a:solidFill>
                  <a:schemeClr val="accent1"/>
                </a:solidFill>
              </a:defRPr>
            </a:lvl9pPr>
          </a:lstStyle>
          <a:p/>
        </p:txBody>
      </p:sp>
      <p:cxnSp>
        <p:nvCxnSpPr>
          <p:cNvPr id="357" name="Google Shape;357;p35"/>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358" name="Google Shape;358;p35"/>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359" name="Google Shape;359;p35"/>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60" name="Google Shape;360;p35"/>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361" name="Google Shape;361;p35"/>
          <p:cNvSpPr txBox="1"/>
          <p:nvPr>
            <p:ph idx="3"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362" name="Google Shape;362;p35"/>
          <p:cNvSpPr txBox="1"/>
          <p:nvPr>
            <p:ph idx="4" type="subTitle"/>
          </p:nvPr>
        </p:nvSpPr>
        <p:spPr>
          <a:xfrm>
            <a:off x="665850" y="1947525"/>
            <a:ext cx="2387100" cy="2001600"/>
          </a:xfrm>
          <a:prstGeom prst="rect">
            <a:avLst/>
          </a:prstGeom>
        </p:spPr>
        <p:txBody>
          <a:bodyPr anchorCtr="0" anchor="t" bIns="0" lIns="0" spcFirstLastPara="1" rIns="0" wrap="square" tIns="0">
            <a:noAutofit/>
          </a:bodyPr>
          <a:lstStyle>
            <a:lvl1pPr lv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cxnSp>
        <p:nvCxnSpPr>
          <p:cNvPr id="363" name="Google Shape;363;p35"/>
          <p:cNvCxnSpPr/>
          <p:nvPr/>
        </p:nvCxnSpPr>
        <p:spPr>
          <a:xfrm>
            <a:off x="5914388" y="2758013"/>
            <a:ext cx="0" cy="1053600"/>
          </a:xfrm>
          <a:prstGeom prst="straightConnector1">
            <a:avLst/>
          </a:prstGeom>
          <a:noFill/>
          <a:ln cap="flat" cmpd="sng" w="7150">
            <a:solidFill>
              <a:schemeClr val="dk2"/>
            </a:solidFill>
            <a:prstDash val="dot"/>
            <a:round/>
            <a:headEnd len="med" w="med" type="none"/>
            <a:tailEnd len="med" w="med" type="none"/>
          </a:ln>
        </p:spPr>
      </p:cxnSp>
      <p:sp>
        <p:nvSpPr>
          <p:cNvPr id="364" name="Google Shape;364;p35"/>
          <p:cNvSpPr txBox="1"/>
          <p:nvPr>
            <p:ph idx="5" type="subTitle"/>
          </p:nvPr>
        </p:nvSpPr>
        <p:spPr>
          <a:xfrm>
            <a:off x="3465563" y="2758041"/>
            <a:ext cx="2212200" cy="2415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365" name="Google Shape;365;p35"/>
          <p:cNvSpPr txBox="1"/>
          <p:nvPr>
            <p:ph idx="6" type="subTitle"/>
          </p:nvPr>
        </p:nvSpPr>
        <p:spPr>
          <a:xfrm>
            <a:off x="3465563" y="3124959"/>
            <a:ext cx="2212200" cy="686400"/>
          </a:xfrm>
          <a:prstGeom prst="rect">
            <a:avLst/>
          </a:prstGeom>
        </p:spPr>
        <p:txBody>
          <a:bodyPr anchorCtr="0" anchor="t" bIns="0" lIns="0" spcFirstLastPara="1" rIns="0" wrap="square" tIns="0">
            <a:noAutofit/>
          </a:bodyPr>
          <a:lstStyle>
            <a:lvl1pPr lvl="0">
              <a:spcBef>
                <a:spcPts val="0"/>
              </a:spcBef>
              <a:spcAft>
                <a:spcPts val="0"/>
              </a:spcAft>
              <a:buNone/>
              <a:defRPr sz="1100"/>
            </a:lvl1pPr>
            <a:lvl2pPr lvl="1">
              <a:spcBef>
                <a:spcPts val="400"/>
              </a:spcBef>
              <a:spcAft>
                <a:spcPts val="0"/>
              </a:spcAft>
              <a:buNone/>
              <a:defRPr sz="1100"/>
            </a:lvl2pPr>
            <a:lvl3pPr lvl="2">
              <a:spcBef>
                <a:spcPts val="400"/>
              </a:spcBef>
              <a:spcAft>
                <a:spcPts val="0"/>
              </a:spcAft>
              <a:buNone/>
              <a:defRPr sz="1100"/>
            </a:lvl3pPr>
            <a:lvl4pPr lvl="3">
              <a:spcBef>
                <a:spcPts val="400"/>
              </a:spcBef>
              <a:spcAft>
                <a:spcPts val="0"/>
              </a:spcAft>
              <a:buNone/>
              <a:defRPr sz="1100"/>
            </a:lvl4pPr>
            <a:lvl5pPr lvl="4">
              <a:spcBef>
                <a:spcPts val="400"/>
              </a:spcBef>
              <a:spcAft>
                <a:spcPts val="0"/>
              </a:spcAft>
              <a:buNone/>
              <a:defRPr sz="1100"/>
            </a:lvl5pPr>
            <a:lvl6pPr lvl="5">
              <a:spcBef>
                <a:spcPts val="400"/>
              </a:spcBef>
              <a:spcAft>
                <a:spcPts val="0"/>
              </a:spcAft>
              <a:buNone/>
              <a:defRPr sz="1100"/>
            </a:lvl6pPr>
            <a:lvl7pPr lvl="6">
              <a:spcBef>
                <a:spcPts val="400"/>
              </a:spcBef>
              <a:spcAft>
                <a:spcPts val="0"/>
              </a:spcAft>
              <a:buNone/>
              <a:defRPr sz="1100"/>
            </a:lvl7pPr>
            <a:lvl8pPr lvl="7">
              <a:spcBef>
                <a:spcPts val="400"/>
              </a:spcBef>
              <a:spcAft>
                <a:spcPts val="0"/>
              </a:spcAft>
              <a:buNone/>
              <a:defRPr sz="1100"/>
            </a:lvl8pPr>
            <a:lvl9pPr lvl="8">
              <a:spcBef>
                <a:spcPts val="400"/>
              </a:spcBef>
              <a:spcAft>
                <a:spcPts val="400"/>
              </a:spcAft>
              <a:buNone/>
              <a:defRPr sz="1100"/>
            </a:lvl9pPr>
          </a:lstStyle>
          <a:p/>
        </p:txBody>
      </p:sp>
      <p:sp>
        <p:nvSpPr>
          <p:cNvPr id="366" name="Google Shape;366;p35"/>
          <p:cNvSpPr txBox="1"/>
          <p:nvPr>
            <p:ph idx="7" type="subTitle"/>
          </p:nvPr>
        </p:nvSpPr>
        <p:spPr>
          <a:xfrm>
            <a:off x="6038381" y="2758041"/>
            <a:ext cx="2212200" cy="2415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367" name="Google Shape;367;p35"/>
          <p:cNvSpPr txBox="1"/>
          <p:nvPr>
            <p:ph idx="8" type="subTitle"/>
          </p:nvPr>
        </p:nvSpPr>
        <p:spPr>
          <a:xfrm>
            <a:off x="6038381" y="3124959"/>
            <a:ext cx="2212200" cy="686400"/>
          </a:xfrm>
          <a:prstGeom prst="rect">
            <a:avLst/>
          </a:prstGeom>
        </p:spPr>
        <p:txBody>
          <a:bodyPr anchorCtr="0" anchor="t" bIns="0" lIns="0" spcFirstLastPara="1" rIns="0" wrap="square" tIns="0">
            <a:noAutofit/>
          </a:bodyPr>
          <a:lstStyle>
            <a:lvl1pPr lvl="0">
              <a:spcBef>
                <a:spcPts val="0"/>
              </a:spcBef>
              <a:spcAft>
                <a:spcPts val="0"/>
              </a:spcAft>
              <a:buNone/>
              <a:defRPr sz="1100"/>
            </a:lvl1pPr>
            <a:lvl2pPr lvl="1">
              <a:spcBef>
                <a:spcPts val="400"/>
              </a:spcBef>
              <a:spcAft>
                <a:spcPts val="0"/>
              </a:spcAft>
              <a:buNone/>
              <a:defRPr sz="1100"/>
            </a:lvl2pPr>
            <a:lvl3pPr lvl="2">
              <a:spcBef>
                <a:spcPts val="400"/>
              </a:spcBef>
              <a:spcAft>
                <a:spcPts val="0"/>
              </a:spcAft>
              <a:buNone/>
              <a:defRPr sz="1100"/>
            </a:lvl3pPr>
            <a:lvl4pPr lvl="3">
              <a:spcBef>
                <a:spcPts val="400"/>
              </a:spcBef>
              <a:spcAft>
                <a:spcPts val="0"/>
              </a:spcAft>
              <a:buNone/>
              <a:defRPr sz="1100"/>
            </a:lvl4pPr>
            <a:lvl5pPr lvl="4">
              <a:spcBef>
                <a:spcPts val="400"/>
              </a:spcBef>
              <a:spcAft>
                <a:spcPts val="0"/>
              </a:spcAft>
              <a:buNone/>
              <a:defRPr sz="1100"/>
            </a:lvl5pPr>
            <a:lvl6pPr lvl="5">
              <a:spcBef>
                <a:spcPts val="400"/>
              </a:spcBef>
              <a:spcAft>
                <a:spcPts val="0"/>
              </a:spcAft>
              <a:buNone/>
              <a:defRPr sz="1100"/>
            </a:lvl6pPr>
            <a:lvl7pPr lvl="6">
              <a:spcBef>
                <a:spcPts val="400"/>
              </a:spcBef>
              <a:spcAft>
                <a:spcPts val="0"/>
              </a:spcAft>
              <a:buNone/>
              <a:defRPr sz="1100"/>
            </a:lvl7pPr>
            <a:lvl8pPr lvl="7">
              <a:spcBef>
                <a:spcPts val="400"/>
              </a:spcBef>
              <a:spcAft>
                <a:spcPts val="0"/>
              </a:spcAft>
              <a:buNone/>
              <a:defRPr sz="1100"/>
            </a:lvl8pPr>
            <a:lvl9pPr lvl="8">
              <a:spcBef>
                <a:spcPts val="400"/>
              </a:spcBef>
              <a:spcAft>
                <a:spcPts val="400"/>
              </a:spcAft>
              <a:buNone/>
              <a:defRPr sz="1100"/>
            </a:lvl9pPr>
          </a:lstStyle>
          <a:p/>
        </p:txBody>
      </p:sp>
      <p:sp>
        <p:nvSpPr>
          <p:cNvPr id="368" name="Google Shape;368;p35"/>
          <p:cNvSpPr txBox="1"/>
          <p:nvPr>
            <p:ph idx="9"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369" name="Google Shape;369;p35"/>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370" name="Google Shape;370;p35"/>
          <p:cNvSpPr txBox="1"/>
          <p:nvPr>
            <p:ph idx="13"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pies">
  <p:cSld name="CUSTOM_4_12">
    <p:spTree>
      <p:nvGrpSpPr>
        <p:cNvPr id="371" name="Shape 371"/>
        <p:cNvGrpSpPr/>
        <p:nvPr/>
      </p:nvGrpSpPr>
      <p:grpSpPr>
        <a:xfrm>
          <a:off x="0" y="0"/>
          <a:ext cx="0" cy="0"/>
          <a:chOff x="0" y="0"/>
          <a:chExt cx="0" cy="0"/>
        </a:xfrm>
      </p:grpSpPr>
      <p:cxnSp>
        <p:nvCxnSpPr>
          <p:cNvPr id="372" name="Google Shape;372;p36"/>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373" name="Google Shape;373;p36"/>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374" name="Google Shape;374;p36"/>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75" name="Google Shape;375;p36"/>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376" name="Google Shape;376;p36"/>
          <p:cNvSpPr txBox="1"/>
          <p:nvPr>
            <p:ph idx="1"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cxnSp>
        <p:nvCxnSpPr>
          <p:cNvPr id="377" name="Google Shape;377;p36"/>
          <p:cNvCxnSpPr/>
          <p:nvPr/>
        </p:nvCxnSpPr>
        <p:spPr>
          <a:xfrm>
            <a:off x="5914388" y="3329513"/>
            <a:ext cx="0" cy="1053600"/>
          </a:xfrm>
          <a:prstGeom prst="straightConnector1">
            <a:avLst/>
          </a:prstGeom>
          <a:noFill/>
          <a:ln cap="flat" cmpd="sng" w="7150">
            <a:solidFill>
              <a:schemeClr val="dk2"/>
            </a:solidFill>
            <a:prstDash val="dot"/>
            <a:round/>
            <a:headEnd len="med" w="med" type="none"/>
            <a:tailEnd len="med" w="med" type="none"/>
          </a:ln>
        </p:spPr>
      </p:cxnSp>
      <p:sp>
        <p:nvSpPr>
          <p:cNvPr id="378" name="Google Shape;378;p36"/>
          <p:cNvSpPr txBox="1"/>
          <p:nvPr>
            <p:ph idx="2" type="subTitle"/>
          </p:nvPr>
        </p:nvSpPr>
        <p:spPr>
          <a:xfrm>
            <a:off x="665850" y="1947525"/>
            <a:ext cx="2387100" cy="2001600"/>
          </a:xfrm>
          <a:prstGeom prst="rect">
            <a:avLst/>
          </a:prstGeom>
        </p:spPr>
        <p:txBody>
          <a:bodyPr anchorCtr="0" anchor="t" bIns="0" lIns="0" spcFirstLastPara="1" rIns="0" wrap="square" tIns="0">
            <a:noAutofit/>
          </a:bodyPr>
          <a:lstStyle>
            <a:lvl1pPr lv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379" name="Google Shape;379;p36"/>
          <p:cNvSpPr txBox="1"/>
          <p:nvPr>
            <p:ph idx="3" type="subTitle"/>
          </p:nvPr>
        </p:nvSpPr>
        <p:spPr>
          <a:xfrm>
            <a:off x="3465563" y="3329513"/>
            <a:ext cx="2212200" cy="2415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380" name="Google Shape;380;p36"/>
          <p:cNvSpPr txBox="1"/>
          <p:nvPr>
            <p:ph idx="4" type="subTitle"/>
          </p:nvPr>
        </p:nvSpPr>
        <p:spPr>
          <a:xfrm>
            <a:off x="3465563" y="3696431"/>
            <a:ext cx="2212200" cy="686400"/>
          </a:xfrm>
          <a:prstGeom prst="rect">
            <a:avLst/>
          </a:prstGeom>
        </p:spPr>
        <p:txBody>
          <a:bodyPr anchorCtr="0" anchor="t" bIns="0" lIns="0" spcFirstLastPara="1" rIns="0" wrap="square" tIns="0">
            <a:noAutofit/>
          </a:bodyPr>
          <a:lstStyle>
            <a:lvl1pPr lvl="0">
              <a:spcBef>
                <a:spcPts val="0"/>
              </a:spcBef>
              <a:spcAft>
                <a:spcPts val="0"/>
              </a:spcAft>
              <a:buNone/>
              <a:defRPr sz="1100"/>
            </a:lvl1pPr>
            <a:lvl2pPr lvl="1">
              <a:spcBef>
                <a:spcPts val="400"/>
              </a:spcBef>
              <a:spcAft>
                <a:spcPts val="0"/>
              </a:spcAft>
              <a:buNone/>
              <a:defRPr sz="1100"/>
            </a:lvl2pPr>
            <a:lvl3pPr lvl="2">
              <a:spcBef>
                <a:spcPts val="400"/>
              </a:spcBef>
              <a:spcAft>
                <a:spcPts val="0"/>
              </a:spcAft>
              <a:buNone/>
              <a:defRPr sz="1100"/>
            </a:lvl3pPr>
            <a:lvl4pPr lvl="3">
              <a:spcBef>
                <a:spcPts val="400"/>
              </a:spcBef>
              <a:spcAft>
                <a:spcPts val="0"/>
              </a:spcAft>
              <a:buNone/>
              <a:defRPr sz="1100"/>
            </a:lvl4pPr>
            <a:lvl5pPr lvl="4">
              <a:spcBef>
                <a:spcPts val="400"/>
              </a:spcBef>
              <a:spcAft>
                <a:spcPts val="0"/>
              </a:spcAft>
              <a:buNone/>
              <a:defRPr sz="1100"/>
            </a:lvl5pPr>
            <a:lvl6pPr lvl="5">
              <a:spcBef>
                <a:spcPts val="400"/>
              </a:spcBef>
              <a:spcAft>
                <a:spcPts val="0"/>
              </a:spcAft>
              <a:buNone/>
              <a:defRPr sz="1100"/>
            </a:lvl6pPr>
            <a:lvl7pPr lvl="6">
              <a:spcBef>
                <a:spcPts val="400"/>
              </a:spcBef>
              <a:spcAft>
                <a:spcPts val="0"/>
              </a:spcAft>
              <a:buNone/>
              <a:defRPr sz="1100"/>
            </a:lvl7pPr>
            <a:lvl8pPr lvl="7">
              <a:spcBef>
                <a:spcPts val="400"/>
              </a:spcBef>
              <a:spcAft>
                <a:spcPts val="0"/>
              </a:spcAft>
              <a:buNone/>
              <a:defRPr sz="1100"/>
            </a:lvl8pPr>
            <a:lvl9pPr lvl="8">
              <a:spcBef>
                <a:spcPts val="400"/>
              </a:spcBef>
              <a:spcAft>
                <a:spcPts val="400"/>
              </a:spcAft>
              <a:buNone/>
              <a:defRPr sz="1100"/>
            </a:lvl9pPr>
          </a:lstStyle>
          <a:p/>
        </p:txBody>
      </p:sp>
      <p:sp>
        <p:nvSpPr>
          <p:cNvPr id="381" name="Google Shape;381;p36"/>
          <p:cNvSpPr txBox="1"/>
          <p:nvPr>
            <p:ph idx="5" type="subTitle"/>
          </p:nvPr>
        </p:nvSpPr>
        <p:spPr>
          <a:xfrm>
            <a:off x="6038381" y="3329513"/>
            <a:ext cx="2212200" cy="2415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382" name="Google Shape;382;p36"/>
          <p:cNvSpPr txBox="1"/>
          <p:nvPr>
            <p:ph idx="6" type="subTitle"/>
          </p:nvPr>
        </p:nvSpPr>
        <p:spPr>
          <a:xfrm>
            <a:off x="6038381" y="3696431"/>
            <a:ext cx="2212200" cy="686400"/>
          </a:xfrm>
          <a:prstGeom prst="rect">
            <a:avLst/>
          </a:prstGeom>
        </p:spPr>
        <p:txBody>
          <a:bodyPr anchorCtr="0" anchor="t" bIns="0" lIns="0" spcFirstLastPara="1" rIns="0" wrap="square" tIns="0">
            <a:noAutofit/>
          </a:bodyPr>
          <a:lstStyle>
            <a:lvl1pPr lvl="0">
              <a:spcBef>
                <a:spcPts val="0"/>
              </a:spcBef>
              <a:spcAft>
                <a:spcPts val="0"/>
              </a:spcAft>
              <a:buNone/>
              <a:defRPr sz="1100"/>
            </a:lvl1pPr>
            <a:lvl2pPr lvl="1">
              <a:spcBef>
                <a:spcPts val="400"/>
              </a:spcBef>
              <a:spcAft>
                <a:spcPts val="0"/>
              </a:spcAft>
              <a:buNone/>
              <a:defRPr sz="1100"/>
            </a:lvl2pPr>
            <a:lvl3pPr lvl="2">
              <a:spcBef>
                <a:spcPts val="400"/>
              </a:spcBef>
              <a:spcAft>
                <a:spcPts val="0"/>
              </a:spcAft>
              <a:buNone/>
              <a:defRPr sz="1100"/>
            </a:lvl3pPr>
            <a:lvl4pPr lvl="3">
              <a:spcBef>
                <a:spcPts val="400"/>
              </a:spcBef>
              <a:spcAft>
                <a:spcPts val="0"/>
              </a:spcAft>
              <a:buNone/>
              <a:defRPr sz="1100"/>
            </a:lvl4pPr>
            <a:lvl5pPr lvl="4">
              <a:spcBef>
                <a:spcPts val="400"/>
              </a:spcBef>
              <a:spcAft>
                <a:spcPts val="0"/>
              </a:spcAft>
              <a:buNone/>
              <a:defRPr sz="1100"/>
            </a:lvl5pPr>
            <a:lvl6pPr lvl="5">
              <a:spcBef>
                <a:spcPts val="400"/>
              </a:spcBef>
              <a:spcAft>
                <a:spcPts val="0"/>
              </a:spcAft>
              <a:buNone/>
              <a:defRPr sz="1100"/>
            </a:lvl6pPr>
            <a:lvl7pPr lvl="6">
              <a:spcBef>
                <a:spcPts val="400"/>
              </a:spcBef>
              <a:spcAft>
                <a:spcPts val="0"/>
              </a:spcAft>
              <a:buNone/>
              <a:defRPr sz="1100"/>
            </a:lvl7pPr>
            <a:lvl8pPr lvl="7">
              <a:spcBef>
                <a:spcPts val="400"/>
              </a:spcBef>
              <a:spcAft>
                <a:spcPts val="0"/>
              </a:spcAft>
              <a:buNone/>
              <a:defRPr sz="1100"/>
            </a:lvl8pPr>
            <a:lvl9pPr lvl="8">
              <a:spcBef>
                <a:spcPts val="400"/>
              </a:spcBef>
              <a:spcAft>
                <a:spcPts val="400"/>
              </a:spcAft>
              <a:buNone/>
              <a:defRPr sz="1100"/>
            </a:lvl9pPr>
          </a:lstStyle>
          <a:p/>
        </p:txBody>
      </p:sp>
      <p:sp>
        <p:nvSpPr>
          <p:cNvPr id="383" name="Google Shape;383;p36"/>
          <p:cNvSpPr txBox="1"/>
          <p:nvPr>
            <p:ph idx="7"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384" name="Google Shape;384;p36"/>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385" name="Google Shape;385;p36"/>
          <p:cNvSpPr txBox="1"/>
          <p:nvPr>
            <p:ph idx="8"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large pie">
  <p:cSld name="CUSTOM_4_11">
    <p:spTree>
      <p:nvGrpSpPr>
        <p:cNvPr id="386" name="Shape 386"/>
        <p:cNvGrpSpPr/>
        <p:nvPr/>
      </p:nvGrpSpPr>
      <p:grpSpPr>
        <a:xfrm>
          <a:off x="0" y="0"/>
          <a:ext cx="0" cy="0"/>
          <a:chOff x="0" y="0"/>
          <a:chExt cx="0" cy="0"/>
        </a:xfrm>
      </p:grpSpPr>
      <p:cxnSp>
        <p:nvCxnSpPr>
          <p:cNvPr id="387" name="Google Shape;387;p37"/>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388" name="Google Shape;388;p37"/>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389" name="Google Shape;389;p37"/>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90" name="Google Shape;390;p37"/>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391" name="Google Shape;391;p37"/>
          <p:cNvSpPr txBox="1"/>
          <p:nvPr>
            <p:ph idx="1"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392" name="Google Shape;392;p37"/>
          <p:cNvSpPr txBox="1"/>
          <p:nvPr>
            <p:ph idx="2" type="subTitle"/>
          </p:nvPr>
        </p:nvSpPr>
        <p:spPr>
          <a:xfrm>
            <a:off x="665850" y="1947525"/>
            <a:ext cx="2387100" cy="2001600"/>
          </a:xfrm>
          <a:prstGeom prst="rect">
            <a:avLst/>
          </a:prstGeom>
        </p:spPr>
        <p:txBody>
          <a:bodyPr anchorCtr="0" anchor="t" bIns="0" lIns="0" spcFirstLastPara="1" rIns="0" wrap="square" tIns="0">
            <a:noAutofit/>
          </a:bodyPr>
          <a:lstStyle>
            <a:lvl1pPr lv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393" name="Google Shape;393;p37"/>
          <p:cNvSpPr txBox="1"/>
          <p:nvPr>
            <p:ph idx="3" type="subTitle"/>
          </p:nvPr>
        </p:nvSpPr>
        <p:spPr>
          <a:xfrm>
            <a:off x="6808678" y="2286319"/>
            <a:ext cx="685800" cy="396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800"/>
            </a:lvl1pPr>
            <a:lvl2pPr lvl="1">
              <a:lnSpc>
                <a:spcPct val="100000"/>
              </a:lnSpc>
              <a:spcBef>
                <a:spcPts val="0"/>
              </a:spcBef>
              <a:spcAft>
                <a:spcPts val="0"/>
              </a:spcAft>
              <a:buNone/>
              <a:defRPr b="1" sz="800"/>
            </a:lvl2pPr>
            <a:lvl3pPr lvl="2">
              <a:lnSpc>
                <a:spcPct val="100000"/>
              </a:lnSpc>
              <a:spcBef>
                <a:spcPts val="0"/>
              </a:spcBef>
              <a:spcAft>
                <a:spcPts val="0"/>
              </a:spcAft>
              <a:buNone/>
              <a:defRPr b="1" sz="800"/>
            </a:lvl3pPr>
            <a:lvl4pPr lvl="3">
              <a:lnSpc>
                <a:spcPct val="100000"/>
              </a:lnSpc>
              <a:spcBef>
                <a:spcPts val="0"/>
              </a:spcBef>
              <a:spcAft>
                <a:spcPts val="0"/>
              </a:spcAft>
              <a:buNone/>
              <a:defRPr b="1" sz="800"/>
            </a:lvl4pPr>
            <a:lvl5pPr lvl="4">
              <a:lnSpc>
                <a:spcPct val="100000"/>
              </a:lnSpc>
              <a:spcBef>
                <a:spcPts val="0"/>
              </a:spcBef>
              <a:spcAft>
                <a:spcPts val="0"/>
              </a:spcAft>
              <a:buNone/>
              <a:defRPr b="1" sz="800"/>
            </a:lvl5pPr>
            <a:lvl6pPr lvl="5">
              <a:lnSpc>
                <a:spcPct val="100000"/>
              </a:lnSpc>
              <a:spcBef>
                <a:spcPts val="0"/>
              </a:spcBef>
              <a:spcAft>
                <a:spcPts val="0"/>
              </a:spcAft>
              <a:buNone/>
              <a:defRPr b="1" sz="800"/>
            </a:lvl6pPr>
            <a:lvl7pPr lvl="6">
              <a:lnSpc>
                <a:spcPct val="100000"/>
              </a:lnSpc>
              <a:spcBef>
                <a:spcPts val="0"/>
              </a:spcBef>
              <a:spcAft>
                <a:spcPts val="0"/>
              </a:spcAft>
              <a:buNone/>
              <a:defRPr b="1" sz="800"/>
            </a:lvl7pPr>
            <a:lvl8pPr lvl="7">
              <a:lnSpc>
                <a:spcPct val="100000"/>
              </a:lnSpc>
              <a:spcBef>
                <a:spcPts val="0"/>
              </a:spcBef>
              <a:spcAft>
                <a:spcPts val="0"/>
              </a:spcAft>
              <a:buNone/>
              <a:defRPr b="1" sz="800"/>
            </a:lvl8pPr>
            <a:lvl9pPr lvl="8">
              <a:lnSpc>
                <a:spcPct val="100000"/>
              </a:lnSpc>
              <a:spcBef>
                <a:spcPts val="0"/>
              </a:spcBef>
              <a:spcAft>
                <a:spcPts val="0"/>
              </a:spcAft>
              <a:buNone/>
              <a:defRPr b="1" sz="800"/>
            </a:lvl9pPr>
          </a:lstStyle>
          <a:p/>
        </p:txBody>
      </p:sp>
      <p:sp>
        <p:nvSpPr>
          <p:cNvPr id="394" name="Google Shape;394;p37"/>
          <p:cNvSpPr txBox="1"/>
          <p:nvPr>
            <p:ph idx="4" type="subTitle"/>
          </p:nvPr>
        </p:nvSpPr>
        <p:spPr>
          <a:xfrm>
            <a:off x="7713384" y="2286319"/>
            <a:ext cx="685800" cy="396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800"/>
            </a:lvl1pPr>
            <a:lvl2pPr lvl="1">
              <a:lnSpc>
                <a:spcPct val="100000"/>
              </a:lnSpc>
              <a:spcBef>
                <a:spcPts val="0"/>
              </a:spcBef>
              <a:spcAft>
                <a:spcPts val="0"/>
              </a:spcAft>
              <a:buNone/>
              <a:defRPr b="1" sz="800"/>
            </a:lvl2pPr>
            <a:lvl3pPr lvl="2">
              <a:lnSpc>
                <a:spcPct val="100000"/>
              </a:lnSpc>
              <a:spcBef>
                <a:spcPts val="0"/>
              </a:spcBef>
              <a:spcAft>
                <a:spcPts val="0"/>
              </a:spcAft>
              <a:buNone/>
              <a:defRPr b="1" sz="800"/>
            </a:lvl3pPr>
            <a:lvl4pPr lvl="3">
              <a:lnSpc>
                <a:spcPct val="100000"/>
              </a:lnSpc>
              <a:spcBef>
                <a:spcPts val="0"/>
              </a:spcBef>
              <a:spcAft>
                <a:spcPts val="0"/>
              </a:spcAft>
              <a:buNone/>
              <a:defRPr b="1" sz="800"/>
            </a:lvl4pPr>
            <a:lvl5pPr lvl="4">
              <a:lnSpc>
                <a:spcPct val="100000"/>
              </a:lnSpc>
              <a:spcBef>
                <a:spcPts val="0"/>
              </a:spcBef>
              <a:spcAft>
                <a:spcPts val="0"/>
              </a:spcAft>
              <a:buNone/>
              <a:defRPr b="1" sz="800"/>
            </a:lvl5pPr>
            <a:lvl6pPr lvl="5">
              <a:lnSpc>
                <a:spcPct val="100000"/>
              </a:lnSpc>
              <a:spcBef>
                <a:spcPts val="0"/>
              </a:spcBef>
              <a:spcAft>
                <a:spcPts val="0"/>
              </a:spcAft>
              <a:buNone/>
              <a:defRPr b="1" sz="800"/>
            </a:lvl6pPr>
            <a:lvl7pPr lvl="6">
              <a:lnSpc>
                <a:spcPct val="100000"/>
              </a:lnSpc>
              <a:spcBef>
                <a:spcPts val="0"/>
              </a:spcBef>
              <a:spcAft>
                <a:spcPts val="0"/>
              </a:spcAft>
              <a:buNone/>
              <a:defRPr b="1" sz="800"/>
            </a:lvl7pPr>
            <a:lvl8pPr lvl="7">
              <a:lnSpc>
                <a:spcPct val="100000"/>
              </a:lnSpc>
              <a:spcBef>
                <a:spcPts val="0"/>
              </a:spcBef>
              <a:spcAft>
                <a:spcPts val="0"/>
              </a:spcAft>
              <a:buNone/>
              <a:defRPr b="1" sz="800"/>
            </a:lvl8pPr>
            <a:lvl9pPr lvl="8">
              <a:lnSpc>
                <a:spcPct val="100000"/>
              </a:lnSpc>
              <a:spcBef>
                <a:spcPts val="0"/>
              </a:spcBef>
              <a:spcAft>
                <a:spcPts val="0"/>
              </a:spcAft>
              <a:buNone/>
              <a:defRPr b="1" sz="800"/>
            </a:lvl9pPr>
          </a:lstStyle>
          <a:p/>
        </p:txBody>
      </p:sp>
      <p:sp>
        <p:nvSpPr>
          <p:cNvPr id="395" name="Google Shape;395;p37"/>
          <p:cNvSpPr txBox="1"/>
          <p:nvPr>
            <p:ph idx="5" type="subTitle"/>
          </p:nvPr>
        </p:nvSpPr>
        <p:spPr>
          <a:xfrm>
            <a:off x="6808678" y="2881220"/>
            <a:ext cx="685800" cy="396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800"/>
            </a:lvl1pPr>
            <a:lvl2pPr lvl="1">
              <a:lnSpc>
                <a:spcPct val="100000"/>
              </a:lnSpc>
              <a:spcBef>
                <a:spcPts val="0"/>
              </a:spcBef>
              <a:spcAft>
                <a:spcPts val="0"/>
              </a:spcAft>
              <a:buNone/>
              <a:defRPr b="1" sz="800"/>
            </a:lvl2pPr>
            <a:lvl3pPr lvl="2">
              <a:lnSpc>
                <a:spcPct val="100000"/>
              </a:lnSpc>
              <a:spcBef>
                <a:spcPts val="0"/>
              </a:spcBef>
              <a:spcAft>
                <a:spcPts val="0"/>
              </a:spcAft>
              <a:buNone/>
              <a:defRPr b="1" sz="800"/>
            </a:lvl3pPr>
            <a:lvl4pPr lvl="3">
              <a:lnSpc>
                <a:spcPct val="100000"/>
              </a:lnSpc>
              <a:spcBef>
                <a:spcPts val="0"/>
              </a:spcBef>
              <a:spcAft>
                <a:spcPts val="0"/>
              </a:spcAft>
              <a:buNone/>
              <a:defRPr b="1" sz="800"/>
            </a:lvl4pPr>
            <a:lvl5pPr lvl="4">
              <a:lnSpc>
                <a:spcPct val="100000"/>
              </a:lnSpc>
              <a:spcBef>
                <a:spcPts val="0"/>
              </a:spcBef>
              <a:spcAft>
                <a:spcPts val="0"/>
              </a:spcAft>
              <a:buNone/>
              <a:defRPr b="1" sz="800"/>
            </a:lvl5pPr>
            <a:lvl6pPr lvl="5">
              <a:lnSpc>
                <a:spcPct val="100000"/>
              </a:lnSpc>
              <a:spcBef>
                <a:spcPts val="0"/>
              </a:spcBef>
              <a:spcAft>
                <a:spcPts val="0"/>
              </a:spcAft>
              <a:buNone/>
              <a:defRPr b="1" sz="800"/>
            </a:lvl6pPr>
            <a:lvl7pPr lvl="6">
              <a:lnSpc>
                <a:spcPct val="100000"/>
              </a:lnSpc>
              <a:spcBef>
                <a:spcPts val="0"/>
              </a:spcBef>
              <a:spcAft>
                <a:spcPts val="0"/>
              </a:spcAft>
              <a:buNone/>
              <a:defRPr b="1" sz="800"/>
            </a:lvl7pPr>
            <a:lvl8pPr lvl="7">
              <a:lnSpc>
                <a:spcPct val="100000"/>
              </a:lnSpc>
              <a:spcBef>
                <a:spcPts val="0"/>
              </a:spcBef>
              <a:spcAft>
                <a:spcPts val="0"/>
              </a:spcAft>
              <a:buNone/>
              <a:defRPr b="1" sz="800"/>
            </a:lvl8pPr>
            <a:lvl9pPr lvl="8">
              <a:lnSpc>
                <a:spcPct val="100000"/>
              </a:lnSpc>
              <a:spcBef>
                <a:spcPts val="0"/>
              </a:spcBef>
              <a:spcAft>
                <a:spcPts val="0"/>
              </a:spcAft>
              <a:buNone/>
              <a:defRPr b="1" sz="800"/>
            </a:lvl9pPr>
          </a:lstStyle>
          <a:p/>
        </p:txBody>
      </p:sp>
      <p:sp>
        <p:nvSpPr>
          <p:cNvPr id="396" name="Google Shape;396;p37"/>
          <p:cNvSpPr txBox="1"/>
          <p:nvPr>
            <p:ph idx="6" type="subTitle"/>
          </p:nvPr>
        </p:nvSpPr>
        <p:spPr>
          <a:xfrm>
            <a:off x="7713384" y="2881220"/>
            <a:ext cx="685800" cy="396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800"/>
            </a:lvl1pPr>
            <a:lvl2pPr lvl="1">
              <a:lnSpc>
                <a:spcPct val="100000"/>
              </a:lnSpc>
              <a:spcBef>
                <a:spcPts val="0"/>
              </a:spcBef>
              <a:spcAft>
                <a:spcPts val="0"/>
              </a:spcAft>
              <a:buNone/>
              <a:defRPr b="1" sz="800"/>
            </a:lvl2pPr>
            <a:lvl3pPr lvl="2">
              <a:lnSpc>
                <a:spcPct val="100000"/>
              </a:lnSpc>
              <a:spcBef>
                <a:spcPts val="0"/>
              </a:spcBef>
              <a:spcAft>
                <a:spcPts val="0"/>
              </a:spcAft>
              <a:buNone/>
              <a:defRPr b="1" sz="800"/>
            </a:lvl3pPr>
            <a:lvl4pPr lvl="3">
              <a:lnSpc>
                <a:spcPct val="100000"/>
              </a:lnSpc>
              <a:spcBef>
                <a:spcPts val="0"/>
              </a:spcBef>
              <a:spcAft>
                <a:spcPts val="0"/>
              </a:spcAft>
              <a:buNone/>
              <a:defRPr b="1" sz="800"/>
            </a:lvl4pPr>
            <a:lvl5pPr lvl="4">
              <a:lnSpc>
                <a:spcPct val="100000"/>
              </a:lnSpc>
              <a:spcBef>
                <a:spcPts val="0"/>
              </a:spcBef>
              <a:spcAft>
                <a:spcPts val="0"/>
              </a:spcAft>
              <a:buNone/>
              <a:defRPr b="1" sz="800"/>
            </a:lvl5pPr>
            <a:lvl6pPr lvl="5">
              <a:lnSpc>
                <a:spcPct val="100000"/>
              </a:lnSpc>
              <a:spcBef>
                <a:spcPts val="0"/>
              </a:spcBef>
              <a:spcAft>
                <a:spcPts val="0"/>
              </a:spcAft>
              <a:buNone/>
              <a:defRPr b="1" sz="800"/>
            </a:lvl6pPr>
            <a:lvl7pPr lvl="6">
              <a:lnSpc>
                <a:spcPct val="100000"/>
              </a:lnSpc>
              <a:spcBef>
                <a:spcPts val="0"/>
              </a:spcBef>
              <a:spcAft>
                <a:spcPts val="0"/>
              </a:spcAft>
              <a:buNone/>
              <a:defRPr b="1" sz="800"/>
            </a:lvl7pPr>
            <a:lvl8pPr lvl="7">
              <a:lnSpc>
                <a:spcPct val="100000"/>
              </a:lnSpc>
              <a:spcBef>
                <a:spcPts val="0"/>
              </a:spcBef>
              <a:spcAft>
                <a:spcPts val="0"/>
              </a:spcAft>
              <a:buNone/>
              <a:defRPr b="1" sz="800"/>
            </a:lvl8pPr>
            <a:lvl9pPr lvl="8">
              <a:lnSpc>
                <a:spcPct val="100000"/>
              </a:lnSpc>
              <a:spcBef>
                <a:spcPts val="0"/>
              </a:spcBef>
              <a:spcAft>
                <a:spcPts val="0"/>
              </a:spcAft>
              <a:buNone/>
              <a:defRPr b="1" sz="800"/>
            </a:lvl9pPr>
          </a:lstStyle>
          <a:p/>
        </p:txBody>
      </p:sp>
      <p:sp>
        <p:nvSpPr>
          <p:cNvPr id="397" name="Google Shape;397;p37"/>
          <p:cNvSpPr txBox="1"/>
          <p:nvPr>
            <p:ph idx="7" type="subTitle"/>
          </p:nvPr>
        </p:nvSpPr>
        <p:spPr>
          <a:xfrm>
            <a:off x="6808678" y="3452645"/>
            <a:ext cx="685800" cy="396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800"/>
            </a:lvl1pPr>
            <a:lvl2pPr lvl="1">
              <a:lnSpc>
                <a:spcPct val="100000"/>
              </a:lnSpc>
              <a:spcBef>
                <a:spcPts val="0"/>
              </a:spcBef>
              <a:spcAft>
                <a:spcPts val="0"/>
              </a:spcAft>
              <a:buNone/>
              <a:defRPr b="1" sz="800"/>
            </a:lvl2pPr>
            <a:lvl3pPr lvl="2">
              <a:lnSpc>
                <a:spcPct val="100000"/>
              </a:lnSpc>
              <a:spcBef>
                <a:spcPts val="0"/>
              </a:spcBef>
              <a:spcAft>
                <a:spcPts val="0"/>
              </a:spcAft>
              <a:buNone/>
              <a:defRPr b="1" sz="800"/>
            </a:lvl3pPr>
            <a:lvl4pPr lvl="3">
              <a:lnSpc>
                <a:spcPct val="100000"/>
              </a:lnSpc>
              <a:spcBef>
                <a:spcPts val="0"/>
              </a:spcBef>
              <a:spcAft>
                <a:spcPts val="0"/>
              </a:spcAft>
              <a:buNone/>
              <a:defRPr b="1" sz="800"/>
            </a:lvl4pPr>
            <a:lvl5pPr lvl="4">
              <a:lnSpc>
                <a:spcPct val="100000"/>
              </a:lnSpc>
              <a:spcBef>
                <a:spcPts val="0"/>
              </a:spcBef>
              <a:spcAft>
                <a:spcPts val="0"/>
              </a:spcAft>
              <a:buNone/>
              <a:defRPr b="1" sz="800"/>
            </a:lvl5pPr>
            <a:lvl6pPr lvl="5">
              <a:lnSpc>
                <a:spcPct val="100000"/>
              </a:lnSpc>
              <a:spcBef>
                <a:spcPts val="0"/>
              </a:spcBef>
              <a:spcAft>
                <a:spcPts val="0"/>
              </a:spcAft>
              <a:buNone/>
              <a:defRPr b="1" sz="800"/>
            </a:lvl6pPr>
            <a:lvl7pPr lvl="6">
              <a:lnSpc>
                <a:spcPct val="100000"/>
              </a:lnSpc>
              <a:spcBef>
                <a:spcPts val="0"/>
              </a:spcBef>
              <a:spcAft>
                <a:spcPts val="0"/>
              </a:spcAft>
              <a:buNone/>
              <a:defRPr b="1" sz="800"/>
            </a:lvl7pPr>
            <a:lvl8pPr lvl="7">
              <a:lnSpc>
                <a:spcPct val="100000"/>
              </a:lnSpc>
              <a:spcBef>
                <a:spcPts val="0"/>
              </a:spcBef>
              <a:spcAft>
                <a:spcPts val="0"/>
              </a:spcAft>
              <a:buNone/>
              <a:defRPr b="1" sz="800"/>
            </a:lvl8pPr>
            <a:lvl9pPr lvl="8">
              <a:lnSpc>
                <a:spcPct val="100000"/>
              </a:lnSpc>
              <a:spcBef>
                <a:spcPts val="0"/>
              </a:spcBef>
              <a:spcAft>
                <a:spcPts val="0"/>
              </a:spcAft>
              <a:buNone/>
              <a:defRPr b="1" sz="800"/>
            </a:lvl9pPr>
          </a:lstStyle>
          <a:p/>
        </p:txBody>
      </p:sp>
      <p:sp>
        <p:nvSpPr>
          <p:cNvPr id="398" name="Google Shape;398;p37"/>
          <p:cNvSpPr txBox="1"/>
          <p:nvPr>
            <p:ph idx="8" type="subTitle"/>
          </p:nvPr>
        </p:nvSpPr>
        <p:spPr>
          <a:xfrm>
            <a:off x="7713384" y="3452645"/>
            <a:ext cx="685800" cy="396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800"/>
            </a:lvl1pPr>
            <a:lvl2pPr lvl="1">
              <a:lnSpc>
                <a:spcPct val="100000"/>
              </a:lnSpc>
              <a:spcBef>
                <a:spcPts val="0"/>
              </a:spcBef>
              <a:spcAft>
                <a:spcPts val="0"/>
              </a:spcAft>
              <a:buNone/>
              <a:defRPr b="1" sz="800"/>
            </a:lvl2pPr>
            <a:lvl3pPr lvl="2">
              <a:lnSpc>
                <a:spcPct val="100000"/>
              </a:lnSpc>
              <a:spcBef>
                <a:spcPts val="0"/>
              </a:spcBef>
              <a:spcAft>
                <a:spcPts val="0"/>
              </a:spcAft>
              <a:buNone/>
              <a:defRPr b="1" sz="800"/>
            </a:lvl3pPr>
            <a:lvl4pPr lvl="3">
              <a:lnSpc>
                <a:spcPct val="100000"/>
              </a:lnSpc>
              <a:spcBef>
                <a:spcPts val="0"/>
              </a:spcBef>
              <a:spcAft>
                <a:spcPts val="0"/>
              </a:spcAft>
              <a:buNone/>
              <a:defRPr b="1" sz="800"/>
            </a:lvl4pPr>
            <a:lvl5pPr lvl="4">
              <a:lnSpc>
                <a:spcPct val="100000"/>
              </a:lnSpc>
              <a:spcBef>
                <a:spcPts val="0"/>
              </a:spcBef>
              <a:spcAft>
                <a:spcPts val="0"/>
              </a:spcAft>
              <a:buNone/>
              <a:defRPr b="1" sz="800"/>
            </a:lvl5pPr>
            <a:lvl6pPr lvl="5">
              <a:lnSpc>
                <a:spcPct val="100000"/>
              </a:lnSpc>
              <a:spcBef>
                <a:spcPts val="0"/>
              </a:spcBef>
              <a:spcAft>
                <a:spcPts val="0"/>
              </a:spcAft>
              <a:buNone/>
              <a:defRPr b="1" sz="800"/>
            </a:lvl6pPr>
            <a:lvl7pPr lvl="6">
              <a:lnSpc>
                <a:spcPct val="100000"/>
              </a:lnSpc>
              <a:spcBef>
                <a:spcPts val="0"/>
              </a:spcBef>
              <a:spcAft>
                <a:spcPts val="0"/>
              </a:spcAft>
              <a:buNone/>
              <a:defRPr b="1" sz="800"/>
            </a:lvl7pPr>
            <a:lvl8pPr lvl="7">
              <a:lnSpc>
                <a:spcPct val="100000"/>
              </a:lnSpc>
              <a:spcBef>
                <a:spcPts val="0"/>
              </a:spcBef>
              <a:spcAft>
                <a:spcPts val="0"/>
              </a:spcAft>
              <a:buNone/>
              <a:defRPr b="1" sz="800"/>
            </a:lvl8pPr>
            <a:lvl9pPr lvl="8">
              <a:lnSpc>
                <a:spcPct val="100000"/>
              </a:lnSpc>
              <a:spcBef>
                <a:spcPts val="0"/>
              </a:spcBef>
              <a:spcAft>
                <a:spcPts val="0"/>
              </a:spcAft>
              <a:buNone/>
              <a:defRPr b="1" sz="800"/>
            </a:lvl9pPr>
          </a:lstStyle>
          <a:p/>
        </p:txBody>
      </p:sp>
      <p:sp>
        <p:nvSpPr>
          <p:cNvPr id="399" name="Google Shape;399;p37"/>
          <p:cNvSpPr txBox="1"/>
          <p:nvPr>
            <p:ph idx="9"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400" name="Google Shape;400;p37"/>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401" name="Google Shape;401;p37"/>
          <p:cNvSpPr txBox="1"/>
          <p:nvPr>
            <p:ph idx="13"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percentage bars">
  <p:cSld name="CUSTOM_4_10">
    <p:spTree>
      <p:nvGrpSpPr>
        <p:cNvPr id="402" name="Shape 402"/>
        <p:cNvGrpSpPr/>
        <p:nvPr/>
      </p:nvGrpSpPr>
      <p:grpSpPr>
        <a:xfrm>
          <a:off x="0" y="0"/>
          <a:ext cx="0" cy="0"/>
          <a:chOff x="0" y="0"/>
          <a:chExt cx="0" cy="0"/>
        </a:xfrm>
      </p:grpSpPr>
      <p:cxnSp>
        <p:nvCxnSpPr>
          <p:cNvPr id="403" name="Google Shape;403;p38"/>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404" name="Google Shape;404;p38"/>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405" name="Google Shape;405;p38"/>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06" name="Google Shape;406;p38"/>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407" name="Google Shape;407;p38"/>
          <p:cNvSpPr txBox="1"/>
          <p:nvPr>
            <p:ph idx="1"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408" name="Google Shape;408;p38"/>
          <p:cNvSpPr txBox="1"/>
          <p:nvPr>
            <p:ph idx="2" type="subTitle"/>
          </p:nvPr>
        </p:nvSpPr>
        <p:spPr>
          <a:xfrm>
            <a:off x="6036038" y="2173950"/>
            <a:ext cx="2557800" cy="5388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900"/>
            </a:lvl1pPr>
            <a:lvl2pPr lvl="1">
              <a:lnSpc>
                <a:spcPct val="140000"/>
              </a:lnSpc>
              <a:spcBef>
                <a:spcPts val="0"/>
              </a:spcBef>
              <a:spcAft>
                <a:spcPts val="0"/>
              </a:spcAft>
              <a:buNone/>
              <a:defRPr sz="900"/>
            </a:lvl2pPr>
            <a:lvl3pPr lvl="2">
              <a:lnSpc>
                <a:spcPct val="140000"/>
              </a:lnSpc>
              <a:spcBef>
                <a:spcPts val="0"/>
              </a:spcBef>
              <a:spcAft>
                <a:spcPts val="0"/>
              </a:spcAft>
              <a:buNone/>
              <a:defRPr sz="900"/>
            </a:lvl3pPr>
            <a:lvl4pPr lvl="3">
              <a:lnSpc>
                <a:spcPct val="140000"/>
              </a:lnSpc>
              <a:spcBef>
                <a:spcPts val="0"/>
              </a:spcBef>
              <a:spcAft>
                <a:spcPts val="0"/>
              </a:spcAft>
              <a:buNone/>
              <a:defRPr sz="900"/>
            </a:lvl4pPr>
            <a:lvl5pPr lvl="4">
              <a:lnSpc>
                <a:spcPct val="140000"/>
              </a:lnSpc>
              <a:spcBef>
                <a:spcPts val="0"/>
              </a:spcBef>
              <a:spcAft>
                <a:spcPts val="0"/>
              </a:spcAft>
              <a:buNone/>
              <a:defRPr sz="900"/>
            </a:lvl5pPr>
            <a:lvl6pPr lvl="5">
              <a:lnSpc>
                <a:spcPct val="140000"/>
              </a:lnSpc>
              <a:spcBef>
                <a:spcPts val="0"/>
              </a:spcBef>
              <a:spcAft>
                <a:spcPts val="0"/>
              </a:spcAft>
              <a:buNone/>
              <a:defRPr sz="900"/>
            </a:lvl6pPr>
            <a:lvl7pPr lvl="6">
              <a:lnSpc>
                <a:spcPct val="140000"/>
              </a:lnSpc>
              <a:spcBef>
                <a:spcPts val="0"/>
              </a:spcBef>
              <a:spcAft>
                <a:spcPts val="0"/>
              </a:spcAft>
              <a:buNone/>
              <a:defRPr sz="900"/>
            </a:lvl7pPr>
            <a:lvl8pPr lvl="7">
              <a:lnSpc>
                <a:spcPct val="140000"/>
              </a:lnSpc>
              <a:spcBef>
                <a:spcPts val="0"/>
              </a:spcBef>
              <a:spcAft>
                <a:spcPts val="0"/>
              </a:spcAft>
              <a:buNone/>
              <a:defRPr sz="900"/>
            </a:lvl8pPr>
            <a:lvl9pPr lvl="8">
              <a:lnSpc>
                <a:spcPct val="140000"/>
              </a:lnSpc>
              <a:spcBef>
                <a:spcPts val="0"/>
              </a:spcBef>
              <a:spcAft>
                <a:spcPts val="0"/>
              </a:spcAft>
              <a:buNone/>
              <a:defRPr sz="900"/>
            </a:lvl9pPr>
          </a:lstStyle>
          <a:p/>
        </p:txBody>
      </p:sp>
      <p:sp>
        <p:nvSpPr>
          <p:cNvPr id="409" name="Google Shape;409;p38"/>
          <p:cNvSpPr txBox="1"/>
          <p:nvPr>
            <p:ph idx="3" type="subTitle"/>
          </p:nvPr>
        </p:nvSpPr>
        <p:spPr>
          <a:xfrm>
            <a:off x="6036038" y="1905450"/>
            <a:ext cx="2557800" cy="2499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21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21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21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21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21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21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21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21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2100">
                <a:solidFill>
                  <a:schemeClr val="accent1"/>
                </a:solidFill>
                <a:latin typeface="Red Hat Display Medium"/>
                <a:ea typeface="Red Hat Display Medium"/>
                <a:cs typeface="Red Hat Display Medium"/>
                <a:sym typeface="Red Hat Display Medium"/>
              </a:defRPr>
            </a:lvl9pPr>
          </a:lstStyle>
          <a:p/>
        </p:txBody>
      </p:sp>
      <p:sp>
        <p:nvSpPr>
          <p:cNvPr id="410" name="Google Shape;410;p38"/>
          <p:cNvSpPr txBox="1"/>
          <p:nvPr>
            <p:ph idx="4" type="subTitle"/>
          </p:nvPr>
        </p:nvSpPr>
        <p:spPr>
          <a:xfrm>
            <a:off x="6036038" y="3507600"/>
            <a:ext cx="2557800" cy="5388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900"/>
            </a:lvl1pPr>
            <a:lvl2pPr lvl="1">
              <a:lnSpc>
                <a:spcPct val="140000"/>
              </a:lnSpc>
              <a:spcBef>
                <a:spcPts val="0"/>
              </a:spcBef>
              <a:spcAft>
                <a:spcPts val="0"/>
              </a:spcAft>
              <a:buNone/>
              <a:defRPr sz="900"/>
            </a:lvl2pPr>
            <a:lvl3pPr lvl="2">
              <a:lnSpc>
                <a:spcPct val="140000"/>
              </a:lnSpc>
              <a:spcBef>
                <a:spcPts val="0"/>
              </a:spcBef>
              <a:spcAft>
                <a:spcPts val="0"/>
              </a:spcAft>
              <a:buNone/>
              <a:defRPr sz="900"/>
            </a:lvl3pPr>
            <a:lvl4pPr lvl="3">
              <a:lnSpc>
                <a:spcPct val="140000"/>
              </a:lnSpc>
              <a:spcBef>
                <a:spcPts val="0"/>
              </a:spcBef>
              <a:spcAft>
                <a:spcPts val="0"/>
              </a:spcAft>
              <a:buNone/>
              <a:defRPr sz="900"/>
            </a:lvl4pPr>
            <a:lvl5pPr lvl="4">
              <a:lnSpc>
                <a:spcPct val="140000"/>
              </a:lnSpc>
              <a:spcBef>
                <a:spcPts val="0"/>
              </a:spcBef>
              <a:spcAft>
                <a:spcPts val="0"/>
              </a:spcAft>
              <a:buNone/>
              <a:defRPr sz="900"/>
            </a:lvl5pPr>
            <a:lvl6pPr lvl="5">
              <a:lnSpc>
                <a:spcPct val="140000"/>
              </a:lnSpc>
              <a:spcBef>
                <a:spcPts val="0"/>
              </a:spcBef>
              <a:spcAft>
                <a:spcPts val="0"/>
              </a:spcAft>
              <a:buNone/>
              <a:defRPr sz="900"/>
            </a:lvl6pPr>
            <a:lvl7pPr lvl="6">
              <a:lnSpc>
                <a:spcPct val="140000"/>
              </a:lnSpc>
              <a:spcBef>
                <a:spcPts val="0"/>
              </a:spcBef>
              <a:spcAft>
                <a:spcPts val="0"/>
              </a:spcAft>
              <a:buNone/>
              <a:defRPr sz="900"/>
            </a:lvl7pPr>
            <a:lvl8pPr lvl="7">
              <a:lnSpc>
                <a:spcPct val="140000"/>
              </a:lnSpc>
              <a:spcBef>
                <a:spcPts val="0"/>
              </a:spcBef>
              <a:spcAft>
                <a:spcPts val="0"/>
              </a:spcAft>
              <a:buNone/>
              <a:defRPr sz="900"/>
            </a:lvl8pPr>
            <a:lvl9pPr lvl="8">
              <a:lnSpc>
                <a:spcPct val="140000"/>
              </a:lnSpc>
              <a:spcBef>
                <a:spcPts val="0"/>
              </a:spcBef>
              <a:spcAft>
                <a:spcPts val="0"/>
              </a:spcAft>
              <a:buNone/>
              <a:defRPr sz="900"/>
            </a:lvl9pPr>
          </a:lstStyle>
          <a:p/>
        </p:txBody>
      </p:sp>
      <p:sp>
        <p:nvSpPr>
          <p:cNvPr id="411" name="Google Shape;411;p38"/>
          <p:cNvSpPr txBox="1"/>
          <p:nvPr>
            <p:ph idx="5" type="subTitle"/>
          </p:nvPr>
        </p:nvSpPr>
        <p:spPr>
          <a:xfrm>
            <a:off x="6036038" y="3239100"/>
            <a:ext cx="2557800" cy="2499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2100">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2100">
                <a:solidFill>
                  <a:schemeClr val="accent2"/>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2100">
                <a:solidFill>
                  <a:schemeClr val="accent2"/>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2100">
                <a:solidFill>
                  <a:schemeClr val="accent2"/>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2100">
                <a:solidFill>
                  <a:schemeClr val="accent2"/>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2100">
                <a:solidFill>
                  <a:schemeClr val="accent2"/>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2100">
                <a:solidFill>
                  <a:schemeClr val="accent2"/>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2100">
                <a:solidFill>
                  <a:schemeClr val="accent2"/>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2100">
                <a:solidFill>
                  <a:schemeClr val="accent2"/>
                </a:solidFill>
                <a:latin typeface="Red Hat Display Medium"/>
                <a:ea typeface="Red Hat Display Medium"/>
                <a:cs typeface="Red Hat Display Medium"/>
                <a:sym typeface="Red Hat Display Medium"/>
              </a:defRPr>
            </a:lvl9pPr>
          </a:lstStyle>
          <a:p/>
        </p:txBody>
      </p:sp>
      <p:sp>
        <p:nvSpPr>
          <p:cNvPr id="412" name="Google Shape;412;p38"/>
          <p:cNvSpPr/>
          <p:nvPr/>
        </p:nvSpPr>
        <p:spPr>
          <a:xfrm>
            <a:off x="667144" y="190545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3" name="Google Shape;413;p38"/>
          <p:cNvSpPr/>
          <p:nvPr/>
        </p:nvSpPr>
        <p:spPr>
          <a:xfrm>
            <a:off x="667144" y="198688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4" name="Google Shape;414;p38"/>
          <p:cNvSpPr/>
          <p:nvPr/>
        </p:nvSpPr>
        <p:spPr>
          <a:xfrm>
            <a:off x="667144" y="206831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5" name="Google Shape;415;p38"/>
          <p:cNvSpPr/>
          <p:nvPr/>
        </p:nvSpPr>
        <p:spPr>
          <a:xfrm>
            <a:off x="667144" y="2149744"/>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6" name="Google Shape;416;p38"/>
          <p:cNvSpPr/>
          <p:nvPr/>
        </p:nvSpPr>
        <p:spPr>
          <a:xfrm>
            <a:off x="667144" y="223117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7" name="Google Shape;417;p38"/>
          <p:cNvSpPr/>
          <p:nvPr/>
        </p:nvSpPr>
        <p:spPr>
          <a:xfrm>
            <a:off x="667144" y="231260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8" name="Google Shape;418;p38"/>
          <p:cNvSpPr/>
          <p:nvPr/>
        </p:nvSpPr>
        <p:spPr>
          <a:xfrm>
            <a:off x="667144" y="239403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9" name="Google Shape;419;p38"/>
          <p:cNvSpPr/>
          <p:nvPr/>
        </p:nvSpPr>
        <p:spPr>
          <a:xfrm>
            <a:off x="667144" y="2475469"/>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0" name="Google Shape;420;p38"/>
          <p:cNvSpPr/>
          <p:nvPr/>
        </p:nvSpPr>
        <p:spPr>
          <a:xfrm>
            <a:off x="667144" y="255690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1" name="Google Shape;421;p38"/>
          <p:cNvSpPr/>
          <p:nvPr/>
        </p:nvSpPr>
        <p:spPr>
          <a:xfrm>
            <a:off x="667144" y="263833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2" name="Google Shape;422;p38"/>
          <p:cNvSpPr/>
          <p:nvPr/>
        </p:nvSpPr>
        <p:spPr>
          <a:xfrm>
            <a:off x="1189500" y="190545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3" name="Google Shape;423;p38"/>
          <p:cNvSpPr/>
          <p:nvPr/>
        </p:nvSpPr>
        <p:spPr>
          <a:xfrm>
            <a:off x="1189500" y="198688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4" name="Google Shape;424;p38"/>
          <p:cNvSpPr/>
          <p:nvPr/>
        </p:nvSpPr>
        <p:spPr>
          <a:xfrm>
            <a:off x="1189500" y="206831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5" name="Google Shape;425;p38"/>
          <p:cNvSpPr/>
          <p:nvPr/>
        </p:nvSpPr>
        <p:spPr>
          <a:xfrm>
            <a:off x="1189500" y="2149744"/>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6" name="Google Shape;426;p38"/>
          <p:cNvSpPr/>
          <p:nvPr/>
        </p:nvSpPr>
        <p:spPr>
          <a:xfrm>
            <a:off x="1189500" y="223117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7" name="Google Shape;427;p38"/>
          <p:cNvSpPr/>
          <p:nvPr/>
        </p:nvSpPr>
        <p:spPr>
          <a:xfrm>
            <a:off x="1189500" y="231260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8" name="Google Shape;428;p38"/>
          <p:cNvSpPr/>
          <p:nvPr/>
        </p:nvSpPr>
        <p:spPr>
          <a:xfrm>
            <a:off x="1189500" y="239403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9" name="Google Shape;429;p38"/>
          <p:cNvSpPr/>
          <p:nvPr/>
        </p:nvSpPr>
        <p:spPr>
          <a:xfrm>
            <a:off x="1189500" y="2475469"/>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0" name="Google Shape;430;p38"/>
          <p:cNvSpPr/>
          <p:nvPr/>
        </p:nvSpPr>
        <p:spPr>
          <a:xfrm>
            <a:off x="1189500" y="255690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1" name="Google Shape;431;p38"/>
          <p:cNvSpPr/>
          <p:nvPr/>
        </p:nvSpPr>
        <p:spPr>
          <a:xfrm>
            <a:off x="1189500" y="263833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2" name="Google Shape;432;p38"/>
          <p:cNvSpPr/>
          <p:nvPr/>
        </p:nvSpPr>
        <p:spPr>
          <a:xfrm>
            <a:off x="1711856" y="190545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3" name="Google Shape;433;p38"/>
          <p:cNvSpPr/>
          <p:nvPr/>
        </p:nvSpPr>
        <p:spPr>
          <a:xfrm>
            <a:off x="1711856" y="198688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4" name="Google Shape;434;p38"/>
          <p:cNvSpPr/>
          <p:nvPr/>
        </p:nvSpPr>
        <p:spPr>
          <a:xfrm>
            <a:off x="1711856" y="206831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5" name="Google Shape;435;p38"/>
          <p:cNvSpPr/>
          <p:nvPr/>
        </p:nvSpPr>
        <p:spPr>
          <a:xfrm>
            <a:off x="1711856" y="2149744"/>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6" name="Google Shape;436;p38"/>
          <p:cNvSpPr/>
          <p:nvPr/>
        </p:nvSpPr>
        <p:spPr>
          <a:xfrm>
            <a:off x="1711856" y="223117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7" name="Google Shape;437;p38"/>
          <p:cNvSpPr/>
          <p:nvPr/>
        </p:nvSpPr>
        <p:spPr>
          <a:xfrm>
            <a:off x="1711856" y="231260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8" name="Google Shape;438;p38"/>
          <p:cNvSpPr/>
          <p:nvPr/>
        </p:nvSpPr>
        <p:spPr>
          <a:xfrm>
            <a:off x="1711856" y="239403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9" name="Google Shape;439;p38"/>
          <p:cNvSpPr/>
          <p:nvPr/>
        </p:nvSpPr>
        <p:spPr>
          <a:xfrm>
            <a:off x="1711856" y="2475469"/>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0" name="Google Shape;440;p38"/>
          <p:cNvSpPr/>
          <p:nvPr/>
        </p:nvSpPr>
        <p:spPr>
          <a:xfrm>
            <a:off x="1711856" y="255690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1" name="Google Shape;441;p38"/>
          <p:cNvSpPr/>
          <p:nvPr/>
        </p:nvSpPr>
        <p:spPr>
          <a:xfrm>
            <a:off x="1711856" y="263833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2" name="Google Shape;442;p38"/>
          <p:cNvSpPr/>
          <p:nvPr/>
        </p:nvSpPr>
        <p:spPr>
          <a:xfrm>
            <a:off x="2234213" y="190545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3" name="Google Shape;443;p38"/>
          <p:cNvSpPr/>
          <p:nvPr/>
        </p:nvSpPr>
        <p:spPr>
          <a:xfrm>
            <a:off x="2234213" y="198688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4" name="Google Shape;444;p38"/>
          <p:cNvSpPr/>
          <p:nvPr/>
        </p:nvSpPr>
        <p:spPr>
          <a:xfrm>
            <a:off x="2234213" y="206831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5" name="Google Shape;445;p38"/>
          <p:cNvSpPr/>
          <p:nvPr/>
        </p:nvSpPr>
        <p:spPr>
          <a:xfrm>
            <a:off x="2234213" y="2149744"/>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6" name="Google Shape;446;p38"/>
          <p:cNvSpPr/>
          <p:nvPr/>
        </p:nvSpPr>
        <p:spPr>
          <a:xfrm>
            <a:off x="2234213" y="223117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7" name="Google Shape;447;p38"/>
          <p:cNvSpPr/>
          <p:nvPr/>
        </p:nvSpPr>
        <p:spPr>
          <a:xfrm>
            <a:off x="2234213" y="231260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8" name="Google Shape;448;p38"/>
          <p:cNvSpPr/>
          <p:nvPr/>
        </p:nvSpPr>
        <p:spPr>
          <a:xfrm>
            <a:off x="2234213" y="239403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9" name="Google Shape;449;p38"/>
          <p:cNvSpPr/>
          <p:nvPr/>
        </p:nvSpPr>
        <p:spPr>
          <a:xfrm>
            <a:off x="2234213" y="2475469"/>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0" name="Google Shape;450;p38"/>
          <p:cNvSpPr/>
          <p:nvPr/>
        </p:nvSpPr>
        <p:spPr>
          <a:xfrm>
            <a:off x="2234213" y="255690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1" name="Google Shape;451;p38"/>
          <p:cNvSpPr/>
          <p:nvPr/>
        </p:nvSpPr>
        <p:spPr>
          <a:xfrm>
            <a:off x="2234213" y="263833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2" name="Google Shape;452;p38"/>
          <p:cNvSpPr/>
          <p:nvPr/>
        </p:nvSpPr>
        <p:spPr>
          <a:xfrm>
            <a:off x="2756569" y="190545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3" name="Google Shape;453;p38"/>
          <p:cNvSpPr/>
          <p:nvPr/>
        </p:nvSpPr>
        <p:spPr>
          <a:xfrm>
            <a:off x="2756569" y="198688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4" name="Google Shape;454;p38"/>
          <p:cNvSpPr/>
          <p:nvPr/>
        </p:nvSpPr>
        <p:spPr>
          <a:xfrm>
            <a:off x="2756569" y="206831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5" name="Google Shape;455;p38"/>
          <p:cNvSpPr/>
          <p:nvPr/>
        </p:nvSpPr>
        <p:spPr>
          <a:xfrm>
            <a:off x="2756569" y="2149744"/>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6" name="Google Shape;456;p38"/>
          <p:cNvSpPr/>
          <p:nvPr/>
        </p:nvSpPr>
        <p:spPr>
          <a:xfrm>
            <a:off x="2756569" y="223117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7" name="Google Shape;457;p38"/>
          <p:cNvSpPr/>
          <p:nvPr/>
        </p:nvSpPr>
        <p:spPr>
          <a:xfrm>
            <a:off x="2756569" y="231260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8" name="Google Shape;458;p38"/>
          <p:cNvSpPr/>
          <p:nvPr/>
        </p:nvSpPr>
        <p:spPr>
          <a:xfrm>
            <a:off x="2756569" y="239403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9" name="Google Shape;459;p38"/>
          <p:cNvSpPr/>
          <p:nvPr/>
        </p:nvSpPr>
        <p:spPr>
          <a:xfrm>
            <a:off x="2756569" y="2475469"/>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0" name="Google Shape;460;p38"/>
          <p:cNvSpPr/>
          <p:nvPr/>
        </p:nvSpPr>
        <p:spPr>
          <a:xfrm>
            <a:off x="2756569" y="255690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1" name="Google Shape;461;p38"/>
          <p:cNvSpPr/>
          <p:nvPr/>
        </p:nvSpPr>
        <p:spPr>
          <a:xfrm>
            <a:off x="2756569" y="263833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2" name="Google Shape;462;p38"/>
          <p:cNvSpPr/>
          <p:nvPr/>
        </p:nvSpPr>
        <p:spPr>
          <a:xfrm>
            <a:off x="3278925" y="190545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3" name="Google Shape;463;p38"/>
          <p:cNvSpPr/>
          <p:nvPr/>
        </p:nvSpPr>
        <p:spPr>
          <a:xfrm>
            <a:off x="3278925" y="198688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4" name="Google Shape;464;p38"/>
          <p:cNvSpPr/>
          <p:nvPr/>
        </p:nvSpPr>
        <p:spPr>
          <a:xfrm>
            <a:off x="3278925" y="206831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5" name="Google Shape;465;p38"/>
          <p:cNvSpPr/>
          <p:nvPr/>
        </p:nvSpPr>
        <p:spPr>
          <a:xfrm>
            <a:off x="3278925" y="2149744"/>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6" name="Google Shape;466;p38"/>
          <p:cNvSpPr/>
          <p:nvPr/>
        </p:nvSpPr>
        <p:spPr>
          <a:xfrm>
            <a:off x="3278925" y="223117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7" name="Google Shape;467;p38"/>
          <p:cNvSpPr/>
          <p:nvPr/>
        </p:nvSpPr>
        <p:spPr>
          <a:xfrm>
            <a:off x="3278925" y="231260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8" name="Google Shape;468;p38"/>
          <p:cNvSpPr/>
          <p:nvPr/>
        </p:nvSpPr>
        <p:spPr>
          <a:xfrm>
            <a:off x="3278925" y="239403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9" name="Google Shape;469;p38"/>
          <p:cNvSpPr/>
          <p:nvPr/>
        </p:nvSpPr>
        <p:spPr>
          <a:xfrm>
            <a:off x="3278925" y="2475469"/>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0" name="Google Shape;470;p38"/>
          <p:cNvSpPr/>
          <p:nvPr/>
        </p:nvSpPr>
        <p:spPr>
          <a:xfrm>
            <a:off x="3278925" y="255690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1" name="Google Shape;471;p38"/>
          <p:cNvSpPr/>
          <p:nvPr/>
        </p:nvSpPr>
        <p:spPr>
          <a:xfrm>
            <a:off x="3278925" y="263833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2" name="Google Shape;472;p38"/>
          <p:cNvSpPr/>
          <p:nvPr/>
        </p:nvSpPr>
        <p:spPr>
          <a:xfrm>
            <a:off x="3801281" y="190545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3" name="Google Shape;473;p38"/>
          <p:cNvSpPr/>
          <p:nvPr/>
        </p:nvSpPr>
        <p:spPr>
          <a:xfrm>
            <a:off x="3801281" y="198688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4" name="Google Shape;474;p38"/>
          <p:cNvSpPr/>
          <p:nvPr/>
        </p:nvSpPr>
        <p:spPr>
          <a:xfrm>
            <a:off x="3801281" y="206831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5" name="Google Shape;475;p38"/>
          <p:cNvSpPr/>
          <p:nvPr/>
        </p:nvSpPr>
        <p:spPr>
          <a:xfrm>
            <a:off x="3801281" y="2149744"/>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6" name="Google Shape;476;p38"/>
          <p:cNvSpPr/>
          <p:nvPr/>
        </p:nvSpPr>
        <p:spPr>
          <a:xfrm>
            <a:off x="3801281" y="223117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7" name="Google Shape;477;p38"/>
          <p:cNvSpPr/>
          <p:nvPr/>
        </p:nvSpPr>
        <p:spPr>
          <a:xfrm>
            <a:off x="3801281" y="231260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8" name="Google Shape;478;p38"/>
          <p:cNvSpPr/>
          <p:nvPr/>
        </p:nvSpPr>
        <p:spPr>
          <a:xfrm>
            <a:off x="3801281" y="239403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9" name="Google Shape;479;p38"/>
          <p:cNvSpPr/>
          <p:nvPr/>
        </p:nvSpPr>
        <p:spPr>
          <a:xfrm>
            <a:off x="3801281" y="2475469"/>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0" name="Google Shape;480;p38"/>
          <p:cNvSpPr/>
          <p:nvPr/>
        </p:nvSpPr>
        <p:spPr>
          <a:xfrm>
            <a:off x="3801281" y="255690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1" name="Google Shape;481;p38"/>
          <p:cNvSpPr/>
          <p:nvPr/>
        </p:nvSpPr>
        <p:spPr>
          <a:xfrm>
            <a:off x="3801281" y="263833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2" name="Google Shape;482;p38"/>
          <p:cNvSpPr/>
          <p:nvPr/>
        </p:nvSpPr>
        <p:spPr>
          <a:xfrm>
            <a:off x="4323638" y="190545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3" name="Google Shape;483;p38"/>
          <p:cNvSpPr/>
          <p:nvPr/>
        </p:nvSpPr>
        <p:spPr>
          <a:xfrm>
            <a:off x="4323638" y="198688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4" name="Google Shape;484;p38"/>
          <p:cNvSpPr/>
          <p:nvPr/>
        </p:nvSpPr>
        <p:spPr>
          <a:xfrm>
            <a:off x="4323638" y="206831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5" name="Google Shape;485;p38"/>
          <p:cNvSpPr/>
          <p:nvPr/>
        </p:nvSpPr>
        <p:spPr>
          <a:xfrm>
            <a:off x="4323638" y="2149744"/>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6" name="Google Shape;486;p38"/>
          <p:cNvSpPr/>
          <p:nvPr/>
        </p:nvSpPr>
        <p:spPr>
          <a:xfrm>
            <a:off x="4323638" y="223117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7" name="Google Shape;487;p38"/>
          <p:cNvSpPr/>
          <p:nvPr/>
        </p:nvSpPr>
        <p:spPr>
          <a:xfrm>
            <a:off x="4323638" y="231260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8" name="Google Shape;488;p38"/>
          <p:cNvSpPr/>
          <p:nvPr/>
        </p:nvSpPr>
        <p:spPr>
          <a:xfrm>
            <a:off x="4323638" y="239403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9" name="Google Shape;489;p38"/>
          <p:cNvSpPr/>
          <p:nvPr/>
        </p:nvSpPr>
        <p:spPr>
          <a:xfrm>
            <a:off x="4323638" y="2475469"/>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0" name="Google Shape;490;p38"/>
          <p:cNvSpPr/>
          <p:nvPr/>
        </p:nvSpPr>
        <p:spPr>
          <a:xfrm>
            <a:off x="4323638" y="255690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1" name="Google Shape;491;p38"/>
          <p:cNvSpPr/>
          <p:nvPr/>
        </p:nvSpPr>
        <p:spPr>
          <a:xfrm>
            <a:off x="4323638" y="263833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2" name="Google Shape;492;p38"/>
          <p:cNvSpPr/>
          <p:nvPr/>
        </p:nvSpPr>
        <p:spPr>
          <a:xfrm>
            <a:off x="4845994" y="190545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3" name="Google Shape;493;p38"/>
          <p:cNvSpPr/>
          <p:nvPr/>
        </p:nvSpPr>
        <p:spPr>
          <a:xfrm>
            <a:off x="4845994" y="198688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4" name="Google Shape;494;p38"/>
          <p:cNvSpPr/>
          <p:nvPr/>
        </p:nvSpPr>
        <p:spPr>
          <a:xfrm>
            <a:off x="4845994" y="206831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5" name="Google Shape;495;p38"/>
          <p:cNvSpPr/>
          <p:nvPr/>
        </p:nvSpPr>
        <p:spPr>
          <a:xfrm>
            <a:off x="4845994" y="2149744"/>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6" name="Google Shape;496;p38"/>
          <p:cNvSpPr/>
          <p:nvPr/>
        </p:nvSpPr>
        <p:spPr>
          <a:xfrm>
            <a:off x="4845994" y="223117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7" name="Google Shape;497;p38"/>
          <p:cNvSpPr/>
          <p:nvPr/>
        </p:nvSpPr>
        <p:spPr>
          <a:xfrm>
            <a:off x="4845994" y="231260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8" name="Google Shape;498;p38"/>
          <p:cNvSpPr/>
          <p:nvPr/>
        </p:nvSpPr>
        <p:spPr>
          <a:xfrm>
            <a:off x="4845994" y="239403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9" name="Google Shape;499;p38"/>
          <p:cNvSpPr/>
          <p:nvPr/>
        </p:nvSpPr>
        <p:spPr>
          <a:xfrm>
            <a:off x="4845994" y="2475469"/>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0" name="Google Shape;500;p38"/>
          <p:cNvSpPr/>
          <p:nvPr/>
        </p:nvSpPr>
        <p:spPr>
          <a:xfrm>
            <a:off x="4845994" y="255690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1" name="Google Shape;501;p38"/>
          <p:cNvSpPr/>
          <p:nvPr/>
        </p:nvSpPr>
        <p:spPr>
          <a:xfrm>
            <a:off x="4845994" y="263833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2" name="Google Shape;502;p38"/>
          <p:cNvSpPr/>
          <p:nvPr/>
        </p:nvSpPr>
        <p:spPr>
          <a:xfrm>
            <a:off x="5368350" y="190545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3" name="Google Shape;503;p38"/>
          <p:cNvSpPr/>
          <p:nvPr/>
        </p:nvSpPr>
        <p:spPr>
          <a:xfrm>
            <a:off x="5368350" y="198688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4" name="Google Shape;504;p38"/>
          <p:cNvSpPr/>
          <p:nvPr/>
        </p:nvSpPr>
        <p:spPr>
          <a:xfrm>
            <a:off x="5368350" y="206831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5" name="Google Shape;505;p38"/>
          <p:cNvSpPr/>
          <p:nvPr/>
        </p:nvSpPr>
        <p:spPr>
          <a:xfrm>
            <a:off x="5368350" y="2149744"/>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6" name="Google Shape;506;p38"/>
          <p:cNvSpPr/>
          <p:nvPr/>
        </p:nvSpPr>
        <p:spPr>
          <a:xfrm>
            <a:off x="5368350" y="223117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7" name="Google Shape;507;p38"/>
          <p:cNvSpPr/>
          <p:nvPr/>
        </p:nvSpPr>
        <p:spPr>
          <a:xfrm>
            <a:off x="5368350" y="231260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8" name="Google Shape;508;p38"/>
          <p:cNvSpPr/>
          <p:nvPr/>
        </p:nvSpPr>
        <p:spPr>
          <a:xfrm>
            <a:off x="5368350" y="239403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9" name="Google Shape;509;p38"/>
          <p:cNvSpPr/>
          <p:nvPr/>
        </p:nvSpPr>
        <p:spPr>
          <a:xfrm>
            <a:off x="5368350" y="2475469"/>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0" name="Google Shape;510;p38"/>
          <p:cNvSpPr/>
          <p:nvPr/>
        </p:nvSpPr>
        <p:spPr>
          <a:xfrm>
            <a:off x="5368350" y="255690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1" name="Google Shape;511;p38"/>
          <p:cNvSpPr/>
          <p:nvPr/>
        </p:nvSpPr>
        <p:spPr>
          <a:xfrm>
            <a:off x="5368350" y="263833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2" name="Google Shape;512;p38"/>
          <p:cNvSpPr/>
          <p:nvPr/>
        </p:nvSpPr>
        <p:spPr>
          <a:xfrm>
            <a:off x="667144" y="323909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3" name="Google Shape;513;p38"/>
          <p:cNvSpPr/>
          <p:nvPr/>
        </p:nvSpPr>
        <p:spPr>
          <a:xfrm>
            <a:off x="667144" y="332052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4" name="Google Shape;514;p38"/>
          <p:cNvSpPr/>
          <p:nvPr/>
        </p:nvSpPr>
        <p:spPr>
          <a:xfrm>
            <a:off x="667144" y="340195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5" name="Google Shape;515;p38"/>
          <p:cNvSpPr/>
          <p:nvPr/>
        </p:nvSpPr>
        <p:spPr>
          <a:xfrm>
            <a:off x="667144" y="348338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6" name="Google Shape;516;p38"/>
          <p:cNvSpPr/>
          <p:nvPr/>
        </p:nvSpPr>
        <p:spPr>
          <a:xfrm>
            <a:off x="667144" y="3564817"/>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7" name="Google Shape;517;p38"/>
          <p:cNvSpPr/>
          <p:nvPr/>
        </p:nvSpPr>
        <p:spPr>
          <a:xfrm>
            <a:off x="667144" y="364624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8" name="Google Shape;518;p38"/>
          <p:cNvSpPr/>
          <p:nvPr/>
        </p:nvSpPr>
        <p:spPr>
          <a:xfrm>
            <a:off x="667144" y="372768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9" name="Google Shape;519;p38"/>
          <p:cNvSpPr/>
          <p:nvPr/>
        </p:nvSpPr>
        <p:spPr>
          <a:xfrm>
            <a:off x="667144" y="380911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0" name="Google Shape;520;p38"/>
          <p:cNvSpPr/>
          <p:nvPr/>
        </p:nvSpPr>
        <p:spPr>
          <a:xfrm>
            <a:off x="667144" y="389054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1" name="Google Shape;521;p38"/>
          <p:cNvSpPr/>
          <p:nvPr/>
        </p:nvSpPr>
        <p:spPr>
          <a:xfrm>
            <a:off x="667144" y="397197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2" name="Google Shape;522;p38"/>
          <p:cNvSpPr/>
          <p:nvPr/>
        </p:nvSpPr>
        <p:spPr>
          <a:xfrm>
            <a:off x="1189500" y="323909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3" name="Google Shape;523;p38"/>
          <p:cNvSpPr/>
          <p:nvPr/>
        </p:nvSpPr>
        <p:spPr>
          <a:xfrm>
            <a:off x="1189500" y="332052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4" name="Google Shape;524;p38"/>
          <p:cNvSpPr/>
          <p:nvPr/>
        </p:nvSpPr>
        <p:spPr>
          <a:xfrm>
            <a:off x="1189500" y="340195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5" name="Google Shape;525;p38"/>
          <p:cNvSpPr/>
          <p:nvPr/>
        </p:nvSpPr>
        <p:spPr>
          <a:xfrm>
            <a:off x="1189500" y="348338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6" name="Google Shape;526;p38"/>
          <p:cNvSpPr/>
          <p:nvPr/>
        </p:nvSpPr>
        <p:spPr>
          <a:xfrm>
            <a:off x="1189500" y="3564817"/>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7" name="Google Shape;527;p38"/>
          <p:cNvSpPr/>
          <p:nvPr/>
        </p:nvSpPr>
        <p:spPr>
          <a:xfrm>
            <a:off x="1189500" y="364624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8" name="Google Shape;528;p38"/>
          <p:cNvSpPr/>
          <p:nvPr/>
        </p:nvSpPr>
        <p:spPr>
          <a:xfrm>
            <a:off x="1189500" y="372768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9" name="Google Shape;529;p38"/>
          <p:cNvSpPr/>
          <p:nvPr/>
        </p:nvSpPr>
        <p:spPr>
          <a:xfrm>
            <a:off x="1189500" y="380911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0" name="Google Shape;530;p38"/>
          <p:cNvSpPr/>
          <p:nvPr/>
        </p:nvSpPr>
        <p:spPr>
          <a:xfrm>
            <a:off x="1189500" y="389054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1" name="Google Shape;531;p38"/>
          <p:cNvSpPr/>
          <p:nvPr/>
        </p:nvSpPr>
        <p:spPr>
          <a:xfrm>
            <a:off x="1189500" y="397197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2" name="Google Shape;532;p38"/>
          <p:cNvSpPr/>
          <p:nvPr/>
        </p:nvSpPr>
        <p:spPr>
          <a:xfrm>
            <a:off x="1711856" y="323909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3" name="Google Shape;533;p38"/>
          <p:cNvSpPr/>
          <p:nvPr/>
        </p:nvSpPr>
        <p:spPr>
          <a:xfrm>
            <a:off x="1711856" y="332052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4" name="Google Shape;534;p38"/>
          <p:cNvSpPr/>
          <p:nvPr/>
        </p:nvSpPr>
        <p:spPr>
          <a:xfrm>
            <a:off x="1711856" y="340195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5" name="Google Shape;535;p38"/>
          <p:cNvSpPr/>
          <p:nvPr/>
        </p:nvSpPr>
        <p:spPr>
          <a:xfrm>
            <a:off x="1711856" y="348338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6" name="Google Shape;536;p38"/>
          <p:cNvSpPr/>
          <p:nvPr/>
        </p:nvSpPr>
        <p:spPr>
          <a:xfrm>
            <a:off x="1711856" y="3564817"/>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7" name="Google Shape;537;p38"/>
          <p:cNvSpPr/>
          <p:nvPr/>
        </p:nvSpPr>
        <p:spPr>
          <a:xfrm>
            <a:off x="1711856" y="364624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8" name="Google Shape;538;p38"/>
          <p:cNvSpPr/>
          <p:nvPr/>
        </p:nvSpPr>
        <p:spPr>
          <a:xfrm>
            <a:off x="1711856" y="372768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9" name="Google Shape;539;p38"/>
          <p:cNvSpPr/>
          <p:nvPr/>
        </p:nvSpPr>
        <p:spPr>
          <a:xfrm>
            <a:off x="1711856" y="380911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0" name="Google Shape;540;p38"/>
          <p:cNvSpPr/>
          <p:nvPr/>
        </p:nvSpPr>
        <p:spPr>
          <a:xfrm>
            <a:off x="1711856" y="389054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1" name="Google Shape;541;p38"/>
          <p:cNvSpPr/>
          <p:nvPr/>
        </p:nvSpPr>
        <p:spPr>
          <a:xfrm>
            <a:off x="1711856" y="397197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2" name="Google Shape;542;p38"/>
          <p:cNvSpPr/>
          <p:nvPr/>
        </p:nvSpPr>
        <p:spPr>
          <a:xfrm>
            <a:off x="2234213" y="323909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3" name="Google Shape;543;p38"/>
          <p:cNvSpPr/>
          <p:nvPr/>
        </p:nvSpPr>
        <p:spPr>
          <a:xfrm>
            <a:off x="2234213" y="332052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4" name="Google Shape;544;p38"/>
          <p:cNvSpPr/>
          <p:nvPr/>
        </p:nvSpPr>
        <p:spPr>
          <a:xfrm>
            <a:off x="2234213" y="340195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5" name="Google Shape;545;p38"/>
          <p:cNvSpPr/>
          <p:nvPr/>
        </p:nvSpPr>
        <p:spPr>
          <a:xfrm>
            <a:off x="2234213" y="348338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6" name="Google Shape;546;p38"/>
          <p:cNvSpPr/>
          <p:nvPr/>
        </p:nvSpPr>
        <p:spPr>
          <a:xfrm>
            <a:off x="2234213" y="3564817"/>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7" name="Google Shape;547;p38"/>
          <p:cNvSpPr/>
          <p:nvPr/>
        </p:nvSpPr>
        <p:spPr>
          <a:xfrm>
            <a:off x="2234213" y="364624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8" name="Google Shape;548;p38"/>
          <p:cNvSpPr/>
          <p:nvPr/>
        </p:nvSpPr>
        <p:spPr>
          <a:xfrm>
            <a:off x="2234213" y="372768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9" name="Google Shape;549;p38"/>
          <p:cNvSpPr/>
          <p:nvPr/>
        </p:nvSpPr>
        <p:spPr>
          <a:xfrm>
            <a:off x="2234213" y="380911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0" name="Google Shape;550;p38"/>
          <p:cNvSpPr/>
          <p:nvPr/>
        </p:nvSpPr>
        <p:spPr>
          <a:xfrm>
            <a:off x="2234213" y="389054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1" name="Google Shape;551;p38"/>
          <p:cNvSpPr/>
          <p:nvPr/>
        </p:nvSpPr>
        <p:spPr>
          <a:xfrm>
            <a:off x="2234213" y="397197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2" name="Google Shape;552;p38"/>
          <p:cNvSpPr/>
          <p:nvPr/>
        </p:nvSpPr>
        <p:spPr>
          <a:xfrm>
            <a:off x="2756569" y="323909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3" name="Google Shape;553;p38"/>
          <p:cNvSpPr/>
          <p:nvPr/>
        </p:nvSpPr>
        <p:spPr>
          <a:xfrm>
            <a:off x="2756569" y="332052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4" name="Google Shape;554;p38"/>
          <p:cNvSpPr/>
          <p:nvPr/>
        </p:nvSpPr>
        <p:spPr>
          <a:xfrm>
            <a:off x="2756569" y="340195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5" name="Google Shape;555;p38"/>
          <p:cNvSpPr/>
          <p:nvPr/>
        </p:nvSpPr>
        <p:spPr>
          <a:xfrm>
            <a:off x="2756569" y="348338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6" name="Google Shape;556;p38"/>
          <p:cNvSpPr/>
          <p:nvPr/>
        </p:nvSpPr>
        <p:spPr>
          <a:xfrm>
            <a:off x="2756569" y="3564817"/>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7" name="Google Shape;557;p38"/>
          <p:cNvSpPr/>
          <p:nvPr/>
        </p:nvSpPr>
        <p:spPr>
          <a:xfrm>
            <a:off x="2756569" y="364624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8" name="Google Shape;558;p38"/>
          <p:cNvSpPr/>
          <p:nvPr/>
        </p:nvSpPr>
        <p:spPr>
          <a:xfrm>
            <a:off x="2756569" y="372768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9" name="Google Shape;559;p38"/>
          <p:cNvSpPr/>
          <p:nvPr/>
        </p:nvSpPr>
        <p:spPr>
          <a:xfrm>
            <a:off x="2756569" y="380911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0" name="Google Shape;560;p38"/>
          <p:cNvSpPr/>
          <p:nvPr/>
        </p:nvSpPr>
        <p:spPr>
          <a:xfrm>
            <a:off x="2756569" y="389054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1" name="Google Shape;561;p38"/>
          <p:cNvSpPr/>
          <p:nvPr/>
        </p:nvSpPr>
        <p:spPr>
          <a:xfrm>
            <a:off x="2756569" y="397197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2" name="Google Shape;562;p38"/>
          <p:cNvSpPr/>
          <p:nvPr/>
        </p:nvSpPr>
        <p:spPr>
          <a:xfrm>
            <a:off x="3278925" y="323909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3" name="Google Shape;563;p38"/>
          <p:cNvSpPr/>
          <p:nvPr/>
        </p:nvSpPr>
        <p:spPr>
          <a:xfrm>
            <a:off x="3278925" y="332052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4" name="Google Shape;564;p38"/>
          <p:cNvSpPr/>
          <p:nvPr/>
        </p:nvSpPr>
        <p:spPr>
          <a:xfrm>
            <a:off x="3278925" y="340195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5" name="Google Shape;565;p38"/>
          <p:cNvSpPr/>
          <p:nvPr/>
        </p:nvSpPr>
        <p:spPr>
          <a:xfrm>
            <a:off x="3278925" y="348338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6" name="Google Shape;566;p38"/>
          <p:cNvSpPr/>
          <p:nvPr/>
        </p:nvSpPr>
        <p:spPr>
          <a:xfrm>
            <a:off x="3278925" y="3564817"/>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7" name="Google Shape;567;p38"/>
          <p:cNvSpPr/>
          <p:nvPr/>
        </p:nvSpPr>
        <p:spPr>
          <a:xfrm>
            <a:off x="3278925" y="364624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8" name="Google Shape;568;p38"/>
          <p:cNvSpPr/>
          <p:nvPr/>
        </p:nvSpPr>
        <p:spPr>
          <a:xfrm>
            <a:off x="3278925" y="372768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9" name="Google Shape;569;p38"/>
          <p:cNvSpPr/>
          <p:nvPr/>
        </p:nvSpPr>
        <p:spPr>
          <a:xfrm>
            <a:off x="3278925" y="380911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0" name="Google Shape;570;p38"/>
          <p:cNvSpPr/>
          <p:nvPr/>
        </p:nvSpPr>
        <p:spPr>
          <a:xfrm>
            <a:off x="3278925" y="389054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1" name="Google Shape;571;p38"/>
          <p:cNvSpPr/>
          <p:nvPr/>
        </p:nvSpPr>
        <p:spPr>
          <a:xfrm>
            <a:off x="3278925" y="397197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2" name="Google Shape;572;p38"/>
          <p:cNvSpPr/>
          <p:nvPr/>
        </p:nvSpPr>
        <p:spPr>
          <a:xfrm>
            <a:off x="3801281" y="323909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3" name="Google Shape;573;p38"/>
          <p:cNvSpPr/>
          <p:nvPr/>
        </p:nvSpPr>
        <p:spPr>
          <a:xfrm>
            <a:off x="3801281" y="332052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4" name="Google Shape;574;p38"/>
          <p:cNvSpPr/>
          <p:nvPr/>
        </p:nvSpPr>
        <p:spPr>
          <a:xfrm>
            <a:off x="3801281" y="340195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5" name="Google Shape;575;p38"/>
          <p:cNvSpPr/>
          <p:nvPr/>
        </p:nvSpPr>
        <p:spPr>
          <a:xfrm>
            <a:off x="3801281" y="348338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6" name="Google Shape;576;p38"/>
          <p:cNvSpPr/>
          <p:nvPr/>
        </p:nvSpPr>
        <p:spPr>
          <a:xfrm>
            <a:off x="3801281" y="3564817"/>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7" name="Google Shape;577;p38"/>
          <p:cNvSpPr/>
          <p:nvPr/>
        </p:nvSpPr>
        <p:spPr>
          <a:xfrm>
            <a:off x="3801281" y="364624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8" name="Google Shape;578;p38"/>
          <p:cNvSpPr/>
          <p:nvPr/>
        </p:nvSpPr>
        <p:spPr>
          <a:xfrm>
            <a:off x="3801281" y="372768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9" name="Google Shape;579;p38"/>
          <p:cNvSpPr/>
          <p:nvPr/>
        </p:nvSpPr>
        <p:spPr>
          <a:xfrm>
            <a:off x="3801281" y="380911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0" name="Google Shape;580;p38"/>
          <p:cNvSpPr/>
          <p:nvPr/>
        </p:nvSpPr>
        <p:spPr>
          <a:xfrm>
            <a:off x="3801281" y="389054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1" name="Google Shape;581;p38"/>
          <p:cNvSpPr/>
          <p:nvPr/>
        </p:nvSpPr>
        <p:spPr>
          <a:xfrm>
            <a:off x="3801281" y="397197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2" name="Google Shape;582;p38"/>
          <p:cNvSpPr/>
          <p:nvPr/>
        </p:nvSpPr>
        <p:spPr>
          <a:xfrm>
            <a:off x="4323638" y="323909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3" name="Google Shape;583;p38"/>
          <p:cNvSpPr/>
          <p:nvPr/>
        </p:nvSpPr>
        <p:spPr>
          <a:xfrm>
            <a:off x="4323638" y="332052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4" name="Google Shape;584;p38"/>
          <p:cNvSpPr/>
          <p:nvPr/>
        </p:nvSpPr>
        <p:spPr>
          <a:xfrm>
            <a:off x="4323638" y="340195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5" name="Google Shape;585;p38"/>
          <p:cNvSpPr/>
          <p:nvPr/>
        </p:nvSpPr>
        <p:spPr>
          <a:xfrm>
            <a:off x="4323638" y="348338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6" name="Google Shape;586;p38"/>
          <p:cNvSpPr/>
          <p:nvPr/>
        </p:nvSpPr>
        <p:spPr>
          <a:xfrm>
            <a:off x="4323638" y="3564817"/>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7" name="Google Shape;587;p38"/>
          <p:cNvSpPr/>
          <p:nvPr/>
        </p:nvSpPr>
        <p:spPr>
          <a:xfrm>
            <a:off x="4323638" y="364624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8" name="Google Shape;588;p38"/>
          <p:cNvSpPr/>
          <p:nvPr/>
        </p:nvSpPr>
        <p:spPr>
          <a:xfrm>
            <a:off x="4323638" y="372768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9" name="Google Shape;589;p38"/>
          <p:cNvSpPr/>
          <p:nvPr/>
        </p:nvSpPr>
        <p:spPr>
          <a:xfrm>
            <a:off x="4323638" y="380911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0" name="Google Shape;590;p38"/>
          <p:cNvSpPr/>
          <p:nvPr/>
        </p:nvSpPr>
        <p:spPr>
          <a:xfrm>
            <a:off x="4323638" y="389054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1" name="Google Shape;591;p38"/>
          <p:cNvSpPr/>
          <p:nvPr/>
        </p:nvSpPr>
        <p:spPr>
          <a:xfrm>
            <a:off x="4323638" y="397197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2" name="Google Shape;592;p38"/>
          <p:cNvSpPr/>
          <p:nvPr/>
        </p:nvSpPr>
        <p:spPr>
          <a:xfrm>
            <a:off x="4845994" y="323909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3" name="Google Shape;593;p38"/>
          <p:cNvSpPr/>
          <p:nvPr/>
        </p:nvSpPr>
        <p:spPr>
          <a:xfrm>
            <a:off x="4845994" y="332052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4" name="Google Shape;594;p38"/>
          <p:cNvSpPr/>
          <p:nvPr/>
        </p:nvSpPr>
        <p:spPr>
          <a:xfrm>
            <a:off x="4845994" y="340195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5" name="Google Shape;595;p38"/>
          <p:cNvSpPr/>
          <p:nvPr/>
        </p:nvSpPr>
        <p:spPr>
          <a:xfrm>
            <a:off x="4845994" y="348338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6" name="Google Shape;596;p38"/>
          <p:cNvSpPr/>
          <p:nvPr/>
        </p:nvSpPr>
        <p:spPr>
          <a:xfrm>
            <a:off x="4845994" y="3564817"/>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7" name="Google Shape;597;p38"/>
          <p:cNvSpPr/>
          <p:nvPr/>
        </p:nvSpPr>
        <p:spPr>
          <a:xfrm>
            <a:off x="4845994" y="364624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8" name="Google Shape;598;p38"/>
          <p:cNvSpPr/>
          <p:nvPr/>
        </p:nvSpPr>
        <p:spPr>
          <a:xfrm>
            <a:off x="4845994" y="372768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9" name="Google Shape;599;p38"/>
          <p:cNvSpPr/>
          <p:nvPr/>
        </p:nvSpPr>
        <p:spPr>
          <a:xfrm>
            <a:off x="4845994" y="380911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0" name="Google Shape;600;p38"/>
          <p:cNvSpPr/>
          <p:nvPr/>
        </p:nvSpPr>
        <p:spPr>
          <a:xfrm>
            <a:off x="4845994" y="389054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1" name="Google Shape;601;p38"/>
          <p:cNvSpPr/>
          <p:nvPr/>
        </p:nvSpPr>
        <p:spPr>
          <a:xfrm>
            <a:off x="4845994" y="397197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2" name="Google Shape;602;p38"/>
          <p:cNvSpPr/>
          <p:nvPr/>
        </p:nvSpPr>
        <p:spPr>
          <a:xfrm>
            <a:off x="5368350" y="323909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3" name="Google Shape;603;p38"/>
          <p:cNvSpPr/>
          <p:nvPr/>
        </p:nvSpPr>
        <p:spPr>
          <a:xfrm>
            <a:off x="5368350" y="332052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4" name="Google Shape;604;p38"/>
          <p:cNvSpPr/>
          <p:nvPr/>
        </p:nvSpPr>
        <p:spPr>
          <a:xfrm>
            <a:off x="5368350" y="3401955"/>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5" name="Google Shape;605;p38"/>
          <p:cNvSpPr/>
          <p:nvPr/>
        </p:nvSpPr>
        <p:spPr>
          <a:xfrm>
            <a:off x="5368350" y="3483386"/>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6" name="Google Shape;606;p38"/>
          <p:cNvSpPr/>
          <p:nvPr/>
        </p:nvSpPr>
        <p:spPr>
          <a:xfrm>
            <a:off x="5368350" y="3564817"/>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7" name="Google Shape;607;p38"/>
          <p:cNvSpPr/>
          <p:nvPr/>
        </p:nvSpPr>
        <p:spPr>
          <a:xfrm>
            <a:off x="5368350" y="3646248"/>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8" name="Google Shape;608;p38"/>
          <p:cNvSpPr/>
          <p:nvPr/>
        </p:nvSpPr>
        <p:spPr>
          <a:xfrm>
            <a:off x="5368350" y="3727680"/>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9" name="Google Shape;609;p38"/>
          <p:cNvSpPr/>
          <p:nvPr/>
        </p:nvSpPr>
        <p:spPr>
          <a:xfrm>
            <a:off x="5368350" y="3809111"/>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0" name="Google Shape;610;p38"/>
          <p:cNvSpPr/>
          <p:nvPr/>
        </p:nvSpPr>
        <p:spPr>
          <a:xfrm>
            <a:off x="5368350" y="3890542"/>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1" name="Google Shape;611;p38"/>
          <p:cNvSpPr/>
          <p:nvPr/>
        </p:nvSpPr>
        <p:spPr>
          <a:xfrm>
            <a:off x="5368350" y="3971973"/>
            <a:ext cx="430800" cy="28500"/>
          </a:xfrm>
          <a:prstGeom prst="rect">
            <a:avLst/>
          </a:prstGeom>
          <a:solidFill>
            <a:schemeClr val="l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2" name="Google Shape;612;p38"/>
          <p:cNvSpPr txBox="1"/>
          <p:nvPr>
            <p:ph idx="6"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613" name="Google Shape;613;p38"/>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614" name="Google Shape;614;p38"/>
          <p:cNvSpPr txBox="1"/>
          <p:nvPr>
            <p:ph idx="7"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hree column">
  <p:cSld name="CUSTOM_4_9">
    <p:spTree>
      <p:nvGrpSpPr>
        <p:cNvPr id="615" name="Shape 615"/>
        <p:cNvGrpSpPr/>
        <p:nvPr/>
      </p:nvGrpSpPr>
      <p:grpSpPr>
        <a:xfrm>
          <a:off x="0" y="0"/>
          <a:ext cx="0" cy="0"/>
          <a:chOff x="0" y="0"/>
          <a:chExt cx="0" cy="0"/>
        </a:xfrm>
      </p:grpSpPr>
      <p:cxnSp>
        <p:nvCxnSpPr>
          <p:cNvPr id="616" name="Google Shape;616;p39"/>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617" name="Google Shape;617;p39"/>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618" name="Google Shape;618;p39"/>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19" name="Google Shape;619;p39"/>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620" name="Google Shape;620;p39"/>
          <p:cNvSpPr txBox="1"/>
          <p:nvPr>
            <p:ph idx="1"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cxnSp>
        <p:nvCxnSpPr>
          <p:cNvPr id="621" name="Google Shape;621;p39"/>
          <p:cNvCxnSpPr/>
          <p:nvPr/>
        </p:nvCxnSpPr>
        <p:spPr>
          <a:xfrm>
            <a:off x="3230700" y="2082713"/>
            <a:ext cx="0" cy="1726800"/>
          </a:xfrm>
          <a:prstGeom prst="straightConnector1">
            <a:avLst/>
          </a:prstGeom>
          <a:noFill/>
          <a:ln cap="flat" cmpd="sng" w="7150">
            <a:solidFill>
              <a:schemeClr val="dk2"/>
            </a:solidFill>
            <a:prstDash val="dot"/>
            <a:round/>
            <a:headEnd len="med" w="med" type="none"/>
            <a:tailEnd len="med" w="med" type="none"/>
          </a:ln>
        </p:spPr>
      </p:cxnSp>
      <p:cxnSp>
        <p:nvCxnSpPr>
          <p:cNvPr id="622" name="Google Shape;622;p39"/>
          <p:cNvCxnSpPr/>
          <p:nvPr/>
        </p:nvCxnSpPr>
        <p:spPr>
          <a:xfrm>
            <a:off x="5917913" y="2082713"/>
            <a:ext cx="0" cy="1726800"/>
          </a:xfrm>
          <a:prstGeom prst="straightConnector1">
            <a:avLst/>
          </a:prstGeom>
          <a:noFill/>
          <a:ln cap="flat" cmpd="sng" w="7150">
            <a:solidFill>
              <a:schemeClr val="dk2"/>
            </a:solidFill>
            <a:prstDash val="dot"/>
            <a:round/>
            <a:headEnd len="med" w="med" type="none"/>
            <a:tailEnd len="med" w="med" type="none"/>
          </a:ln>
        </p:spPr>
      </p:cxnSp>
      <p:sp>
        <p:nvSpPr>
          <p:cNvPr id="623" name="Google Shape;623;p39"/>
          <p:cNvSpPr txBox="1"/>
          <p:nvPr>
            <p:ph idx="2" type="subTitle"/>
          </p:nvPr>
        </p:nvSpPr>
        <p:spPr>
          <a:xfrm>
            <a:off x="855694" y="3510788"/>
            <a:ext cx="2062800" cy="319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900"/>
            </a:lvl1pPr>
            <a:lvl2pPr lvl="1">
              <a:lnSpc>
                <a:spcPct val="115000"/>
              </a:lnSpc>
              <a:spcBef>
                <a:spcPts val="0"/>
              </a:spcBef>
              <a:spcAft>
                <a:spcPts val="0"/>
              </a:spcAft>
              <a:buNone/>
              <a:defRPr sz="900"/>
            </a:lvl2pPr>
            <a:lvl3pPr lvl="2">
              <a:lnSpc>
                <a:spcPct val="115000"/>
              </a:lnSpc>
              <a:spcBef>
                <a:spcPts val="0"/>
              </a:spcBef>
              <a:spcAft>
                <a:spcPts val="0"/>
              </a:spcAft>
              <a:buNone/>
              <a:defRPr sz="900"/>
            </a:lvl3pPr>
            <a:lvl4pPr lvl="3">
              <a:lnSpc>
                <a:spcPct val="115000"/>
              </a:lnSpc>
              <a:spcBef>
                <a:spcPts val="0"/>
              </a:spcBef>
              <a:spcAft>
                <a:spcPts val="0"/>
              </a:spcAft>
              <a:buNone/>
              <a:defRPr sz="900"/>
            </a:lvl4pPr>
            <a:lvl5pPr lvl="4">
              <a:lnSpc>
                <a:spcPct val="115000"/>
              </a:lnSpc>
              <a:spcBef>
                <a:spcPts val="0"/>
              </a:spcBef>
              <a:spcAft>
                <a:spcPts val="0"/>
              </a:spcAft>
              <a:buNone/>
              <a:defRPr sz="900"/>
            </a:lvl5pPr>
            <a:lvl6pPr lvl="5">
              <a:lnSpc>
                <a:spcPct val="115000"/>
              </a:lnSpc>
              <a:spcBef>
                <a:spcPts val="0"/>
              </a:spcBef>
              <a:spcAft>
                <a:spcPts val="0"/>
              </a:spcAft>
              <a:buNone/>
              <a:defRPr sz="900"/>
            </a:lvl6pPr>
            <a:lvl7pPr lvl="6">
              <a:lnSpc>
                <a:spcPct val="115000"/>
              </a:lnSpc>
              <a:spcBef>
                <a:spcPts val="0"/>
              </a:spcBef>
              <a:spcAft>
                <a:spcPts val="0"/>
              </a:spcAft>
              <a:buNone/>
              <a:defRPr sz="900"/>
            </a:lvl7pPr>
            <a:lvl8pPr lvl="7">
              <a:lnSpc>
                <a:spcPct val="115000"/>
              </a:lnSpc>
              <a:spcBef>
                <a:spcPts val="0"/>
              </a:spcBef>
              <a:spcAft>
                <a:spcPts val="0"/>
              </a:spcAft>
              <a:buNone/>
              <a:defRPr sz="900"/>
            </a:lvl8pPr>
            <a:lvl9pPr lvl="8">
              <a:lnSpc>
                <a:spcPct val="115000"/>
              </a:lnSpc>
              <a:spcBef>
                <a:spcPts val="0"/>
              </a:spcBef>
              <a:spcAft>
                <a:spcPts val="0"/>
              </a:spcAft>
              <a:buNone/>
              <a:defRPr sz="900"/>
            </a:lvl9pPr>
          </a:lstStyle>
          <a:p/>
        </p:txBody>
      </p:sp>
      <p:sp>
        <p:nvSpPr>
          <p:cNvPr id="624" name="Google Shape;624;p39"/>
          <p:cNvSpPr txBox="1"/>
          <p:nvPr>
            <p:ph idx="3" type="subTitle"/>
          </p:nvPr>
        </p:nvSpPr>
        <p:spPr>
          <a:xfrm>
            <a:off x="855694" y="2110282"/>
            <a:ext cx="2062800" cy="11613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100"/>
            </a:lvl1pPr>
            <a:lvl2pPr lvl="1">
              <a:lnSpc>
                <a:spcPct val="140000"/>
              </a:lnSpc>
              <a:spcBef>
                <a:spcPts val="0"/>
              </a:spcBef>
              <a:spcAft>
                <a:spcPts val="0"/>
              </a:spcAft>
              <a:buNone/>
              <a:defRPr sz="1100"/>
            </a:lvl2pPr>
            <a:lvl3pPr lvl="2">
              <a:lnSpc>
                <a:spcPct val="140000"/>
              </a:lnSpc>
              <a:spcBef>
                <a:spcPts val="0"/>
              </a:spcBef>
              <a:spcAft>
                <a:spcPts val="0"/>
              </a:spcAft>
              <a:buNone/>
              <a:defRPr sz="1100"/>
            </a:lvl3pPr>
            <a:lvl4pPr lvl="3">
              <a:lnSpc>
                <a:spcPct val="140000"/>
              </a:lnSpc>
              <a:spcBef>
                <a:spcPts val="0"/>
              </a:spcBef>
              <a:spcAft>
                <a:spcPts val="0"/>
              </a:spcAft>
              <a:buNone/>
              <a:defRPr sz="1100"/>
            </a:lvl4pPr>
            <a:lvl5pPr lvl="4">
              <a:lnSpc>
                <a:spcPct val="140000"/>
              </a:lnSpc>
              <a:spcBef>
                <a:spcPts val="0"/>
              </a:spcBef>
              <a:spcAft>
                <a:spcPts val="0"/>
              </a:spcAft>
              <a:buNone/>
              <a:defRPr sz="1100"/>
            </a:lvl5pPr>
            <a:lvl6pPr lvl="5">
              <a:lnSpc>
                <a:spcPct val="140000"/>
              </a:lnSpc>
              <a:spcBef>
                <a:spcPts val="0"/>
              </a:spcBef>
              <a:spcAft>
                <a:spcPts val="0"/>
              </a:spcAft>
              <a:buNone/>
              <a:defRPr sz="1100"/>
            </a:lvl6pPr>
            <a:lvl7pPr lvl="6">
              <a:lnSpc>
                <a:spcPct val="140000"/>
              </a:lnSpc>
              <a:spcBef>
                <a:spcPts val="0"/>
              </a:spcBef>
              <a:spcAft>
                <a:spcPts val="0"/>
              </a:spcAft>
              <a:buNone/>
              <a:defRPr sz="1100"/>
            </a:lvl7pPr>
            <a:lvl8pPr lvl="7">
              <a:lnSpc>
                <a:spcPct val="140000"/>
              </a:lnSpc>
              <a:spcBef>
                <a:spcPts val="0"/>
              </a:spcBef>
              <a:spcAft>
                <a:spcPts val="0"/>
              </a:spcAft>
              <a:buNone/>
              <a:defRPr sz="1100"/>
            </a:lvl8pPr>
            <a:lvl9pPr lvl="8">
              <a:lnSpc>
                <a:spcPct val="140000"/>
              </a:lnSpc>
              <a:spcBef>
                <a:spcPts val="0"/>
              </a:spcBef>
              <a:spcAft>
                <a:spcPts val="0"/>
              </a:spcAft>
              <a:buNone/>
              <a:defRPr sz="1100"/>
            </a:lvl9pPr>
          </a:lstStyle>
          <a:p/>
        </p:txBody>
      </p:sp>
      <p:sp>
        <p:nvSpPr>
          <p:cNvPr id="625" name="Google Shape;625;p39"/>
          <p:cNvSpPr txBox="1"/>
          <p:nvPr>
            <p:ph idx="4" type="subTitle"/>
          </p:nvPr>
        </p:nvSpPr>
        <p:spPr>
          <a:xfrm>
            <a:off x="3542906" y="2110282"/>
            <a:ext cx="2062800" cy="11613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100"/>
            </a:lvl1pPr>
            <a:lvl2pPr lvl="1">
              <a:lnSpc>
                <a:spcPct val="140000"/>
              </a:lnSpc>
              <a:spcBef>
                <a:spcPts val="0"/>
              </a:spcBef>
              <a:spcAft>
                <a:spcPts val="0"/>
              </a:spcAft>
              <a:buNone/>
              <a:defRPr sz="1100"/>
            </a:lvl2pPr>
            <a:lvl3pPr lvl="2">
              <a:lnSpc>
                <a:spcPct val="140000"/>
              </a:lnSpc>
              <a:spcBef>
                <a:spcPts val="0"/>
              </a:spcBef>
              <a:spcAft>
                <a:spcPts val="0"/>
              </a:spcAft>
              <a:buNone/>
              <a:defRPr sz="1100"/>
            </a:lvl3pPr>
            <a:lvl4pPr lvl="3">
              <a:lnSpc>
                <a:spcPct val="140000"/>
              </a:lnSpc>
              <a:spcBef>
                <a:spcPts val="0"/>
              </a:spcBef>
              <a:spcAft>
                <a:spcPts val="0"/>
              </a:spcAft>
              <a:buNone/>
              <a:defRPr sz="1100"/>
            </a:lvl4pPr>
            <a:lvl5pPr lvl="4">
              <a:lnSpc>
                <a:spcPct val="140000"/>
              </a:lnSpc>
              <a:spcBef>
                <a:spcPts val="0"/>
              </a:spcBef>
              <a:spcAft>
                <a:spcPts val="0"/>
              </a:spcAft>
              <a:buNone/>
              <a:defRPr sz="1100"/>
            </a:lvl5pPr>
            <a:lvl6pPr lvl="5">
              <a:lnSpc>
                <a:spcPct val="140000"/>
              </a:lnSpc>
              <a:spcBef>
                <a:spcPts val="0"/>
              </a:spcBef>
              <a:spcAft>
                <a:spcPts val="0"/>
              </a:spcAft>
              <a:buNone/>
              <a:defRPr sz="1100"/>
            </a:lvl6pPr>
            <a:lvl7pPr lvl="6">
              <a:lnSpc>
                <a:spcPct val="140000"/>
              </a:lnSpc>
              <a:spcBef>
                <a:spcPts val="0"/>
              </a:spcBef>
              <a:spcAft>
                <a:spcPts val="0"/>
              </a:spcAft>
              <a:buNone/>
              <a:defRPr sz="1100"/>
            </a:lvl7pPr>
            <a:lvl8pPr lvl="7">
              <a:lnSpc>
                <a:spcPct val="140000"/>
              </a:lnSpc>
              <a:spcBef>
                <a:spcPts val="0"/>
              </a:spcBef>
              <a:spcAft>
                <a:spcPts val="0"/>
              </a:spcAft>
              <a:buNone/>
              <a:defRPr sz="1100"/>
            </a:lvl8pPr>
            <a:lvl9pPr lvl="8">
              <a:lnSpc>
                <a:spcPct val="140000"/>
              </a:lnSpc>
              <a:spcBef>
                <a:spcPts val="0"/>
              </a:spcBef>
              <a:spcAft>
                <a:spcPts val="0"/>
              </a:spcAft>
              <a:buNone/>
              <a:defRPr sz="1100"/>
            </a:lvl9pPr>
          </a:lstStyle>
          <a:p/>
        </p:txBody>
      </p:sp>
      <p:sp>
        <p:nvSpPr>
          <p:cNvPr id="626" name="Google Shape;626;p39"/>
          <p:cNvSpPr txBox="1"/>
          <p:nvPr>
            <p:ph idx="5" type="subTitle"/>
          </p:nvPr>
        </p:nvSpPr>
        <p:spPr>
          <a:xfrm>
            <a:off x="6230119" y="2110282"/>
            <a:ext cx="2062800" cy="11613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100"/>
            </a:lvl1pPr>
            <a:lvl2pPr lvl="1">
              <a:lnSpc>
                <a:spcPct val="140000"/>
              </a:lnSpc>
              <a:spcBef>
                <a:spcPts val="0"/>
              </a:spcBef>
              <a:spcAft>
                <a:spcPts val="0"/>
              </a:spcAft>
              <a:buNone/>
              <a:defRPr sz="1100"/>
            </a:lvl2pPr>
            <a:lvl3pPr lvl="2">
              <a:lnSpc>
                <a:spcPct val="140000"/>
              </a:lnSpc>
              <a:spcBef>
                <a:spcPts val="0"/>
              </a:spcBef>
              <a:spcAft>
                <a:spcPts val="0"/>
              </a:spcAft>
              <a:buNone/>
              <a:defRPr sz="1100"/>
            </a:lvl3pPr>
            <a:lvl4pPr lvl="3">
              <a:lnSpc>
                <a:spcPct val="140000"/>
              </a:lnSpc>
              <a:spcBef>
                <a:spcPts val="0"/>
              </a:spcBef>
              <a:spcAft>
                <a:spcPts val="0"/>
              </a:spcAft>
              <a:buNone/>
              <a:defRPr sz="1100"/>
            </a:lvl4pPr>
            <a:lvl5pPr lvl="4">
              <a:lnSpc>
                <a:spcPct val="140000"/>
              </a:lnSpc>
              <a:spcBef>
                <a:spcPts val="0"/>
              </a:spcBef>
              <a:spcAft>
                <a:spcPts val="0"/>
              </a:spcAft>
              <a:buNone/>
              <a:defRPr sz="1100"/>
            </a:lvl5pPr>
            <a:lvl6pPr lvl="5">
              <a:lnSpc>
                <a:spcPct val="140000"/>
              </a:lnSpc>
              <a:spcBef>
                <a:spcPts val="0"/>
              </a:spcBef>
              <a:spcAft>
                <a:spcPts val="0"/>
              </a:spcAft>
              <a:buNone/>
              <a:defRPr sz="1100"/>
            </a:lvl6pPr>
            <a:lvl7pPr lvl="6">
              <a:lnSpc>
                <a:spcPct val="140000"/>
              </a:lnSpc>
              <a:spcBef>
                <a:spcPts val="0"/>
              </a:spcBef>
              <a:spcAft>
                <a:spcPts val="0"/>
              </a:spcAft>
              <a:buNone/>
              <a:defRPr sz="1100"/>
            </a:lvl7pPr>
            <a:lvl8pPr lvl="7">
              <a:lnSpc>
                <a:spcPct val="140000"/>
              </a:lnSpc>
              <a:spcBef>
                <a:spcPts val="0"/>
              </a:spcBef>
              <a:spcAft>
                <a:spcPts val="0"/>
              </a:spcAft>
              <a:buNone/>
              <a:defRPr sz="1100"/>
            </a:lvl8pPr>
            <a:lvl9pPr lvl="8">
              <a:lnSpc>
                <a:spcPct val="140000"/>
              </a:lnSpc>
              <a:spcBef>
                <a:spcPts val="0"/>
              </a:spcBef>
              <a:spcAft>
                <a:spcPts val="0"/>
              </a:spcAft>
              <a:buNone/>
              <a:defRPr sz="1100"/>
            </a:lvl9pPr>
          </a:lstStyle>
          <a:p/>
        </p:txBody>
      </p:sp>
      <p:sp>
        <p:nvSpPr>
          <p:cNvPr id="627" name="Google Shape;627;p39"/>
          <p:cNvSpPr txBox="1"/>
          <p:nvPr>
            <p:ph idx="6" type="subTitle"/>
          </p:nvPr>
        </p:nvSpPr>
        <p:spPr>
          <a:xfrm>
            <a:off x="3540600" y="3510788"/>
            <a:ext cx="2062800" cy="319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900"/>
            </a:lvl1pPr>
            <a:lvl2pPr lvl="1">
              <a:lnSpc>
                <a:spcPct val="115000"/>
              </a:lnSpc>
              <a:spcBef>
                <a:spcPts val="0"/>
              </a:spcBef>
              <a:spcAft>
                <a:spcPts val="0"/>
              </a:spcAft>
              <a:buNone/>
              <a:defRPr sz="900"/>
            </a:lvl2pPr>
            <a:lvl3pPr lvl="2">
              <a:lnSpc>
                <a:spcPct val="115000"/>
              </a:lnSpc>
              <a:spcBef>
                <a:spcPts val="0"/>
              </a:spcBef>
              <a:spcAft>
                <a:spcPts val="0"/>
              </a:spcAft>
              <a:buNone/>
              <a:defRPr sz="900"/>
            </a:lvl3pPr>
            <a:lvl4pPr lvl="3">
              <a:lnSpc>
                <a:spcPct val="115000"/>
              </a:lnSpc>
              <a:spcBef>
                <a:spcPts val="0"/>
              </a:spcBef>
              <a:spcAft>
                <a:spcPts val="0"/>
              </a:spcAft>
              <a:buNone/>
              <a:defRPr sz="900"/>
            </a:lvl4pPr>
            <a:lvl5pPr lvl="4">
              <a:lnSpc>
                <a:spcPct val="115000"/>
              </a:lnSpc>
              <a:spcBef>
                <a:spcPts val="0"/>
              </a:spcBef>
              <a:spcAft>
                <a:spcPts val="0"/>
              </a:spcAft>
              <a:buNone/>
              <a:defRPr sz="900"/>
            </a:lvl5pPr>
            <a:lvl6pPr lvl="5">
              <a:lnSpc>
                <a:spcPct val="115000"/>
              </a:lnSpc>
              <a:spcBef>
                <a:spcPts val="0"/>
              </a:spcBef>
              <a:spcAft>
                <a:spcPts val="0"/>
              </a:spcAft>
              <a:buNone/>
              <a:defRPr sz="900"/>
            </a:lvl6pPr>
            <a:lvl7pPr lvl="6">
              <a:lnSpc>
                <a:spcPct val="115000"/>
              </a:lnSpc>
              <a:spcBef>
                <a:spcPts val="0"/>
              </a:spcBef>
              <a:spcAft>
                <a:spcPts val="0"/>
              </a:spcAft>
              <a:buNone/>
              <a:defRPr sz="900"/>
            </a:lvl7pPr>
            <a:lvl8pPr lvl="7">
              <a:lnSpc>
                <a:spcPct val="115000"/>
              </a:lnSpc>
              <a:spcBef>
                <a:spcPts val="0"/>
              </a:spcBef>
              <a:spcAft>
                <a:spcPts val="0"/>
              </a:spcAft>
              <a:buNone/>
              <a:defRPr sz="900"/>
            </a:lvl8pPr>
            <a:lvl9pPr lvl="8">
              <a:lnSpc>
                <a:spcPct val="115000"/>
              </a:lnSpc>
              <a:spcBef>
                <a:spcPts val="0"/>
              </a:spcBef>
              <a:spcAft>
                <a:spcPts val="0"/>
              </a:spcAft>
              <a:buNone/>
              <a:defRPr sz="900"/>
            </a:lvl9pPr>
          </a:lstStyle>
          <a:p/>
        </p:txBody>
      </p:sp>
      <p:sp>
        <p:nvSpPr>
          <p:cNvPr id="628" name="Google Shape;628;p39"/>
          <p:cNvSpPr txBox="1"/>
          <p:nvPr>
            <p:ph idx="7" type="subTitle"/>
          </p:nvPr>
        </p:nvSpPr>
        <p:spPr>
          <a:xfrm>
            <a:off x="6230119" y="3510788"/>
            <a:ext cx="2062800" cy="319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900"/>
            </a:lvl1pPr>
            <a:lvl2pPr lvl="1">
              <a:lnSpc>
                <a:spcPct val="115000"/>
              </a:lnSpc>
              <a:spcBef>
                <a:spcPts val="0"/>
              </a:spcBef>
              <a:spcAft>
                <a:spcPts val="0"/>
              </a:spcAft>
              <a:buNone/>
              <a:defRPr sz="900"/>
            </a:lvl2pPr>
            <a:lvl3pPr lvl="2">
              <a:lnSpc>
                <a:spcPct val="115000"/>
              </a:lnSpc>
              <a:spcBef>
                <a:spcPts val="0"/>
              </a:spcBef>
              <a:spcAft>
                <a:spcPts val="0"/>
              </a:spcAft>
              <a:buNone/>
              <a:defRPr sz="900"/>
            </a:lvl3pPr>
            <a:lvl4pPr lvl="3">
              <a:lnSpc>
                <a:spcPct val="115000"/>
              </a:lnSpc>
              <a:spcBef>
                <a:spcPts val="0"/>
              </a:spcBef>
              <a:spcAft>
                <a:spcPts val="0"/>
              </a:spcAft>
              <a:buNone/>
              <a:defRPr sz="900"/>
            </a:lvl4pPr>
            <a:lvl5pPr lvl="4">
              <a:lnSpc>
                <a:spcPct val="115000"/>
              </a:lnSpc>
              <a:spcBef>
                <a:spcPts val="0"/>
              </a:spcBef>
              <a:spcAft>
                <a:spcPts val="0"/>
              </a:spcAft>
              <a:buNone/>
              <a:defRPr sz="900"/>
            </a:lvl5pPr>
            <a:lvl6pPr lvl="5">
              <a:lnSpc>
                <a:spcPct val="115000"/>
              </a:lnSpc>
              <a:spcBef>
                <a:spcPts val="0"/>
              </a:spcBef>
              <a:spcAft>
                <a:spcPts val="0"/>
              </a:spcAft>
              <a:buNone/>
              <a:defRPr sz="900"/>
            </a:lvl6pPr>
            <a:lvl7pPr lvl="6">
              <a:lnSpc>
                <a:spcPct val="115000"/>
              </a:lnSpc>
              <a:spcBef>
                <a:spcPts val="0"/>
              </a:spcBef>
              <a:spcAft>
                <a:spcPts val="0"/>
              </a:spcAft>
              <a:buNone/>
              <a:defRPr sz="900"/>
            </a:lvl7pPr>
            <a:lvl8pPr lvl="7">
              <a:lnSpc>
                <a:spcPct val="115000"/>
              </a:lnSpc>
              <a:spcBef>
                <a:spcPts val="0"/>
              </a:spcBef>
              <a:spcAft>
                <a:spcPts val="0"/>
              </a:spcAft>
              <a:buNone/>
              <a:defRPr sz="900"/>
            </a:lvl8pPr>
            <a:lvl9pPr lvl="8">
              <a:lnSpc>
                <a:spcPct val="115000"/>
              </a:lnSpc>
              <a:spcBef>
                <a:spcPts val="0"/>
              </a:spcBef>
              <a:spcAft>
                <a:spcPts val="0"/>
              </a:spcAft>
              <a:buNone/>
              <a:defRPr sz="900"/>
            </a:lvl9pPr>
          </a:lstStyle>
          <a:p/>
        </p:txBody>
      </p:sp>
      <p:pic>
        <p:nvPicPr>
          <p:cNvPr id="629" name="Google Shape;629;p39"/>
          <p:cNvPicPr preferRelativeResize="0"/>
          <p:nvPr/>
        </p:nvPicPr>
        <p:blipFill rotWithShape="1">
          <a:blip r:embed="rId3">
            <a:alphaModFix/>
          </a:blip>
          <a:srcRect b="0" l="0" r="0" t="0"/>
          <a:stretch/>
        </p:blipFill>
        <p:spPr>
          <a:xfrm>
            <a:off x="783604" y="1662897"/>
            <a:ext cx="414914" cy="414900"/>
          </a:xfrm>
          <a:prstGeom prst="rect">
            <a:avLst/>
          </a:prstGeom>
          <a:noFill/>
          <a:ln>
            <a:noFill/>
          </a:ln>
        </p:spPr>
      </p:pic>
      <p:pic>
        <p:nvPicPr>
          <p:cNvPr id="630" name="Google Shape;630;p39"/>
          <p:cNvPicPr preferRelativeResize="0"/>
          <p:nvPr/>
        </p:nvPicPr>
        <p:blipFill rotWithShape="1">
          <a:blip r:embed="rId3">
            <a:alphaModFix/>
          </a:blip>
          <a:srcRect b="0" l="0" r="0" t="0"/>
          <a:stretch/>
        </p:blipFill>
        <p:spPr>
          <a:xfrm>
            <a:off x="3470819" y="1662897"/>
            <a:ext cx="414914" cy="414900"/>
          </a:xfrm>
          <a:prstGeom prst="rect">
            <a:avLst/>
          </a:prstGeom>
          <a:noFill/>
          <a:ln>
            <a:noFill/>
          </a:ln>
        </p:spPr>
      </p:pic>
      <p:pic>
        <p:nvPicPr>
          <p:cNvPr id="631" name="Google Shape;631;p39"/>
          <p:cNvPicPr preferRelativeResize="0"/>
          <p:nvPr/>
        </p:nvPicPr>
        <p:blipFill rotWithShape="1">
          <a:blip r:embed="rId3">
            <a:alphaModFix/>
          </a:blip>
          <a:srcRect b="0" l="0" r="0" t="0"/>
          <a:stretch/>
        </p:blipFill>
        <p:spPr>
          <a:xfrm>
            <a:off x="6158034" y="1662897"/>
            <a:ext cx="414914" cy="414900"/>
          </a:xfrm>
          <a:prstGeom prst="rect">
            <a:avLst/>
          </a:prstGeom>
          <a:noFill/>
          <a:ln>
            <a:noFill/>
          </a:ln>
        </p:spPr>
      </p:pic>
      <p:sp>
        <p:nvSpPr>
          <p:cNvPr id="632" name="Google Shape;632;p39"/>
          <p:cNvSpPr txBox="1"/>
          <p:nvPr>
            <p:ph idx="8"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633" name="Google Shape;633;p39"/>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634" name="Google Shape;634;p39"/>
          <p:cNvSpPr txBox="1"/>
          <p:nvPr>
            <p:ph idx="9"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wo column">
  <p:cSld name="CUSTOM_4_8">
    <p:spTree>
      <p:nvGrpSpPr>
        <p:cNvPr id="635" name="Shape 635"/>
        <p:cNvGrpSpPr/>
        <p:nvPr/>
      </p:nvGrpSpPr>
      <p:grpSpPr>
        <a:xfrm>
          <a:off x="0" y="0"/>
          <a:ext cx="0" cy="0"/>
          <a:chOff x="0" y="0"/>
          <a:chExt cx="0" cy="0"/>
        </a:xfrm>
      </p:grpSpPr>
      <p:cxnSp>
        <p:nvCxnSpPr>
          <p:cNvPr id="636" name="Google Shape;636;p40"/>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637" name="Google Shape;637;p40"/>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638" name="Google Shape;638;p40"/>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39" name="Google Shape;639;p40"/>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640" name="Google Shape;640;p40"/>
          <p:cNvSpPr txBox="1"/>
          <p:nvPr>
            <p:ph idx="1"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cxnSp>
        <p:nvCxnSpPr>
          <p:cNvPr id="641" name="Google Shape;641;p40"/>
          <p:cNvCxnSpPr/>
          <p:nvPr/>
        </p:nvCxnSpPr>
        <p:spPr>
          <a:xfrm>
            <a:off x="4574182" y="2097150"/>
            <a:ext cx="0" cy="2192700"/>
          </a:xfrm>
          <a:prstGeom prst="straightConnector1">
            <a:avLst/>
          </a:prstGeom>
          <a:noFill/>
          <a:ln cap="flat" cmpd="sng" w="7150">
            <a:solidFill>
              <a:schemeClr val="dk2"/>
            </a:solidFill>
            <a:prstDash val="dot"/>
            <a:round/>
            <a:headEnd len="med" w="med" type="none"/>
            <a:tailEnd len="med" w="med" type="none"/>
          </a:ln>
        </p:spPr>
      </p:cxnSp>
      <p:sp>
        <p:nvSpPr>
          <p:cNvPr id="642" name="Google Shape;642;p40"/>
          <p:cNvSpPr txBox="1"/>
          <p:nvPr>
            <p:ph idx="2" type="subTitle"/>
          </p:nvPr>
        </p:nvSpPr>
        <p:spPr>
          <a:xfrm>
            <a:off x="1007344" y="3777544"/>
            <a:ext cx="3298500" cy="319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900"/>
            </a:lvl1pPr>
            <a:lvl2pPr lvl="1">
              <a:lnSpc>
                <a:spcPct val="115000"/>
              </a:lnSpc>
              <a:spcBef>
                <a:spcPts val="0"/>
              </a:spcBef>
              <a:spcAft>
                <a:spcPts val="0"/>
              </a:spcAft>
              <a:buNone/>
              <a:defRPr sz="900"/>
            </a:lvl2pPr>
            <a:lvl3pPr lvl="2">
              <a:lnSpc>
                <a:spcPct val="115000"/>
              </a:lnSpc>
              <a:spcBef>
                <a:spcPts val="0"/>
              </a:spcBef>
              <a:spcAft>
                <a:spcPts val="0"/>
              </a:spcAft>
              <a:buNone/>
              <a:defRPr sz="900"/>
            </a:lvl3pPr>
            <a:lvl4pPr lvl="3">
              <a:lnSpc>
                <a:spcPct val="115000"/>
              </a:lnSpc>
              <a:spcBef>
                <a:spcPts val="0"/>
              </a:spcBef>
              <a:spcAft>
                <a:spcPts val="0"/>
              </a:spcAft>
              <a:buNone/>
              <a:defRPr sz="900"/>
            </a:lvl4pPr>
            <a:lvl5pPr lvl="4">
              <a:lnSpc>
                <a:spcPct val="115000"/>
              </a:lnSpc>
              <a:spcBef>
                <a:spcPts val="0"/>
              </a:spcBef>
              <a:spcAft>
                <a:spcPts val="0"/>
              </a:spcAft>
              <a:buNone/>
              <a:defRPr sz="900"/>
            </a:lvl5pPr>
            <a:lvl6pPr lvl="5">
              <a:lnSpc>
                <a:spcPct val="115000"/>
              </a:lnSpc>
              <a:spcBef>
                <a:spcPts val="0"/>
              </a:spcBef>
              <a:spcAft>
                <a:spcPts val="0"/>
              </a:spcAft>
              <a:buNone/>
              <a:defRPr sz="900"/>
            </a:lvl6pPr>
            <a:lvl7pPr lvl="6">
              <a:lnSpc>
                <a:spcPct val="115000"/>
              </a:lnSpc>
              <a:spcBef>
                <a:spcPts val="0"/>
              </a:spcBef>
              <a:spcAft>
                <a:spcPts val="0"/>
              </a:spcAft>
              <a:buNone/>
              <a:defRPr sz="900"/>
            </a:lvl7pPr>
            <a:lvl8pPr lvl="7">
              <a:lnSpc>
                <a:spcPct val="115000"/>
              </a:lnSpc>
              <a:spcBef>
                <a:spcPts val="0"/>
              </a:spcBef>
              <a:spcAft>
                <a:spcPts val="0"/>
              </a:spcAft>
              <a:buNone/>
              <a:defRPr sz="900"/>
            </a:lvl8pPr>
            <a:lvl9pPr lvl="8">
              <a:lnSpc>
                <a:spcPct val="115000"/>
              </a:lnSpc>
              <a:spcBef>
                <a:spcPts val="0"/>
              </a:spcBef>
              <a:spcAft>
                <a:spcPts val="0"/>
              </a:spcAft>
              <a:buNone/>
              <a:defRPr sz="900"/>
            </a:lvl9pPr>
          </a:lstStyle>
          <a:p/>
        </p:txBody>
      </p:sp>
      <p:sp>
        <p:nvSpPr>
          <p:cNvPr id="643" name="Google Shape;643;p40"/>
          <p:cNvSpPr txBox="1"/>
          <p:nvPr>
            <p:ph idx="3" type="subTitle"/>
          </p:nvPr>
        </p:nvSpPr>
        <p:spPr>
          <a:xfrm>
            <a:off x="1007344" y="2136075"/>
            <a:ext cx="3298500" cy="1396200"/>
          </a:xfrm>
          <a:prstGeom prst="rect">
            <a:avLst/>
          </a:prstGeom>
        </p:spPr>
        <p:txBody>
          <a:bodyPr anchorCtr="0" anchor="t" bIns="0" lIns="0" spcFirstLastPara="1" rIns="0" wrap="square" tIns="0">
            <a:noAutofit/>
          </a:bodyPr>
          <a:lstStyle>
            <a:lvl1pPr lvl="0">
              <a:lnSpc>
                <a:spcPct val="150000"/>
              </a:lnSpc>
              <a:spcBef>
                <a:spcPts val="0"/>
              </a:spcBef>
              <a:spcAft>
                <a:spcPts val="0"/>
              </a:spcAft>
              <a:buNone/>
              <a:defRPr/>
            </a:lvl1pPr>
            <a:lvl2pPr lvl="1">
              <a:lnSpc>
                <a:spcPct val="150000"/>
              </a:lnSpc>
              <a:spcBef>
                <a:spcPts val="0"/>
              </a:spcBef>
              <a:spcAft>
                <a:spcPts val="0"/>
              </a:spcAft>
              <a:buNone/>
              <a:defRPr/>
            </a:lvl2pPr>
            <a:lvl3pPr lvl="2">
              <a:lnSpc>
                <a:spcPct val="150000"/>
              </a:lnSpc>
              <a:spcBef>
                <a:spcPts val="0"/>
              </a:spcBef>
              <a:spcAft>
                <a:spcPts val="0"/>
              </a:spcAft>
              <a:buNone/>
              <a:defRPr/>
            </a:lvl3pPr>
            <a:lvl4pPr lvl="3">
              <a:lnSpc>
                <a:spcPct val="150000"/>
              </a:lnSpc>
              <a:spcBef>
                <a:spcPts val="0"/>
              </a:spcBef>
              <a:spcAft>
                <a:spcPts val="0"/>
              </a:spcAft>
              <a:buNone/>
              <a:defRPr/>
            </a:lvl4pPr>
            <a:lvl5pPr lvl="4">
              <a:lnSpc>
                <a:spcPct val="150000"/>
              </a:lnSpc>
              <a:spcBef>
                <a:spcPts val="0"/>
              </a:spcBef>
              <a:spcAft>
                <a:spcPts val="0"/>
              </a:spcAft>
              <a:buNone/>
              <a:defRPr/>
            </a:lvl5pPr>
            <a:lvl6pPr lvl="5">
              <a:lnSpc>
                <a:spcPct val="150000"/>
              </a:lnSpc>
              <a:spcBef>
                <a:spcPts val="0"/>
              </a:spcBef>
              <a:spcAft>
                <a:spcPts val="0"/>
              </a:spcAft>
              <a:buNone/>
              <a:defRPr/>
            </a:lvl6pPr>
            <a:lvl7pPr lvl="6">
              <a:lnSpc>
                <a:spcPct val="150000"/>
              </a:lnSpc>
              <a:spcBef>
                <a:spcPts val="0"/>
              </a:spcBef>
              <a:spcAft>
                <a:spcPts val="0"/>
              </a:spcAft>
              <a:buNone/>
              <a:defRPr/>
            </a:lvl7pPr>
            <a:lvl8pPr lvl="7">
              <a:lnSpc>
                <a:spcPct val="150000"/>
              </a:lnSpc>
              <a:spcBef>
                <a:spcPts val="0"/>
              </a:spcBef>
              <a:spcAft>
                <a:spcPts val="0"/>
              </a:spcAft>
              <a:buNone/>
              <a:defRPr/>
            </a:lvl8pPr>
            <a:lvl9pPr lvl="8">
              <a:lnSpc>
                <a:spcPct val="150000"/>
              </a:lnSpc>
              <a:spcBef>
                <a:spcPts val="0"/>
              </a:spcBef>
              <a:spcAft>
                <a:spcPts val="0"/>
              </a:spcAft>
              <a:buNone/>
              <a:defRPr/>
            </a:lvl9pPr>
          </a:lstStyle>
          <a:p/>
        </p:txBody>
      </p:sp>
      <p:sp>
        <p:nvSpPr>
          <p:cNvPr id="644" name="Google Shape;644;p40"/>
          <p:cNvSpPr txBox="1"/>
          <p:nvPr>
            <p:ph idx="4" type="subTitle"/>
          </p:nvPr>
        </p:nvSpPr>
        <p:spPr>
          <a:xfrm>
            <a:off x="4896994" y="3777544"/>
            <a:ext cx="3298500" cy="319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900"/>
            </a:lvl1pPr>
            <a:lvl2pPr lvl="1">
              <a:lnSpc>
                <a:spcPct val="115000"/>
              </a:lnSpc>
              <a:spcBef>
                <a:spcPts val="0"/>
              </a:spcBef>
              <a:spcAft>
                <a:spcPts val="0"/>
              </a:spcAft>
              <a:buNone/>
              <a:defRPr sz="900"/>
            </a:lvl2pPr>
            <a:lvl3pPr lvl="2">
              <a:lnSpc>
                <a:spcPct val="115000"/>
              </a:lnSpc>
              <a:spcBef>
                <a:spcPts val="0"/>
              </a:spcBef>
              <a:spcAft>
                <a:spcPts val="0"/>
              </a:spcAft>
              <a:buNone/>
              <a:defRPr sz="900"/>
            </a:lvl3pPr>
            <a:lvl4pPr lvl="3">
              <a:lnSpc>
                <a:spcPct val="115000"/>
              </a:lnSpc>
              <a:spcBef>
                <a:spcPts val="0"/>
              </a:spcBef>
              <a:spcAft>
                <a:spcPts val="0"/>
              </a:spcAft>
              <a:buNone/>
              <a:defRPr sz="900"/>
            </a:lvl4pPr>
            <a:lvl5pPr lvl="4">
              <a:lnSpc>
                <a:spcPct val="115000"/>
              </a:lnSpc>
              <a:spcBef>
                <a:spcPts val="0"/>
              </a:spcBef>
              <a:spcAft>
                <a:spcPts val="0"/>
              </a:spcAft>
              <a:buNone/>
              <a:defRPr sz="900"/>
            </a:lvl5pPr>
            <a:lvl6pPr lvl="5">
              <a:lnSpc>
                <a:spcPct val="115000"/>
              </a:lnSpc>
              <a:spcBef>
                <a:spcPts val="0"/>
              </a:spcBef>
              <a:spcAft>
                <a:spcPts val="0"/>
              </a:spcAft>
              <a:buNone/>
              <a:defRPr sz="900"/>
            </a:lvl6pPr>
            <a:lvl7pPr lvl="6">
              <a:lnSpc>
                <a:spcPct val="115000"/>
              </a:lnSpc>
              <a:spcBef>
                <a:spcPts val="0"/>
              </a:spcBef>
              <a:spcAft>
                <a:spcPts val="0"/>
              </a:spcAft>
              <a:buNone/>
              <a:defRPr sz="900"/>
            </a:lvl7pPr>
            <a:lvl8pPr lvl="7">
              <a:lnSpc>
                <a:spcPct val="115000"/>
              </a:lnSpc>
              <a:spcBef>
                <a:spcPts val="0"/>
              </a:spcBef>
              <a:spcAft>
                <a:spcPts val="0"/>
              </a:spcAft>
              <a:buNone/>
              <a:defRPr sz="900"/>
            </a:lvl8pPr>
            <a:lvl9pPr lvl="8">
              <a:lnSpc>
                <a:spcPct val="115000"/>
              </a:lnSpc>
              <a:spcBef>
                <a:spcPts val="0"/>
              </a:spcBef>
              <a:spcAft>
                <a:spcPts val="0"/>
              </a:spcAft>
              <a:buNone/>
              <a:defRPr sz="900"/>
            </a:lvl9pPr>
          </a:lstStyle>
          <a:p/>
        </p:txBody>
      </p:sp>
      <p:sp>
        <p:nvSpPr>
          <p:cNvPr id="645" name="Google Shape;645;p40"/>
          <p:cNvSpPr txBox="1"/>
          <p:nvPr>
            <p:ph idx="5" type="subTitle"/>
          </p:nvPr>
        </p:nvSpPr>
        <p:spPr>
          <a:xfrm>
            <a:off x="4896994" y="2136075"/>
            <a:ext cx="3298500" cy="1396200"/>
          </a:xfrm>
          <a:prstGeom prst="rect">
            <a:avLst/>
          </a:prstGeom>
        </p:spPr>
        <p:txBody>
          <a:bodyPr anchorCtr="0" anchor="t" bIns="0" lIns="0" spcFirstLastPara="1" rIns="0" wrap="square" tIns="0">
            <a:noAutofit/>
          </a:bodyPr>
          <a:lstStyle>
            <a:lvl1pPr lvl="0">
              <a:lnSpc>
                <a:spcPct val="150000"/>
              </a:lnSpc>
              <a:spcBef>
                <a:spcPts val="0"/>
              </a:spcBef>
              <a:spcAft>
                <a:spcPts val="0"/>
              </a:spcAft>
              <a:buNone/>
              <a:defRPr/>
            </a:lvl1pPr>
            <a:lvl2pPr lvl="1">
              <a:lnSpc>
                <a:spcPct val="150000"/>
              </a:lnSpc>
              <a:spcBef>
                <a:spcPts val="0"/>
              </a:spcBef>
              <a:spcAft>
                <a:spcPts val="0"/>
              </a:spcAft>
              <a:buNone/>
              <a:defRPr/>
            </a:lvl2pPr>
            <a:lvl3pPr lvl="2">
              <a:lnSpc>
                <a:spcPct val="150000"/>
              </a:lnSpc>
              <a:spcBef>
                <a:spcPts val="0"/>
              </a:spcBef>
              <a:spcAft>
                <a:spcPts val="0"/>
              </a:spcAft>
              <a:buNone/>
              <a:defRPr/>
            </a:lvl3pPr>
            <a:lvl4pPr lvl="3">
              <a:lnSpc>
                <a:spcPct val="150000"/>
              </a:lnSpc>
              <a:spcBef>
                <a:spcPts val="0"/>
              </a:spcBef>
              <a:spcAft>
                <a:spcPts val="0"/>
              </a:spcAft>
              <a:buNone/>
              <a:defRPr/>
            </a:lvl4pPr>
            <a:lvl5pPr lvl="4">
              <a:lnSpc>
                <a:spcPct val="150000"/>
              </a:lnSpc>
              <a:spcBef>
                <a:spcPts val="0"/>
              </a:spcBef>
              <a:spcAft>
                <a:spcPts val="0"/>
              </a:spcAft>
              <a:buNone/>
              <a:defRPr/>
            </a:lvl5pPr>
            <a:lvl6pPr lvl="5">
              <a:lnSpc>
                <a:spcPct val="150000"/>
              </a:lnSpc>
              <a:spcBef>
                <a:spcPts val="0"/>
              </a:spcBef>
              <a:spcAft>
                <a:spcPts val="0"/>
              </a:spcAft>
              <a:buNone/>
              <a:defRPr/>
            </a:lvl6pPr>
            <a:lvl7pPr lvl="6">
              <a:lnSpc>
                <a:spcPct val="150000"/>
              </a:lnSpc>
              <a:spcBef>
                <a:spcPts val="0"/>
              </a:spcBef>
              <a:spcAft>
                <a:spcPts val="0"/>
              </a:spcAft>
              <a:buNone/>
              <a:defRPr/>
            </a:lvl7pPr>
            <a:lvl8pPr lvl="7">
              <a:lnSpc>
                <a:spcPct val="150000"/>
              </a:lnSpc>
              <a:spcBef>
                <a:spcPts val="0"/>
              </a:spcBef>
              <a:spcAft>
                <a:spcPts val="0"/>
              </a:spcAft>
              <a:buNone/>
              <a:defRPr/>
            </a:lvl8pPr>
            <a:lvl9pPr lvl="8">
              <a:lnSpc>
                <a:spcPct val="150000"/>
              </a:lnSpc>
              <a:spcBef>
                <a:spcPts val="0"/>
              </a:spcBef>
              <a:spcAft>
                <a:spcPts val="0"/>
              </a:spcAft>
              <a:buNone/>
              <a:defRPr/>
            </a:lvl9pPr>
          </a:lstStyle>
          <a:p/>
        </p:txBody>
      </p:sp>
      <p:pic>
        <p:nvPicPr>
          <p:cNvPr id="646" name="Google Shape;646;p40"/>
          <p:cNvPicPr preferRelativeResize="0"/>
          <p:nvPr/>
        </p:nvPicPr>
        <p:blipFill rotWithShape="1">
          <a:blip r:embed="rId3">
            <a:alphaModFix/>
          </a:blip>
          <a:srcRect b="0" l="0" r="0" t="0"/>
          <a:stretch/>
        </p:blipFill>
        <p:spPr>
          <a:xfrm>
            <a:off x="920311" y="1533667"/>
            <a:ext cx="548775" cy="548762"/>
          </a:xfrm>
          <a:prstGeom prst="rect">
            <a:avLst/>
          </a:prstGeom>
          <a:noFill/>
          <a:ln>
            <a:noFill/>
          </a:ln>
        </p:spPr>
      </p:pic>
      <p:pic>
        <p:nvPicPr>
          <p:cNvPr id="647" name="Google Shape;647;p40"/>
          <p:cNvPicPr preferRelativeResize="0"/>
          <p:nvPr/>
        </p:nvPicPr>
        <p:blipFill rotWithShape="1">
          <a:blip r:embed="rId3">
            <a:alphaModFix/>
          </a:blip>
          <a:srcRect b="0" l="0" r="0" t="0"/>
          <a:stretch/>
        </p:blipFill>
        <p:spPr>
          <a:xfrm>
            <a:off x="4809961" y="1533667"/>
            <a:ext cx="548775" cy="548762"/>
          </a:xfrm>
          <a:prstGeom prst="rect">
            <a:avLst/>
          </a:prstGeom>
          <a:noFill/>
          <a:ln>
            <a:noFill/>
          </a:ln>
        </p:spPr>
      </p:pic>
      <p:sp>
        <p:nvSpPr>
          <p:cNvPr id="648" name="Google Shape;648;p40"/>
          <p:cNvSpPr txBox="1"/>
          <p:nvPr>
            <p:ph idx="6"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649" name="Google Shape;649;p40"/>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650" name="Google Shape;650;p40"/>
          <p:cNvSpPr txBox="1"/>
          <p:nvPr>
            <p:ph idx="7"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large">
  <p:cSld name="CUSTOM_4_7">
    <p:spTree>
      <p:nvGrpSpPr>
        <p:cNvPr id="651" name="Shape 651"/>
        <p:cNvGrpSpPr/>
        <p:nvPr/>
      </p:nvGrpSpPr>
      <p:grpSpPr>
        <a:xfrm>
          <a:off x="0" y="0"/>
          <a:ext cx="0" cy="0"/>
          <a:chOff x="0" y="0"/>
          <a:chExt cx="0" cy="0"/>
        </a:xfrm>
      </p:grpSpPr>
      <p:sp>
        <p:nvSpPr>
          <p:cNvPr id="652" name="Google Shape;652;p41"/>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9pPr>
          </a:lstStyle>
          <a:p/>
        </p:txBody>
      </p:sp>
      <p:cxnSp>
        <p:nvCxnSpPr>
          <p:cNvPr id="653" name="Google Shape;653;p41"/>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654" name="Google Shape;654;p41"/>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655" name="Google Shape;655;p41"/>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56" name="Google Shape;656;p41"/>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657" name="Google Shape;657;p41"/>
          <p:cNvSpPr txBox="1"/>
          <p:nvPr>
            <p:ph idx="2"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658" name="Google Shape;658;p41"/>
          <p:cNvSpPr txBox="1"/>
          <p:nvPr>
            <p:ph type="title"/>
          </p:nvPr>
        </p:nvSpPr>
        <p:spPr>
          <a:xfrm>
            <a:off x="3349163" y="1091531"/>
            <a:ext cx="5043600" cy="24003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659" name="Google Shape;659;p41"/>
          <p:cNvSpPr txBox="1"/>
          <p:nvPr>
            <p:ph idx="3" type="subTitle"/>
          </p:nvPr>
        </p:nvSpPr>
        <p:spPr>
          <a:xfrm>
            <a:off x="3349200" y="3777544"/>
            <a:ext cx="3073200" cy="319500"/>
          </a:xfrm>
          <a:prstGeom prst="rect">
            <a:avLst/>
          </a:prstGeom>
        </p:spPr>
        <p:txBody>
          <a:bodyPr anchorCtr="0" anchor="t" bIns="0" lIns="0" spcFirstLastPara="1" rIns="0" wrap="square" tIns="0">
            <a:noAutofit/>
          </a:bodyPr>
          <a:lstStyle>
            <a:lvl1pPr lvl="0">
              <a:lnSpc>
                <a:spcPct val="114000"/>
              </a:lnSpc>
              <a:spcBef>
                <a:spcPts val="0"/>
              </a:spcBef>
              <a:spcAft>
                <a:spcPts val="0"/>
              </a:spcAft>
              <a:buNone/>
              <a:defRPr sz="1100"/>
            </a:lvl1pPr>
            <a:lvl2pPr lvl="1">
              <a:lnSpc>
                <a:spcPct val="114000"/>
              </a:lnSpc>
              <a:spcBef>
                <a:spcPts val="0"/>
              </a:spcBef>
              <a:spcAft>
                <a:spcPts val="0"/>
              </a:spcAft>
              <a:buNone/>
              <a:defRPr sz="1100"/>
            </a:lvl2pPr>
            <a:lvl3pPr lvl="2">
              <a:lnSpc>
                <a:spcPct val="114000"/>
              </a:lnSpc>
              <a:spcBef>
                <a:spcPts val="0"/>
              </a:spcBef>
              <a:spcAft>
                <a:spcPts val="0"/>
              </a:spcAft>
              <a:buNone/>
              <a:defRPr sz="1100"/>
            </a:lvl3pPr>
            <a:lvl4pPr lvl="3">
              <a:lnSpc>
                <a:spcPct val="114000"/>
              </a:lnSpc>
              <a:spcBef>
                <a:spcPts val="0"/>
              </a:spcBef>
              <a:spcAft>
                <a:spcPts val="0"/>
              </a:spcAft>
              <a:buNone/>
              <a:defRPr sz="1100"/>
            </a:lvl4pPr>
            <a:lvl5pPr lvl="4">
              <a:lnSpc>
                <a:spcPct val="114000"/>
              </a:lnSpc>
              <a:spcBef>
                <a:spcPts val="0"/>
              </a:spcBef>
              <a:spcAft>
                <a:spcPts val="0"/>
              </a:spcAft>
              <a:buNone/>
              <a:defRPr sz="1100"/>
            </a:lvl5pPr>
            <a:lvl6pPr lvl="5">
              <a:lnSpc>
                <a:spcPct val="114000"/>
              </a:lnSpc>
              <a:spcBef>
                <a:spcPts val="0"/>
              </a:spcBef>
              <a:spcAft>
                <a:spcPts val="0"/>
              </a:spcAft>
              <a:buNone/>
              <a:defRPr sz="1100"/>
            </a:lvl6pPr>
            <a:lvl7pPr lvl="6">
              <a:lnSpc>
                <a:spcPct val="114000"/>
              </a:lnSpc>
              <a:spcBef>
                <a:spcPts val="0"/>
              </a:spcBef>
              <a:spcAft>
                <a:spcPts val="0"/>
              </a:spcAft>
              <a:buNone/>
              <a:defRPr sz="1100"/>
            </a:lvl7pPr>
            <a:lvl8pPr lvl="7">
              <a:lnSpc>
                <a:spcPct val="114000"/>
              </a:lnSpc>
              <a:spcBef>
                <a:spcPts val="0"/>
              </a:spcBef>
              <a:spcAft>
                <a:spcPts val="0"/>
              </a:spcAft>
              <a:buNone/>
              <a:defRPr sz="1100"/>
            </a:lvl8pPr>
            <a:lvl9pPr lvl="8">
              <a:lnSpc>
                <a:spcPct val="114000"/>
              </a:lnSpc>
              <a:spcBef>
                <a:spcPts val="0"/>
              </a:spcBef>
              <a:spcAft>
                <a:spcPts val="0"/>
              </a:spcAft>
              <a:buNone/>
              <a:defRPr sz="1100"/>
            </a:lvl9pPr>
          </a:lstStyle>
          <a:p/>
        </p:txBody>
      </p:sp>
      <p:pic>
        <p:nvPicPr>
          <p:cNvPr id="660" name="Google Shape;660;p41"/>
          <p:cNvPicPr preferRelativeResize="0"/>
          <p:nvPr/>
        </p:nvPicPr>
        <p:blipFill rotWithShape="1">
          <a:blip r:embed="rId3">
            <a:alphaModFix/>
          </a:blip>
          <a:srcRect b="0" l="0" r="0" t="0"/>
          <a:stretch/>
        </p:blipFill>
        <p:spPr>
          <a:xfrm>
            <a:off x="2564587" y="973839"/>
            <a:ext cx="548775" cy="548762"/>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by two">
  <p:cSld name="CUSTOM_4_6">
    <p:spTree>
      <p:nvGrpSpPr>
        <p:cNvPr id="661" name="Shape 661"/>
        <p:cNvGrpSpPr/>
        <p:nvPr/>
      </p:nvGrpSpPr>
      <p:grpSpPr>
        <a:xfrm>
          <a:off x="0" y="0"/>
          <a:ext cx="0" cy="0"/>
          <a:chOff x="0" y="0"/>
          <a:chExt cx="0" cy="0"/>
        </a:xfrm>
      </p:grpSpPr>
      <p:cxnSp>
        <p:nvCxnSpPr>
          <p:cNvPr id="662" name="Google Shape;662;p42"/>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663" name="Google Shape;663;p42"/>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664" name="Google Shape;664;p42"/>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65" name="Google Shape;665;p42"/>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666" name="Google Shape;666;p42"/>
          <p:cNvSpPr txBox="1"/>
          <p:nvPr>
            <p:ph idx="1"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667" name="Google Shape;667;p42"/>
          <p:cNvSpPr txBox="1"/>
          <p:nvPr>
            <p:ph idx="2" type="subTitle"/>
          </p:nvPr>
        </p:nvSpPr>
        <p:spPr>
          <a:xfrm>
            <a:off x="5141316" y="2091075"/>
            <a:ext cx="2634000" cy="795600"/>
          </a:xfrm>
          <a:prstGeom prst="rect">
            <a:avLst/>
          </a:prstGeom>
        </p:spPr>
        <p:txBody>
          <a:bodyPr anchorCtr="0" anchor="t" bIns="0" lIns="0" spcFirstLastPara="1" rIns="0" wrap="square" tIns="0">
            <a:noAutofit/>
          </a:bodyPr>
          <a:lstStyle>
            <a:lvl1pPr lvl="0">
              <a:spcBef>
                <a:spcPts val="0"/>
              </a:spcBef>
              <a:spcAft>
                <a:spcPts val="0"/>
              </a:spcAft>
              <a:buNone/>
              <a:defRPr sz="1100"/>
            </a:lvl1pPr>
            <a:lvl2pPr lvl="1">
              <a:spcBef>
                <a:spcPts val="400"/>
              </a:spcBef>
              <a:spcAft>
                <a:spcPts val="0"/>
              </a:spcAft>
              <a:buNone/>
              <a:defRPr sz="1100"/>
            </a:lvl2pPr>
            <a:lvl3pPr lvl="2">
              <a:spcBef>
                <a:spcPts val="400"/>
              </a:spcBef>
              <a:spcAft>
                <a:spcPts val="0"/>
              </a:spcAft>
              <a:buNone/>
              <a:defRPr sz="1100"/>
            </a:lvl3pPr>
            <a:lvl4pPr lvl="3">
              <a:spcBef>
                <a:spcPts val="400"/>
              </a:spcBef>
              <a:spcAft>
                <a:spcPts val="0"/>
              </a:spcAft>
              <a:buNone/>
              <a:defRPr sz="1100"/>
            </a:lvl4pPr>
            <a:lvl5pPr lvl="4">
              <a:spcBef>
                <a:spcPts val="400"/>
              </a:spcBef>
              <a:spcAft>
                <a:spcPts val="0"/>
              </a:spcAft>
              <a:buNone/>
              <a:defRPr sz="1100"/>
            </a:lvl5pPr>
            <a:lvl6pPr lvl="5">
              <a:spcBef>
                <a:spcPts val="400"/>
              </a:spcBef>
              <a:spcAft>
                <a:spcPts val="0"/>
              </a:spcAft>
              <a:buNone/>
              <a:defRPr sz="1100"/>
            </a:lvl6pPr>
            <a:lvl7pPr lvl="6">
              <a:spcBef>
                <a:spcPts val="400"/>
              </a:spcBef>
              <a:spcAft>
                <a:spcPts val="0"/>
              </a:spcAft>
              <a:buNone/>
              <a:defRPr sz="1100"/>
            </a:lvl7pPr>
            <a:lvl8pPr lvl="7">
              <a:spcBef>
                <a:spcPts val="400"/>
              </a:spcBef>
              <a:spcAft>
                <a:spcPts val="0"/>
              </a:spcAft>
              <a:buNone/>
              <a:defRPr sz="1100"/>
            </a:lvl8pPr>
            <a:lvl9pPr lvl="8">
              <a:spcBef>
                <a:spcPts val="400"/>
              </a:spcBef>
              <a:spcAft>
                <a:spcPts val="400"/>
              </a:spcAft>
              <a:buNone/>
              <a:defRPr sz="1100"/>
            </a:lvl9pPr>
          </a:lstStyle>
          <a:p/>
        </p:txBody>
      </p:sp>
      <p:sp>
        <p:nvSpPr>
          <p:cNvPr id="668" name="Google Shape;668;p42"/>
          <p:cNvSpPr txBox="1"/>
          <p:nvPr>
            <p:ph idx="3" type="subTitle"/>
          </p:nvPr>
        </p:nvSpPr>
        <p:spPr>
          <a:xfrm>
            <a:off x="5141311" y="1764713"/>
            <a:ext cx="2634000" cy="2844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669" name="Google Shape;669;p42"/>
          <p:cNvSpPr txBox="1"/>
          <p:nvPr>
            <p:ph idx="4" type="subTitle"/>
          </p:nvPr>
        </p:nvSpPr>
        <p:spPr>
          <a:xfrm>
            <a:off x="5141316" y="3325781"/>
            <a:ext cx="2634000" cy="795600"/>
          </a:xfrm>
          <a:prstGeom prst="rect">
            <a:avLst/>
          </a:prstGeom>
        </p:spPr>
        <p:txBody>
          <a:bodyPr anchorCtr="0" anchor="t" bIns="0" lIns="0" spcFirstLastPara="1" rIns="0" wrap="square" tIns="0">
            <a:noAutofit/>
          </a:bodyPr>
          <a:lstStyle>
            <a:lvl1pPr lvl="0">
              <a:spcBef>
                <a:spcPts val="0"/>
              </a:spcBef>
              <a:spcAft>
                <a:spcPts val="0"/>
              </a:spcAft>
              <a:buNone/>
              <a:defRPr sz="1100"/>
            </a:lvl1pPr>
            <a:lvl2pPr lvl="1">
              <a:spcBef>
                <a:spcPts val="400"/>
              </a:spcBef>
              <a:spcAft>
                <a:spcPts val="0"/>
              </a:spcAft>
              <a:buNone/>
              <a:defRPr sz="1100"/>
            </a:lvl2pPr>
            <a:lvl3pPr lvl="2">
              <a:spcBef>
                <a:spcPts val="400"/>
              </a:spcBef>
              <a:spcAft>
                <a:spcPts val="0"/>
              </a:spcAft>
              <a:buNone/>
              <a:defRPr sz="1100"/>
            </a:lvl3pPr>
            <a:lvl4pPr lvl="3">
              <a:spcBef>
                <a:spcPts val="400"/>
              </a:spcBef>
              <a:spcAft>
                <a:spcPts val="0"/>
              </a:spcAft>
              <a:buNone/>
              <a:defRPr sz="1100"/>
            </a:lvl4pPr>
            <a:lvl5pPr lvl="4">
              <a:spcBef>
                <a:spcPts val="400"/>
              </a:spcBef>
              <a:spcAft>
                <a:spcPts val="0"/>
              </a:spcAft>
              <a:buNone/>
              <a:defRPr sz="1100"/>
            </a:lvl5pPr>
            <a:lvl6pPr lvl="5">
              <a:spcBef>
                <a:spcPts val="400"/>
              </a:spcBef>
              <a:spcAft>
                <a:spcPts val="0"/>
              </a:spcAft>
              <a:buNone/>
              <a:defRPr sz="1100"/>
            </a:lvl6pPr>
            <a:lvl7pPr lvl="6">
              <a:spcBef>
                <a:spcPts val="400"/>
              </a:spcBef>
              <a:spcAft>
                <a:spcPts val="0"/>
              </a:spcAft>
              <a:buNone/>
              <a:defRPr sz="1100"/>
            </a:lvl7pPr>
            <a:lvl8pPr lvl="7">
              <a:spcBef>
                <a:spcPts val="400"/>
              </a:spcBef>
              <a:spcAft>
                <a:spcPts val="0"/>
              </a:spcAft>
              <a:buNone/>
              <a:defRPr sz="1100"/>
            </a:lvl8pPr>
            <a:lvl9pPr lvl="8">
              <a:spcBef>
                <a:spcPts val="400"/>
              </a:spcBef>
              <a:spcAft>
                <a:spcPts val="400"/>
              </a:spcAft>
              <a:buNone/>
              <a:defRPr sz="1100"/>
            </a:lvl9pPr>
          </a:lstStyle>
          <a:p/>
        </p:txBody>
      </p:sp>
      <p:sp>
        <p:nvSpPr>
          <p:cNvPr id="670" name="Google Shape;670;p42"/>
          <p:cNvSpPr txBox="1"/>
          <p:nvPr>
            <p:ph idx="5" type="subTitle"/>
          </p:nvPr>
        </p:nvSpPr>
        <p:spPr>
          <a:xfrm>
            <a:off x="5141311" y="2999419"/>
            <a:ext cx="2634000" cy="2844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671" name="Google Shape;671;p42"/>
          <p:cNvSpPr txBox="1"/>
          <p:nvPr>
            <p:ph idx="6" type="subTitle"/>
          </p:nvPr>
        </p:nvSpPr>
        <p:spPr>
          <a:xfrm>
            <a:off x="1563469" y="2091075"/>
            <a:ext cx="2634000" cy="795600"/>
          </a:xfrm>
          <a:prstGeom prst="rect">
            <a:avLst/>
          </a:prstGeom>
        </p:spPr>
        <p:txBody>
          <a:bodyPr anchorCtr="0" anchor="t" bIns="0" lIns="0" spcFirstLastPara="1" rIns="0" wrap="square" tIns="0">
            <a:noAutofit/>
          </a:bodyPr>
          <a:lstStyle>
            <a:lvl1pPr lvl="0">
              <a:spcBef>
                <a:spcPts val="0"/>
              </a:spcBef>
              <a:spcAft>
                <a:spcPts val="0"/>
              </a:spcAft>
              <a:buNone/>
              <a:defRPr sz="1100"/>
            </a:lvl1pPr>
            <a:lvl2pPr lvl="1">
              <a:spcBef>
                <a:spcPts val="400"/>
              </a:spcBef>
              <a:spcAft>
                <a:spcPts val="0"/>
              </a:spcAft>
              <a:buNone/>
              <a:defRPr sz="1100"/>
            </a:lvl2pPr>
            <a:lvl3pPr lvl="2">
              <a:spcBef>
                <a:spcPts val="400"/>
              </a:spcBef>
              <a:spcAft>
                <a:spcPts val="0"/>
              </a:spcAft>
              <a:buNone/>
              <a:defRPr sz="1100"/>
            </a:lvl3pPr>
            <a:lvl4pPr lvl="3">
              <a:spcBef>
                <a:spcPts val="400"/>
              </a:spcBef>
              <a:spcAft>
                <a:spcPts val="0"/>
              </a:spcAft>
              <a:buNone/>
              <a:defRPr sz="1100"/>
            </a:lvl4pPr>
            <a:lvl5pPr lvl="4">
              <a:spcBef>
                <a:spcPts val="400"/>
              </a:spcBef>
              <a:spcAft>
                <a:spcPts val="0"/>
              </a:spcAft>
              <a:buNone/>
              <a:defRPr sz="1100"/>
            </a:lvl5pPr>
            <a:lvl6pPr lvl="5">
              <a:spcBef>
                <a:spcPts val="400"/>
              </a:spcBef>
              <a:spcAft>
                <a:spcPts val="0"/>
              </a:spcAft>
              <a:buNone/>
              <a:defRPr sz="1100"/>
            </a:lvl6pPr>
            <a:lvl7pPr lvl="6">
              <a:spcBef>
                <a:spcPts val="400"/>
              </a:spcBef>
              <a:spcAft>
                <a:spcPts val="0"/>
              </a:spcAft>
              <a:buNone/>
              <a:defRPr sz="1100"/>
            </a:lvl7pPr>
            <a:lvl8pPr lvl="7">
              <a:spcBef>
                <a:spcPts val="400"/>
              </a:spcBef>
              <a:spcAft>
                <a:spcPts val="0"/>
              </a:spcAft>
              <a:buNone/>
              <a:defRPr sz="1100"/>
            </a:lvl8pPr>
            <a:lvl9pPr lvl="8">
              <a:spcBef>
                <a:spcPts val="400"/>
              </a:spcBef>
              <a:spcAft>
                <a:spcPts val="400"/>
              </a:spcAft>
              <a:buNone/>
              <a:defRPr sz="1100"/>
            </a:lvl9pPr>
          </a:lstStyle>
          <a:p/>
        </p:txBody>
      </p:sp>
      <p:sp>
        <p:nvSpPr>
          <p:cNvPr id="672" name="Google Shape;672;p42"/>
          <p:cNvSpPr txBox="1"/>
          <p:nvPr>
            <p:ph idx="7" type="subTitle"/>
          </p:nvPr>
        </p:nvSpPr>
        <p:spPr>
          <a:xfrm>
            <a:off x="1563450" y="1764713"/>
            <a:ext cx="2634000" cy="2844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673" name="Google Shape;673;p42"/>
          <p:cNvSpPr txBox="1"/>
          <p:nvPr>
            <p:ph idx="8" type="subTitle"/>
          </p:nvPr>
        </p:nvSpPr>
        <p:spPr>
          <a:xfrm>
            <a:off x="1563469" y="3325781"/>
            <a:ext cx="2634000" cy="795600"/>
          </a:xfrm>
          <a:prstGeom prst="rect">
            <a:avLst/>
          </a:prstGeom>
        </p:spPr>
        <p:txBody>
          <a:bodyPr anchorCtr="0" anchor="t" bIns="0" lIns="0" spcFirstLastPara="1" rIns="0" wrap="square" tIns="0">
            <a:noAutofit/>
          </a:bodyPr>
          <a:lstStyle>
            <a:lvl1pPr lvl="0">
              <a:spcBef>
                <a:spcPts val="0"/>
              </a:spcBef>
              <a:spcAft>
                <a:spcPts val="0"/>
              </a:spcAft>
              <a:buNone/>
              <a:defRPr sz="1100"/>
            </a:lvl1pPr>
            <a:lvl2pPr lvl="1">
              <a:spcBef>
                <a:spcPts val="400"/>
              </a:spcBef>
              <a:spcAft>
                <a:spcPts val="0"/>
              </a:spcAft>
              <a:buNone/>
              <a:defRPr sz="1100"/>
            </a:lvl2pPr>
            <a:lvl3pPr lvl="2">
              <a:spcBef>
                <a:spcPts val="400"/>
              </a:spcBef>
              <a:spcAft>
                <a:spcPts val="0"/>
              </a:spcAft>
              <a:buNone/>
              <a:defRPr sz="1100"/>
            </a:lvl3pPr>
            <a:lvl4pPr lvl="3">
              <a:spcBef>
                <a:spcPts val="400"/>
              </a:spcBef>
              <a:spcAft>
                <a:spcPts val="0"/>
              </a:spcAft>
              <a:buNone/>
              <a:defRPr sz="1100"/>
            </a:lvl4pPr>
            <a:lvl5pPr lvl="4">
              <a:spcBef>
                <a:spcPts val="400"/>
              </a:spcBef>
              <a:spcAft>
                <a:spcPts val="0"/>
              </a:spcAft>
              <a:buNone/>
              <a:defRPr sz="1100"/>
            </a:lvl5pPr>
            <a:lvl6pPr lvl="5">
              <a:spcBef>
                <a:spcPts val="400"/>
              </a:spcBef>
              <a:spcAft>
                <a:spcPts val="0"/>
              </a:spcAft>
              <a:buNone/>
              <a:defRPr sz="1100"/>
            </a:lvl6pPr>
            <a:lvl7pPr lvl="6">
              <a:spcBef>
                <a:spcPts val="400"/>
              </a:spcBef>
              <a:spcAft>
                <a:spcPts val="0"/>
              </a:spcAft>
              <a:buNone/>
              <a:defRPr sz="1100"/>
            </a:lvl7pPr>
            <a:lvl8pPr lvl="7">
              <a:spcBef>
                <a:spcPts val="400"/>
              </a:spcBef>
              <a:spcAft>
                <a:spcPts val="0"/>
              </a:spcAft>
              <a:buNone/>
              <a:defRPr sz="1100"/>
            </a:lvl8pPr>
            <a:lvl9pPr lvl="8">
              <a:spcBef>
                <a:spcPts val="400"/>
              </a:spcBef>
              <a:spcAft>
                <a:spcPts val="400"/>
              </a:spcAft>
              <a:buNone/>
              <a:defRPr sz="1100"/>
            </a:lvl9pPr>
          </a:lstStyle>
          <a:p/>
        </p:txBody>
      </p:sp>
      <p:sp>
        <p:nvSpPr>
          <p:cNvPr id="674" name="Google Shape;674;p42"/>
          <p:cNvSpPr txBox="1"/>
          <p:nvPr>
            <p:ph idx="9" type="subTitle"/>
          </p:nvPr>
        </p:nvSpPr>
        <p:spPr>
          <a:xfrm>
            <a:off x="1563450" y="2999419"/>
            <a:ext cx="2634000" cy="2844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675" name="Google Shape;675;p42"/>
          <p:cNvSpPr txBox="1"/>
          <p:nvPr>
            <p:ph idx="13"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676" name="Google Shape;676;p42"/>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677" name="Google Shape;677;p42"/>
          <p:cNvSpPr txBox="1"/>
          <p:nvPr>
            <p:ph idx="14"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four column">
  <p:cSld name="CUSTOM_4_5">
    <p:spTree>
      <p:nvGrpSpPr>
        <p:cNvPr id="678" name="Shape 678"/>
        <p:cNvGrpSpPr/>
        <p:nvPr/>
      </p:nvGrpSpPr>
      <p:grpSpPr>
        <a:xfrm>
          <a:off x="0" y="0"/>
          <a:ext cx="0" cy="0"/>
          <a:chOff x="0" y="0"/>
          <a:chExt cx="0" cy="0"/>
        </a:xfrm>
      </p:grpSpPr>
      <p:cxnSp>
        <p:nvCxnSpPr>
          <p:cNvPr id="679" name="Google Shape;679;p43"/>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680" name="Google Shape;680;p43"/>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681" name="Google Shape;681;p43"/>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82" name="Google Shape;682;p43"/>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683" name="Google Shape;683;p43"/>
          <p:cNvSpPr txBox="1"/>
          <p:nvPr>
            <p:ph idx="1"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cxnSp>
        <p:nvCxnSpPr>
          <p:cNvPr id="684" name="Google Shape;684;p43"/>
          <p:cNvCxnSpPr/>
          <p:nvPr/>
        </p:nvCxnSpPr>
        <p:spPr>
          <a:xfrm>
            <a:off x="2562438" y="2758500"/>
            <a:ext cx="0" cy="1145700"/>
          </a:xfrm>
          <a:prstGeom prst="straightConnector1">
            <a:avLst/>
          </a:prstGeom>
          <a:noFill/>
          <a:ln cap="flat" cmpd="sng" w="7150">
            <a:solidFill>
              <a:schemeClr val="dk2"/>
            </a:solidFill>
            <a:prstDash val="dot"/>
            <a:round/>
            <a:headEnd len="med" w="med" type="none"/>
            <a:tailEnd len="med" w="med" type="none"/>
          </a:ln>
        </p:spPr>
      </p:cxnSp>
      <p:cxnSp>
        <p:nvCxnSpPr>
          <p:cNvPr id="685" name="Google Shape;685;p43"/>
          <p:cNvCxnSpPr/>
          <p:nvPr/>
        </p:nvCxnSpPr>
        <p:spPr>
          <a:xfrm>
            <a:off x="4572075" y="2758500"/>
            <a:ext cx="0" cy="1145700"/>
          </a:xfrm>
          <a:prstGeom prst="straightConnector1">
            <a:avLst/>
          </a:prstGeom>
          <a:noFill/>
          <a:ln cap="flat" cmpd="sng" w="7150">
            <a:solidFill>
              <a:schemeClr val="dk2"/>
            </a:solidFill>
            <a:prstDash val="dot"/>
            <a:round/>
            <a:headEnd len="med" w="med" type="none"/>
            <a:tailEnd len="med" w="med" type="none"/>
          </a:ln>
        </p:spPr>
      </p:cxnSp>
      <p:cxnSp>
        <p:nvCxnSpPr>
          <p:cNvPr id="686" name="Google Shape;686;p43"/>
          <p:cNvCxnSpPr/>
          <p:nvPr/>
        </p:nvCxnSpPr>
        <p:spPr>
          <a:xfrm>
            <a:off x="6581713" y="2758500"/>
            <a:ext cx="0" cy="1145700"/>
          </a:xfrm>
          <a:prstGeom prst="straightConnector1">
            <a:avLst/>
          </a:prstGeom>
          <a:noFill/>
          <a:ln cap="flat" cmpd="sng" w="7150">
            <a:solidFill>
              <a:schemeClr val="dk2"/>
            </a:solidFill>
            <a:prstDash val="dot"/>
            <a:round/>
            <a:headEnd len="med" w="med" type="none"/>
            <a:tailEnd len="med" w="med" type="none"/>
          </a:ln>
        </p:spPr>
      </p:cxnSp>
      <p:sp>
        <p:nvSpPr>
          <p:cNvPr id="687" name="Google Shape;687;p43"/>
          <p:cNvSpPr txBox="1"/>
          <p:nvPr>
            <p:ph idx="2" type="subTitle"/>
          </p:nvPr>
        </p:nvSpPr>
        <p:spPr>
          <a:xfrm>
            <a:off x="663806" y="3044625"/>
            <a:ext cx="1787700" cy="795600"/>
          </a:xfrm>
          <a:prstGeom prst="rect">
            <a:avLst/>
          </a:prstGeom>
        </p:spPr>
        <p:txBody>
          <a:bodyPr anchorCtr="0" anchor="t" bIns="0" lIns="0" spcFirstLastPara="1" rIns="0" wrap="square" tIns="0">
            <a:noAutofit/>
          </a:bodyPr>
          <a:lstStyle>
            <a:lvl1pPr lvl="0" algn="ctr">
              <a:spcBef>
                <a:spcPts val="0"/>
              </a:spcBef>
              <a:spcAft>
                <a:spcPts val="0"/>
              </a:spcAft>
              <a:buNone/>
              <a:defRPr sz="1100"/>
            </a:lvl1pPr>
            <a:lvl2pPr lvl="1" algn="ctr">
              <a:spcBef>
                <a:spcPts val="400"/>
              </a:spcBef>
              <a:spcAft>
                <a:spcPts val="0"/>
              </a:spcAft>
              <a:buNone/>
              <a:defRPr sz="1100"/>
            </a:lvl2pPr>
            <a:lvl3pPr lvl="2" algn="ctr">
              <a:spcBef>
                <a:spcPts val="400"/>
              </a:spcBef>
              <a:spcAft>
                <a:spcPts val="0"/>
              </a:spcAft>
              <a:buNone/>
              <a:defRPr sz="1100"/>
            </a:lvl3pPr>
            <a:lvl4pPr lvl="3" algn="ctr">
              <a:spcBef>
                <a:spcPts val="400"/>
              </a:spcBef>
              <a:spcAft>
                <a:spcPts val="0"/>
              </a:spcAft>
              <a:buNone/>
              <a:defRPr sz="1100"/>
            </a:lvl4pPr>
            <a:lvl5pPr lvl="4" algn="ctr">
              <a:spcBef>
                <a:spcPts val="400"/>
              </a:spcBef>
              <a:spcAft>
                <a:spcPts val="0"/>
              </a:spcAft>
              <a:buNone/>
              <a:defRPr sz="1100"/>
            </a:lvl5pPr>
            <a:lvl6pPr lvl="5" algn="ctr">
              <a:spcBef>
                <a:spcPts val="400"/>
              </a:spcBef>
              <a:spcAft>
                <a:spcPts val="0"/>
              </a:spcAft>
              <a:buNone/>
              <a:defRPr sz="1100"/>
            </a:lvl6pPr>
            <a:lvl7pPr lvl="6" algn="ctr">
              <a:spcBef>
                <a:spcPts val="400"/>
              </a:spcBef>
              <a:spcAft>
                <a:spcPts val="0"/>
              </a:spcAft>
              <a:buNone/>
              <a:defRPr sz="1100"/>
            </a:lvl7pPr>
            <a:lvl8pPr lvl="7" algn="ctr">
              <a:spcBef>
                <a:spcPts val="400"/>
              </a:spcBef>
              <a:spcAft>
                <a:spcPts val="0"/>
              </a:spcAft>
              <a:buNone/>
              <a:defRPr sz="1100"/>
            </a:lvl8pPr>
            <a:lvl9pPr lvl="8" algn="ctr">
              <a:spcBef>
                <a:spcPts val="400"/>
              </a:spcBef>
              <a:spcAft>
                <a:spcPts val="400"/>
              </a:spcAft>
              <a:buNone/>
              <a:defRPr sz="1100"/>
            </a:lvl9pPr>
          </a:lstStyle>
          <a:p/>
        </p:txBody>
      </p:sp>
      <p:sp>
        <p:nvSpPr>
          <p:cNvPr id="688" name="Google Shape;688;p43"/>
          <p:cNvSpPr txBox="1"/>
          <p:nvPr>
            <p:ph idx="3" type="subTitle"/>
          </p:nvPr>
        </p:nvSpPr>
        <p:spPr>
          <a:xfrm>
            <a:off x="663788" y="2718263"/>
            <a:ext cx="1787700" cy="2844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689" name="Google Shape;689;p43"/>
          <p:cNvSpPr txBox="1"/>
          <p:nvPr>
            <p:ph idx="4" type="subTitle"/>
          </p:nvPr>
        </p:nvSpPr>
        <p:spPr>
          <a:xfrm>
            <a:off x="6692719" y="3044625"/>
            <a:ext cx="1787700" cy="795600"/>
          </a:xfrm>
          <a:prstGeom prst="rect">
            <a:avLst/>
          </a:prstGeom>
        </p:spPr>
        <p:txBody>
          <a:bodyPr anchorCtr="0" anchor="t" bIns="0" lIns="0" spcFirstLastPara="1" rIns="0" wrap="square" tIns="0">
            <a:noAutofit/>
          </a:bodyPr>
          <a:lstStyle>
            <a:lvl1pPr lvl="0" algn="ctr">
              <a:spcBef>
                <a:spcPts val="0"/>
              </a:spcBef>
              <a:spcAft>
                <a:spcPts val="0"/>
              </a:spcAft>
              <a:buNone/>
              <a:defRPr sz="1100"/>
            </a:lvl1pPr>
            <a:lvl2pPr lvl="1" algn="ctr">
              <a:spcBef>
                <a:spcPts val="400"/>
              </a:spcBef>
              <a:spcAft>
                <a:spcPts val="0"/>
              </a:spcAft>
              <a:buNone/>
              <a:defRPr sz="1100"/>
            </a:lvl2pPr>
            <a:lvl3pPr lvl="2" algn="ctr">
              <a:spcBef>
                <a:spcPts val="400"/>
              </a:spcBef>
              <a:spcAft>
                <a:spcPts val="0"/>
              </a:spcAft>
              <a:buNone/>
              <a:defRPr sz="1100"/>
            </a:lvl3pPr>
            <a:lvl4pPr lvl="3" algn="ctr">
              <a:spcBef>
                <a:spcPts val="400"/>
              </a:spcBef>
              <a:spcAft>
                <a:spcPts val="0"/>
              </a:spcAft>
              <a:buNone/>
              <a:defRPr sz="1100"/>
            </a:lvl4pPr>
            <a:lvl5pPr lvl="4" algn="ctr">
              <a:spcBef>
                <a:spcPts val="400"/>
              </a:spcBef>
              <a:spcAft>
                <a:spcPts val="0"/>
              </a:spcAft>
              <a:buNone/>
              <a:defRPr sz="1100"/>
            </a:lvl5pPr>
            <a:lvl6pPr lvl="5" algn="ctr">
              <a:spcBef>
                <a:spcPts val="400"/>
              </a:spcBef>
              <a:spcAft>
                <a:spcPts val="0"/>
              </a:spcAft>
              <a:buNone/>
              <a:defRPr sz="1100"/>
            </a:lvl6pPr>
            <a:lvl7pPr lvl="6" algn="ctr">
              <a:spcBef>
                <a:spcPts val="400"/>
              </a:spcBef>
              <a:spcAft>
                <a:spcPts val="0"/>
              </a:spcAft>
              <a:buNone/>
              <a:defRPr sz="1100"/>
            </a:lvl7pPr>
            <a:lvl8pPr lvl="7" algn="ctr">
              <a:spcBef>
                <a:spcPts val="400"/>
              </a:spcBef>
              <a:spcAft>
                <a:spcPts val="0"/>
              </a:spcAft>
              <a:buNone/>
              <a:defRPr sz="1100"/>
            </a:lvl8pPr>
            <a:lvl9pPr lvl="8" algn="ctr">
              <a:spcBef>
                <a:spcPts val="400"/>
              </a:spcBef>
              <a:spcAft>
                <a:spcPts val="400"/>
              </a:spcAft>
              <a:buNone/>
              <a:defRPr sz="1100"/>
            </a:lvl9pPr>
          </a:lstStyle>
          <a:p/>
        </p:txBody>
      </p:sp>
      <p:sp>
        <p:nvSpPr>
          <p:cNvPr id="690" name="Google Shape;690;p43"/>
          <p:cNvSpPr txBox="1"/>
          <p:nvPr>
            <p:ph idx="5" type="subTitle"/>
          </p:nvPr>
        </p:nvSpPr>
        <p:spPr>
          <a:xfrm>
            <a:off x="6692700" y="2718263"/>
            <a:ext cx="1787700" cy="2844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691" name="Google Shape;691;p43"/>
          <p:cNvSpPr txBox="1"/>
          <p:nvPr>
            <p:ph idx="6" type="subTitle"/>
          </p:nvPr>
        </p:nvSpPr>
        <p:spPr>
          <a:xfrm>
            <a:off x="4683081" y="3044625"/>
            <a:ext cx="1787700" cy="795600"/>
          </a:xfrm>
          <a:prstGeom prst="rect">
            <a:avLst/>
          </a:prstGeom>
        </p:spPr>
        <p:txBody>
          <a:bodyPr anchorCtr="0" anchor="t" bIns="0" lIns="0" spcFirstLastPara="1" rIns="0" wrap="square" tIns="0">
            <a:noAutofit/>
          </a:bodyPr>
          <a:lstStyle>
            <a:lvl1pPr lvl="0" algn="ctr">
              <a:spcBef>
                <a:spcPts val="0"/>
              </a:spcBef>
              <a:spcAft>
                <a:spcPts val="0"/>
              </a:spcAft>
              <a:buNone/>
              <a:defRPr sz="1100"/>
            </a:lvl1pPr>
            <a:lvl2pPr lvl="1" algn="ctr">
              <a:spcBef>
                <a:spcPts val="400"/>
              </a:spcBef>
              <a:spcAft>
                <a:spcPts val="0"/>
              </a:spcAft>
              <a:buNone/>
              <a:defRPr sz="1100"/>
            </a:lvl2pPr>
            <a:lvl3pPr lvl="2" algn="ctr">
              <a:spcBef>
                <a:spcPts val="400"/>
              </a:spcBef>
              <a:spcAft>
                <a:spcPts val="0"/>
              </a:spcAft>
              <a:buNone/>
              <a:defRPr sz="1100"/>
            </a:lvl3pPr>
            <a:lvl4pPr lvl="3" algn="ctr">
              <a:spcBef>
                <a:spcPts val="400"/>
              </a:spcBef>
              <a:spcAft>
                <a:spcPts val="0"/>
              </a:spcAft>
              <a:buNone/>
              <a:defRPr sz="1100"/>
            </a:lvl4pPr>
            <a:lvl5pPr lvl="4" algn="ctr">
              <a:spcBef>
                <a:spcPts val="400"/>
              </a:spcBef>
              <a:spcAft>
                <a:spcPts val="0"/>
              </a:spcAft>
              <a:buNone/>
              <a:defRPr sz="1100"/>
            </a:lvl5pPr>
            <a:lvl6pPr lvl="5" algn="ctr">
              <a:spcBef>
                <a:spcPts val="400"/>
              </a:spcBef>
              <a:spcAft>
                <a:spcPts val="0"/>
              </a:spcAft>
              <a:buNone/>
              <a:defRPr sz="1100"/>
            </a:lvl6pPr>
            <a:lvl7pPr lvl="6" algn="ctr">
              <a:spcBef>
                <a:spcPts val="400"/>
              </a:spcBef>
              <a:spcAft>
                <a:spcPts val="0"/>
              </a:spcAft>
              <a:buNone/>
              <a:defRPr sz="1100"/>
            </a:lvl7pPr>
            <a:lvl8pPr lvl="7" algn="ctr">
              <a:spcBef>
                <a:spcPts val="400"/>
              </a:spcBef>
              <a:spcAft>
                <a:spcPts val="0"/>
              </a:spcAft>
              <a:buNone/>
              <a:defRPr sz="1100"/>
            </a:lvl8pPr>
            <a:lvl9pPr lvl="8" algn="ctr">
              <a:spcBef>
                <a:spcPts val="400"/>
              </a:spcBef>
              <a:spcAft>
                <a:spcPts val="400"/>
              </a:spcAft>
              <a:buNone/>
              <a:defRPr sz="1100"/>
            </a:lvl9pPr>
          </a:lstStyle>
          <a:p/>
        </p:txBody>
      </p:sp>
      <p:sp>
        <p:nvSpPr>
          <p:cNvPr id="692" name="Google Shape;692;p43"/>
          <p:cNvSpPr txBox="1"/>
          <p:nvPr>
            <p:ph idx="7" type="subTitle"/>
          </p:nvPr>
        </p:nvSpPr>
        <p:spPr>
          <a:xfrm>
            <a:off x="4683063" y="2718263"/>
            <a:ext cx="1787700" cy="2844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693" name="Google Shape;693;p43"/>
          <p:cNvSpPr txBox="1"/>
          <p:nvPr>
            <p:ph idx="8" type="subTitle"/>
          </p:nvPr>
        </p:nvSpPr>
        <p:spPr>
          <a:xfrm>
            <a:off x="2673444" y="3044625"/>
            <a:ext cx="1787700" cy="795600"/>
          </a:xfrm>
          <a:prstGeom prst="rect">
            <a:avLst/>
          </a:prstGeom>
        </p:spPr>
        <p:txBody>
          <a:bodyPr anchorCtr="0" anchor="t" bIns="0" lIns="0" spcFirstLastPara="1" rIns="0" wrap="square" tIns="0">
            <a:noAutofit/>
          </a:bodyPr>
          <a:lstStyle>
            <a:lvl1pPr lvl="0" algn="ctr">
              <a:spcBef>
                <a:spcPts val="0"/>
              </a:spcBef>
              <a:spcAft>
                <a:spcPts val="0"/>
              </a:spcAft>
              <a:buNone/>
              <a:defRPr sz="1100"/>
            </a:lvl1pPr>
            <a:lvl2pPr lvl="1" algn="ctr">
              <a:spcBef>
                <a:spcPts val="400"/>
              </a:spcBef>
              <a:spcAft>
                <a:spcPts val="0"/>
              </a:spcAft>
              <a:buNone/>
              <a:defRPr sz="1100"/>
            </a:lvl2pPr>
            <a:lvl3pPr lvl="2" algn="ctr">
              <a:spcBef>
                <a:spcPts val="400"/>
              </a:spcBef>
              <a:spcAft>
                <a:spcPts val="0"/>
              </a:spcAft>
              <a:buNone/>
              <a:defRPr sz="1100"/>
            </a:lvl3pPr>
            <a:lvl4pPr lvl="3" algn="ctr">
              <a:spcBef>
                <a:spcPts val="400"/>
              </a:spcBef>
              <a:spcAft>
                <a:spcPts val="0"/>
              </a:spcAft>
              <a:buNone/>
              <a:defRPr sz="1100"/>
            </a:lvl4pPr>
            <a:lvl5pPr lvl="4" algn="ctr">
              <a:spcBef>
                <a:spcPts val="400"/>
              </a:spcBef>
              <a:spcAft>
                <a:spcPts val="0"/>
              </a:spcAft>
              <a:buNone/>
              <a:defRPr sz="1100"/>
            </a:lvl5pPr>
            <a:lvl6pPr lvl="5" algn="ctr">
              <a:spcBef>
                <a:spcPts val="400"/>
              </a:spcBef>
              <a:spcAft>
                <a:spcPts val="0"/>
              </a:spcAft>
              <a:buNone/>
              <a:defRPr sz="1100"/>
            </a:lvl6pPr>
            <a:lvl7pPr lvl="6" algn="ctr">
              <a:spcBef>
                <a:spcPts val="400"/>
              </a:spcBef>
              <a:spcAft>
                <a:spcPts val="0"/>
              </a:spcAft>
              <a:buNone/>
              <a:defRPr sz="1100"/>
            </a:lvl7pPr>
            <a:lvl8pPr lvl="7" algn="ctr">
              <a:spcBef>
                <a:spcPts val="400"/>
              </a:spcBef>
              <a:spcAft>
                <a:spcPts val="0"/>
              </a:spcAft>
              <a:buNone/>
              <a:defRPr sz="1100"/>
            </a:lvl8pPr>
            <a:lvl9pPr lvl="8" algn="ctr">
              <a:spcBef>
                <a:spcPts val="400"/>
              </a:spcBef>
              <a:spcAft>
                <a:spcPts val="400"/>
              </a:spcAft>
              <a:buNone/>
              <a:defRPr sz="1100"/>
            </a:lvl9pPr>
          </a:lstStyle>
          <a:p/>
        </p:txBody>
      </p:sp>
      <p:sp>
        <p:nvSpPr>
          <p:cNvPr id="694" name="Google Shape;694;p43"/>
          <p:cNvSpPr txBox="1"/>
          <p:nvPr>
            <p:ph idx="9" type="subTitle"/>
          </p:nvPr>
        </p:nvSpPr>
        <p:spPr>
          <a:xfrm>
            <a:off x="2673425" y="2718263"/>
            <a:ext cx="1787700" cy="2844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695" name="Google Shape;695;p43"/>
          <p:cNvSpPr txBox="1"/>
          <p:nvPr>
            <p:ph idx="13"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696" name="Google Shape;696;p43"/>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697" name="Google Shape;697;p43"/>
          <p:cNvSpPr txBox="1"/>
          <p:nvPr>
            <p:ph idx="14"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left">
  <p:cSld name="CUSTOM_4_4">
    <p:spTree>
      <p:nvGrpSpPr>
        <p:cNvPr id="698" name="Shape 698"/>
        <p:cNvGrpSpPr/>
        <p:nvPr/>
      </p:nvGrpSpPr>
      <p:grpSpPr>
        <a:xfrm>
          <a:off x="0" y="0"/>
          <a:ext cx="0" cy="0"/>
          <a:chOff x="0" y="0"/>
          <a:chExt cx="0" cy="0"/>
        </a:xfrm>
      </p:grpSpPr>
      <p:sp>
        <p:nvSpPr>
          <p:cNvPr id="699" name="Google Shape;699;p44"/>
          <p:cNvSpPr txBox="1"/>
          <p:nvPr>
            <p:ph idx="1" type="subTitle"/>
          </p:nvPr>
        </p:nvSpPr>
        <p:spPr>
          <a:xfrm>
            <a:off x="663788" y="2519025"/>
            <a:ext cx="2469000" cy="1485600"/>
          </a:xfrm>
          <a:prstGeom prst="rect">
            <a:avLst/>
          </a:prstGeom>
        </p:spPr>
        <p:txBody>
          <a:bodyPr anchorCtr="0" anchor="t" bIns="0" lIns="0" spcFirstLastPara="1" rIns="0" wrap="square" tIns="0">
            <a:noAutofit/>
          </a:bodyPr>
          <a:lstStyle>
            <a:lvl1pPr lvl="0">
              <a:lnSpc>
                <a:spcPct val="150000"/>
              </a:lnSpc>
              <a:spcBef>
                <a:spcPts val="0"/>
              </a:spcBef>
              <a:spcAft>
                <a:spcPts val="0"/>
              </a:spcAft>
              <a:buNone/>
              <a:defRPr>
                <a:solidFill>
                  <a:schemeClr val="accent1"/>
                </a:solidFill>
              </a:defRPr>
            </a:lvl1pPr>
            <a:lvl2pPr lvl="1">
              <a:lnSpc>
                <a:spcPct val="150000"/>
              </a:lnSpc>
              <a:spcBef>
                <a:spcPts val="400"/>
              </a:spcBef>
              <a:spcAft>
                <a:spcPts val="0"/>
              </a:spcAft>
              <a:buNone/>
              <a:defRPr>
                <a:solidFill>
                  <a:schemeClr val="accent1"/>
                </a:solidFill>
              </a:defRPr>
            </a:lvl2pPr>
            <a:lvl3pPr lvl="2">
              <a:lnSpc>
                <a:spcPct val="150000"/>
              </a:lnSpc>
              <a:spcBef>
                <a:spcPts val="400"/>
              </a:spcBef>
              <a:spcAft>
                <a:spcPts val="0"/>
              </a:spcAft>
              <a:buNone/>
              <a:defRPr>
                <a:solidFill>
                  <a:schemeClr val="accent1"/>
                </a:solidFill>
              </a:defRPr>
            </a:lvl3pPr>
            <a:lvl4pPr lvl="3">
              <a:lnSpc>
                <a:spcPct val="150000"/>
              </a:lnSpc>
              <a:spcBef>
                <a:spcPts val="400"/>
              </a:spcBef>
              <a:spcAft>
                <a:spcPts val="0"/>
              </a:spcAft>
              <a:buNone/>
              <a:defRPr>
                <a:solidFill>
                  <a:schemeClr val="accent1"/>
                </a:solidFill>
              </a:defRPr>
            </a:lvl4pPr>
            <a:lvl5pPr lvl="4">
              <a:lnSpc>
                <a:spcPct val="150000"/>
              </a:lnSpc>
              <a:spcBef>
                <a:spcPts val="400"/>
              </a:spcBef>
              <a:spcAft>
                <a:spcPts val="0"/>
              </a:spcAft>
              <a:buNone/>
              <a:defRPr>
                <a:solidFill>
                  <a:schemeClr val="accent1"/>
                </a:solidFill>
              </a:defRPr>
            </a:lvl5pPr>
            <a:lvl6pPr lvl="5">
              <a:lnSpc>
                <a:spcPct val="150000"/>
              </a:lnSpc>
              <a:spcBef>
                <a:spcPts val="400"/>
              </a:spcBef>
              <a:spcAft>
                <a:spcPts val="0"/>
              </a:spcAft>
              <a:buNone/>
              <a:defRPr>
                <a:solidFill>
                  <a:schemeClr val="accent1"/>
                </a:solidFill>
              </a:defRPr>
            </a:lvl6pPr>
            <a:lvl7pPr lvl="6">
              <a:lnSpc>
                <a:spcPct val="150000"/>
              </a:lnSpc>
              <a:spcBef>
                <a:spcPts val="400"/>
              </a:spcBef>
              <a:spcAft>
                <a:spcPts val="0"/>
              </a:spcAft>
              <a:buNone/>
              <a:defRPr>
                <a:solidFill>
                  <a:schemeClr val="accent1"/>
                </a:solidFill>
              </a:defRPr>
            </a:lvl7pPr>
            <a:lvl8pPr lvl="7">
              <a:lnSpc>
                <a:spcPct val="150000"/>
              </a:lnSpc>
              <a:spcBef>
                <a:spcPts val="400"/>
              </a:spcBef>
              <a:spcAft>
                <a:spcPts val="0"/>
              </a:spcAft>
              <a:buNone/>
              <a:defRPr>
                <a:solidFill>
                  <a:schemeClr val="accent1"/>
                </a:solidFill>
              </a:defRPr>
            </a:lvl8pPr>
            <a:lvl9pPr lvl="8">
              <a:lnSpc>
                <a:spcPct val="150000"/>
              </a:lnSpc>
              <a:spcBef>
                <a:spcPts val="400"/>
              </a:spcBef>
              <a:spcAft>
                <a:spcPts val="400"/>
              </a:spcAft>
              <a:buNone/>
              <a:defRPr>
                <a:solidFill>
                  <a:schemeClr val="accent1"/>
                </a:solidFill>
              </a:defRPr>
            </a:lvl9pPr>
          </a:lstStyle>
          <a:p/>
        </p:txBody>
      </p:sp>
      <p:sp>
        <p:nvSpPr>
          <p:cNvPr id="700" name="Google Shape;700;p44"/>
          <p:cNvSpPr txBox="1"/>
          <p:nvPr>
            <p:ph type="title"/>
          </p:nvPr>
        </p:nvSpPr>
        <p:spPr>
          <a:xfrm>
            <a:off x="663788" y="930525"/>
            <a:ext cx="3086100" cy="14856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800"/>
            </a:lvl1pPr>
            <a:lvl2pPr lvl="1">
              <a:lnSpc>
                <a:spcPct val="140000"/>
              </a:lnSpc>
              <a:spcBef>
                <a:spcPts val="0"/>
              </a:spcBef>
              <a:spcAft>
                <a:spcPts val="0"/>
              </a:spcAft>
              <a:buNone/>
              <a:defRPr sz="1800"/>
            </a:lvl2pPr>
            <a:lvl3pPr lvl="2">
              <a:lnSpc>
                <a:spcPct val="140000"/>
              </a:lnSpc>
              <a:spcBef>
                <a:spcPts val="0"/>
              </a:spcBef>
              <a:spcAft>
                <a:spcPts val="0"/>
              </a:spcAft>
              <a:buNone/>
              <a:defRPr sz="1800"/>
            </a:lvl3pPr>
            <a:lvl4pPr lvl="3">
              <a:lnSpc>
                <a:spcPct val="140000"/>
              </a:lnSpc>
              <a:spcBef>
                <a:spcPts val="0"/>
              </a:spcBef>
              <a:spcAft>
                <a:spcPts val="0"/>
              </a:spcAft>
              <a:buNone/>
              <a:defRPr sz="1800"/>
            </a:lvl4pPr>
            <a:lvl5pPr lvl="4">
              <a:lnSpc>
                <a:spcPct val="140000"/>
              </a:lnSpc>
              <a:spcBef>
                <a:spcPts val="0"/>
              </a:spcBef>
              <a:spcAft>
                <a:spcPts val="0"/>
              </a:spcAft>
              <a:buNone/>
              <a:defRPr sz="1800"/>
            </a:lvl5pPr>
            <a:lvl6pPr lvl="5">
              <a:lnSpc>
                <a:spcPct val="140000"/>
              </a:lnSpc>
              <a:spcBef>
                <a:spcPts val="0"/>
              </a:spcBef>
              <a:spcAft>
                <a:spcPts val="0"/>
              </a:spcAft>
              <a:buNone/>
              <a:defRPr sz="1800"/>
            </a:lvl6pPr>
            <a:lvl7pPr lvl="6">
              <a:lnSpc>
                <a:spcPct val="140000"/>
              </a:lnSpc>
              <a:spcBef>
                <a:spcPts val="0"/>
              </a:spcBef>
              <a:spcAft>
                <a:spcPts val="0"/>
              </a:spcAft>
              <a:buNone/>
              <a:defRPr sz="1800"/>
            </a:lvl7pPr>
            <a:lvl8pPr lvl="7">
              <a:lnSpc>
                <a:spcPct val="140000"/>
              </a:lnSpc>
              <a:spcBef>
                <a:spcPts val="0"/>
              </a:spcBef>
              <a:spcAft>
                <a:spcPts val="0"/>
              </a:spcAft>
              <a:buNone/>
              <a:defRPr sz="1800"/>
            </a:lvl8pPr>
            <a:lvl9pPr lvl="8">
              <a:lnSpc>
                <a:spcPct val="140000"/>
              </a:lnSpc>
              <a:spcBef>
                <a:spcPts val="0"/>
              </a:spcBef>
              <a:spcAft>
                <a:spcPts val="0"/>
              </a:spcAft>
              <a:buNone/>
              <a:defRPr sz="1800"/>
            </a:lvl9pPr>
          </a:lstStyle>
          <a:p/>
        </p:txBody>
      </p:sp>
      <p:sp>
        <p:nvSpPr>
          <p:cNvPr id="701" name="Google Shape;701;p44"/>
          <p:cNvSpPr txBox="1"/>
          <p:nvPr>
            <p:ph idx="2"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cxnSp>
        <p:nvCxnSpPr>
          <p:cNvPr id="702" name="Google Shape;702;p44"/>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703" name="Google Shape;703;p44"/>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704" name="Google Shape;704;p44"/>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05" name="Google Shape;705;p44"/>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706" name="Google Shape;706;p44"/>
          <p:cNvSpPr txBox="1"/>
          <p:nvPr>
            <p:ph idx="3"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707" name="Google Shape;707;p44"/>
          <p:cNvSpPr txBox="1"/>
          <p:nvPr>
            <p:ph idx="4" type="subTitle"/>
          </p:nvPr>
        </p:nvSpPr>
        <p:spPr>
          <a:xfrm>
            <a:off x="5143013" y="1233038"/>
            <a:ext cx="3495600" cy="664800"/>
          </a:xfrm>
          <a:prstGeom prst="rect">
            <a:avLst/>
          </a:prstGeom>
        </p:spPr>
        <p:txBody>
          <a:bodyPr anchorCtr="0" anchor="t" bIns="0" lIns="0" spcFirstLastPara="1" rIns="0" wrap="square" tIns="0">
            <a:noAutofit/>
          </a:bodyPr>
          <a:lstStyle>
            <a:lvl1pPr lvl="0">
              <a:spcBef>
                <a:spcPts val="0"/>
              </a:spcBef>
              <a:spcAft>
                <a:spcPts val="0"/>
              </a:spcAft>
              <a:buNone/>
              <a:defRPr sz="1100"/>
            </a:lvl1pPr>
            <a:lvl2pPr lvl="1">
              <a:spcBef>
                <a:spcPts val="400"/>
              </a:spcBef>
              <a:spcAft>
                <a:spcPts val="0"/>
              </a:spcAft>
              <a:buNone/>
              <a:defRPr sz="1100"/>
            </a:lvl2pPr>
            <a:lvl3pPr lvl="2">
              <a:spcBef>
                <a:spcPts val="400"/>
              </a:spcBef>
              <a:spcAft>
                <a:spcPts val="0"/>
              </a:spcAft>
              <a:buNone/>
              <a:defRPr sz="1100"/>
            </a:lvl3pPr>
            <a:lvl4pPr lvl="3">
              <a:spcBef>
                <a:spcPts val="400"/>
              </a:spcBef>
              <a:spcAft>
                <a:spcPts val="0"/>
              </a:spcAft>
              <a:buNone/>
              <a:defRPr sz="1100"/>
            </a:lvl4pPr>
            <a:lvl5pPr lvl="4">
              <a:spcBef>
                <a:spcPts val="400"/>
              </a:spcBef>
              <a:spcAft>
                <a:spcPts val="0"/>
              </a:spcAft>
              <a:buNone/>
              <a:defRPr sz="1100"/>
            </a:lvl5pPr>
            <a:lvl6pPr lvl="5">
              <a:spcBef>
                <a:spcPts val="400"/>
              </a:spcBef>
              <a:spcAft>
                <a:spcPts val="0"/>
              </a:spcAft>
              <a:buNone/>
              <a:defRPr sz="1100"/>
            </a:lvl6pPr>
            <a:lvl7pPr lvl="6">
              <a:spcBef>
                <a:spcPts val="400"/>
              </a:spcBef>
              <a:spcAft>
                <a:spcPts val="0"/>
              </a:spcAft>
              <a:buNone/>
              <a:defRPr sz="1100"/>
            </a:lvl7pPr>
            <a:lvl8pPr lvl="7">
              <a:spcBef>
                <a:spcPts val="400"/>
              </a:spcBef>
              <a:spcAft>
                <a:spcPts val="0"/>
              </a:spcAft>
              <a:buNone/>
              <a:defRPr sz="1100"/>
            </a:lvl8pPr>
            <a:lvl9pPr lvl="8">
              <a:spcBef>
                <a:spcPts val="400"/>
              </a:spcBef>
              <a:spcAft>
                <a:spcPts val="400"/>
              </a:spcAft>
              <a:buNone/>
              <a:defRPr sz="1100"/>
            </a:lvl9pPr>
          </a:lstStyle>
          <a:p/>
        </p:txBody>
      </p:sp>
      <p:sp>
        <p:nvSpPr>
          <p:cNvPr id="708" name="Google Shape;708;p44"/>
          <p:cNvSpPr txBox="1"/>
          <p:nvPr>
            <p:ph idx="5" type="subTitle"/>
          </p:nvPr>
        </p:nvSpPr>
        <p:spPr>
          <a:xfrm>
            <a:off x="5143013" y="930525"/>
            <a:ext cx="3495600" cy="2607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709" name="Google Shape;709;p44"/>
          <p:cNvSpPr txBox="1"/>
          <p:nvPr>
            <p:ph idx="6" type="subTitle"/>
          </p:nvPr>
        </p:nvSpPr>
        <p:spPr>
          <a:xfrm>
            <a:off x="5143013" y="2373094"/>
            <a:ext cx="3495600" cy="664800"/>
          </a:xfrm>
          <a:prstGeom prst="rect">
            <a:avLst/>
          </a:prstGeom>
        </p:spPr>
        <p:txBody>
          <a:bodyPr anchorCtr="0" anchor="t" bIns="0" lIns="0" spcFirstLastPara="1" rIns="0" wrap="square" tIns="0">
            <a:noAutofit/>
          </a:bodyPr>
          <a:lstStyle>
            <a:lvl1pPr lvl="0">
              <a:spcBef>
                <a:spcPts val="0"/>
              </a:spcBef>
              <a:spcAft>
                <a:spcPts val="0"/>
              </a:spcAft>
              <a:buNone/>
              <a:defRPr sz="1100"/>
            </a:lvl1pPr>
            <a:lvl2pPr lvl="1">
              <a:spcBef>
                <a:spcPts val="400"/>
              </a:spcBef>
              <a:spcAft>
                <a:spcPts val="0"/>
              </a:spcAft>
              <a:buNone/>
              <a:defRPr sz="1100"/>
            </a:lvl2pPr>
            <a:lvl3pPr lvl="2">
              <a:spcBef>
                <a:spcPts val="400"/>
              </a:spcBef>
              <a:spcAft>
                <a:spcPts val="0"/>
              </a:spcAft>
              <a:buNone/>
              <a:defRPr sz="1100"/>
            </a:lvl3pPr>
            <a:lvl4pPr lvl="3">
              <a:spcBef>
                <a:spcPts val="400"/>
              </a:spcBef>
              <a:spcAft>
                <a:spcPts val="0"/>
              </a:spcAft>
              <a:buNone/>
              <a:defRPr sz="1100"/>
            </a:lvl4pPr>
            <a:lvl5pPr lvl="4">
              <a:spcBef>
                <a:spcPts val="400"/>
              </a:spcBef>
              <a:spcAft>
                <a:spcPts val="0"/>
              </a:spcAft>
              <a:buNone/>
              <a:defRPr sz="1100"/>
            </a:lvl5pPr>
            <a:lvl6pPr lvl="5">
              <a:spcBef>
                <a:spcPts val="400"/>
              </a:spcBef>
              <a:spcAft>
                <a:spcPts val="0"/>
              </a:spcAft>
              <a:buNone/>
              <a:defRPr sz="1100"/>
            </a:lvl6pPr>
            <a:lvl7pPr lvl="6">
              <a:spcBef>
                <a:spcPts val="400"/>
              </a:spcBef>
              <a:spcAft>
                <a:spcPts val="0"/>
              </a:spcAft>
              <a:buNone/>
              <a:defRPr sz="1100"/>
            </a:lvl7pPr>
            <a:lvl8pPr lvl="7">
              <a:spcBef>
                <a:spcPts val="400"/>
              </a:spcBef>
              <a:spcAft>
                <a:spcPts val="0"/>
              </a:spcAft>
              <a:buNone/>
              <a:defRPr sz="1100"/>
            </a:lvl8pPr>
            <a:lvl9pPr lvl="8">
              <a:spcBef>
                <a:spcPts val="400"/>
              </a:spcBef>
              <a:spcAft>
                <a:spcPts val="400"/>
              </a:spcAft>
              <a:buNone/>
              <a:defRPr sz="1100"/>
            </a:lvl9pPr>
          </a:lstStyle>
          <a:p/>
        </p:txBody>
      </p:sp>
      <p:sp>
        <p:nvSpPr>
          <p:cNvPr id="710" name="Google Shape;710;p44"/>
          <p:cNvSpPr txBox="1"/>
          <p:nvPr>
            <p:ph idx="7" type="subTitle"/>
          </p:nvPr>
        </p:nvSpPr>
        <p:spPr>
          <a:xfrm>
            <a:off x="5143013" y="2070581"/>
            <a:ext cx="3495600" cy="2607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711" name="Google Shape;711;p44"/>
          <p:cNvSpPr txBox="1"/>
          <p:nvPr>
            <p:ph idx="8" type="subTitle"/>
          </p:nvPr>
        </p:nvSpPr>
        <p:spPr>
          <a:xfrm>
            <a:off x="5143013" y="3513150"/>
            <a:ext cx="3495600" cy="664800"/>
          </a:xfrm>
          <a:prstGeom prst="rect">
            <a:avLst/>
          </a:prstGeom>
        </p:spPr>
        <p:txBody>
          <a:bodyPr anchorCtr="0" anchor="t" bIns="0" lIns="0" spcFirstLastPara="1" rIns="0" wrap="square" tIns="0">
            <a:noAutofit/>
          </a:bodyPr>
          <a:lstStyle>
            <a:lvl1pPr lvl="0">
              <a:spcBef>
                <a:spcPts val="0"/>
              </a:spcBef>
              <a:spcAft>
                <a:spcPts val="0"/>
              </a:spcAft>
              <a:buNone/>
              <a:defRPr sz="1100"/>
            </a:lvl1pPr>
            <a:lvl2pPr lvl="1">
              <a:spcBef>
                <a:spcPts val="400"/>
              </a:spcBef>
              <a:spcAft>
                <a:spcPts val="0"/>
              </a:spcAft>
              <a:buNone/>
              <a:defRPr sz="1100"/>
            </a:lvl2pPr>
            <a:lvl3pPr lvl="2">
              <a:spcBef>
                <a:spcPts val="400"/>
              </a:spcBef>
              <a:spcAft>
                <a:spcPts val="0"/>
              </a:spcAft>
              <a:buNone/>
              <a:defRPr sz="1100"/>
            </a:lvl3pPr>
            <a:lvl4pPr lvl="3">
              <a:spcBef>
                <a:spcPts val="400"/>
              </a:spcBef>
              <a:spcAft>
                <a:spcPts val="0"/>
              </a:spcAft>
              <a:buNone/>
              <a:defRPr sz="1100"/>
            </a:lvl4pPr>
            <a:lvl5pPr lvl="4">
              <a:spcBef>
                <a:spcPts val="400"/>
              </a:spcBef>
              <a:spcAft>
                <a:spcPts val="0"/>
              </a:spcAft>
              <a:buNone/>
              <a:defRPr sz="1100"/>
            </a:lvl5pPr>
            <a:lvl6pPr lvl="5">
              <a:spcBef>
                <a:spcPts val="400"/>
              </a:spcBef>
              <a:spcAft>
                <a:spcPts val="0"/>
              </a:spcAft>
              <a:buNone/>
              <a:defRPr sz="1100"/>
            </a:lvl6pPr>
            <a:lvl7pPr lvl="6">
              <a:spcBef>
                <a:spcPts val="400"/>
              </a:spcBef>
              <a:spcAft>
                <a:spcPts val="0"/>
              </a:spcAft>
              <a:buNone/>
              <a:defRPr sz="1100"/>
            </a:lvl7pPr>
            <a:lvl8pPr lvl="7">
              <a:spcBef>
                <a:spcPts val="400"/>
              </a:spcBef>
              <a:spcAft>
                <a:spcPts val="0"/>
              </a:spcAft>
              <a:buNone/>
              <a:defRPr sz="1100"/>
            </a:lvl8pPr>
            <a:lvl9pPr lvl="8">
              <a:spcBef>
                <a:spcPts val="400"/>
              </a:spcBef>
              <a:spcAft>
                <a:spcPts val="400"/>
              </a:spcAft>
              <a:buNone/>
              <a:defRPr sz="1100"/>
            </a:lvl9pPr>
          </a:lstStyle>
          <a:p/>
        </p:txBody>
      </p:sp>
      <p:sp>
        <p:nvSpPr>
          <p:cNvPr id="712" name="Google Shape;712;p44"/>
          <p:cNvSpPr txBox="1"/>
          <p:nvPr>
            <p:ph idx="9" type="subTitle"/>
          </p:nvPr>
        </p:nvSpPr>
        <p:spPr>
          <a:xfrm>
            <a:off x="5143013" y="3210638"/>
            <a:ext cx="3495600" cy="2607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p:cSld name="CUSTOM_4_3">
    <p:spTree>
      <p:nvGrpSpPr>
        <p:cNvPr id="713" name="Shape 713"/>
        <p:cNvGrpSpPr/>
        <p:nvPr/>
      </p:nvGrpSpPr>
      <p:grpSpPr>
        <a:xfrm>
          <a:off x="0" y="0"/>
          <a:ext cx="0" cy="0"/>
          <a:chOff x="0" y="0"/>
          <a:chExt cx="0" cy="0"/>
        </a:xfrm>
      </p:grpSpPr>
      <p:cxnSp>
        <p:nvCxnSpPr>
          <p:cNvPr id="714" name="Google Shape;714;p45"/>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715" name="Google Shape;715;p45"/>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716" name="Google Shape;716;p45"/>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17" name="Google Shape;717;p45"/>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718" name="Google Shape;718;p45"/>
          <p:cNvSpPr txBox="1"/>
          <p:nvPr>
            <p:ph idx="1"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cxnSp>
        <p:nvCxnSpPr>
          <p:cNvPr id="719" name="Google Shape;719;p45"/>
          <p:cNvCxnSpPr/>
          <p:nvPr/>
        </p:nvCxnSpPr>
        <p:spPr>
          <a:xfrm>
            <a:off x="3229613" y="3172294"/>
            <a:ext cx="0" cy="1168200"/>
          </a:xfrm>
          <a:prstGeom prst="straightConnector1">
            <a:avLst/>
          </a:prstGeom>
          <a:noFill/>
          <a:ln cap="flat" cmpd="sng" w="7150">
            <a:solidFill>
              <a:schemeClr val="dk2"/>
            </a:solidFill>
            <a:prstDash val="dot"/>
            <a:round/>
            <a:headEnd len="med" w="med" type="none"/>
            <a:tailEnd len="med" w="med" type="none"/>
          </a:ln>
        </p:spPr>
      </p:cxnSp>
      <p:cxnSp>
        <p:nvCxnSpPr>
          <p:cNvPr id="720" name="Google Shape;720;p45"/>
          <p:cNvCxnSpPr/>
          <p:nvPr/>
        </p:nvCxnSpPr>
        <p:spPr>
          <a:xfrm>
            <a:off x="5914388" y="3172294"/>
            <a:ext cx="0" cy="1168200"/>
          </a:xfrm>
          <a:prstGeom prst="straightConnector1">
            <a:avLst/>
          </a:prstGeom>
          <a:noFill/>
          <a:ln cap="flat" cmpd="sng" w="7150">
            <a:solidFill>
              <a:schemeClr val="dk2"/>
            </a:solidFill>
            <a:prstDash val="dot"/>
            <a:round/>
            <a:headEnd len="med" w="med" type="none"/>
            <a:tailEnd len="med" w="med" type="none"/>
          </a:ln>
        </p:spPr>
      </p:cxnSp>
      <p:sp>
        <p:nvSpPr>
          <p:cNvPr id="721" name="Google Shape;721;p45"/>
          <p:cNvSpPr txBox="1"/>
          <p:nvPr>
            <p:ph idx="2" type="subTitle"/>
          </p:nvPr>
        </p:nvSpPr>
        <p:spPr>
          <a:xfrm>
            <a:off x="3351225" y="3172294"/>
            <a:ext cx="2441400" cy="2415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722" name="Google Shape;722;p45"/>
          <p:cNvSpPr txBox="1"/>
          <p:nvPr>
            <p:ph idx="3" type="subTitle"/>
          </p:nvPr>
        </p:nvSpPr>
        <p:spPr>
          <a:xfrm>
            <a:off x="3351300" y="3539213"/>
            <a:ext cx="2441400" cy="686400"/>
          </a:xfrm>
          <a:prstGeom prst="rect">
            <a:avLst/>
          </a:prstGeom>
        </p:spPr>
        <p:txBody>
          <a:bodyPr anchorCtr="0" anchor="t" bIns="0" lIns="0" spcFirstLastPara="1" rIns="0" wrap="square" tIns="0">
            <a:noAutofit/>
          </a:bodyPr>
          <a:lstStyle>
            <a:lvl1pPr lvl="0" algn="ctr">
              <a:spcBef>
                <a:spcPts val="0"/>
              </a:spcBef>
              <a:spcAft>
                <a:spcPts val="0"/>
              </a:spcAft>
              <a:buNone/>
              <a:defRPr sz="1100"/>
            </a:lvl1pPr>
            <a:lvl2pPr lvl="1" algn="ctr">
              <a:spcBef>
                <a:spcPts val="400"/>
              </a:spcBef>
              <a:spcAft>
                <a:spcPts val="0"/>
              </a:spcAft>
              <a:buNone/>
              <a:defRPr sz="1100"/>
            </a:lvl2pPr>
            <a:lvl3pPr lvl="2" algn="ctr">
              <a:spcBef>
                <a:spcPts val="400"/>
              </a:spcBef>
              <a:spcAft>
                <a:spcPts val="0"/>
              </a:spcAft>
              <a:buNone/>
              <a:defRPr sz="1100"/>
            </a:lvl3pPr>
            <a:lvl4pPr lvl="3" algn="ctr">
              <a:spcBef>
                <a:spcPts val="400"/>
              </a:spcBef>
              <a:spcAft>
                <a:spcPts val="0"/>
              </a:spcAft>
              <a:buNone/>
              <a:defRPr sz="1100"/>
            </a:lvl4pPr>
            <a:lvl5pPr lvl="4" algn="ctr">
              <a:spcBef>
                <a:spcPts val="400"/>
              </a:spcBef>
              <a:spcAft>
                <a:spcPts val="0"/>
              </a:spcAft>
              <a:buNone/>
              <a:defRPr sz="1100"/>
            </a:lvl5pPr>
            <a:lvl6pPr lvl="5" algn="ctr">
              <a:spcBef>
                <a:spcPts val="400"/>
              </a:spcBef>
              <a:spcAft>
                <a:spcPts val="0"/>
              </a:spcAft>
              <a:buNone/>
              <a:defRPr sz="1100"/>
            </a:lvl6pPr>
            <a:lvl7pPr lvl="6" algn="ctr">
              <a:spcBef>
                <a:spcPts val="400"/>
              </a:spcBef>
              <a:spcAft>
                <a:spcPts val="0"/>
              </a:spcAft>
              <a:buNone/>
              <a:defRPr sz="1100"/>
            </a:lvl7pPr>
            <a:lvl8pPr lvl="7" algn="ctr">
              <a:spcBef>
                <a:spcPts val="400"/>
              </a:spcBef>
              <a:spcAft>
                <a:spcPts val="0"/>
              </a:spcAft>
              <a:buNone/>
              <a:defRPr sz="1100"/>
            </a:lvl8pPr>
            <a:lvl9pPr lvl="8" algn="ctr">
              <a:spcBef>
                <a:spcPts val="400"/>
              </a:spcBef>
              <a:spcAft>
                <a:spcPts val="400"/>
              </a:spcAft>
              <a:buNone/>
              <a:defRPr sz="1100"/>
            </a:lvl9pPr>
          </a:lstStyle>
          <a:p/>
        </p:txBody>
      </p:sp>
      <p:sp>
        <p:nvSpPr>
          <p:cNvPr id="723" name="Google Shape;723;p45"/>
          <p:cNvSpPr txBox="1"/>
          <p:nvPr>
            <p:ph idx="4" type="subTitle"/>
          </p:nvPr>
        </p:nvSpPr>
        <p:spPr>
          <a:xfrm>
            <a:off x="6036000" y="3172294"/>
            <a:ext cx="2441400" cy="2415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724" name="Google Shape;724;p45"/>
          <p:cNvSpPr txBox="1"/>
          <p:nvPr>
            <p:ph idx="5" type="subTitle"/>
          </p:nvPr>
        </p:nvSpPr>
        <p:spPr>
          <a:xfrm>
            <a:off x="6036075" y="3539213"/>
            <a:ext cx="2441400" cy="686400"/>
          </a:xfrm>
          <a:prstGeom prst="rect">
            <a:avLst/>
          </a:prstGeom>
        </p:spPr>
        <p:txBody>
          <a:bodyPr anchorCtr="0" anchor="t" bIns="0" lIns="0" spcFirstLastPara="1" rIns="0" wrap="square" tIns="0">
            <a:noAutofit/>
          </a:bodyPr>
          <a:lstStyle>
            <a:lvl1pPr lvl="0" algn="ctr">
              <a:spcBef>
                <a:spcPts val="0"/>
              </a:spcBef>
              <a:spcAft>
                <a:spcPts val="0"/>
              </a:spcAft>
              <a:buNone/>
              <a:defRPr sz="1100"/>
            </a:lvl1pPr>
            <a:lvl2pPr lvl="1" algn="ctr">
              <a:spcBef>
                <a:spcPts val="400"/>
              </a:spcBef>
              <a:spcAft>
                <a:spcPts val="0"/>
              </a:spcAft>
              <a:buNone/>
              <a:defRPr sz="1100"/>
            </a:lvl2pPr>
            <a:lvl3pPr lvl="2" algn="ctr">
              <a:spcBef>
                <a:spcPts val="400"/>
              </a:spcBef>
              <a:spcAft>
                <a:spcPts val="0"/>
              </a:spcAft>
              <a:buNone/>
              <a:defRPr sz="1100"/>
            </a:lvl3pPr>
            <a:lvl4pPr lvl="3" algn="ctr">
              <a:spcBef>
                <a:spcPts val="400"/>
              </a:spcBef>
              <a:spcAft>
                <a:spcPts val="0"/>
              </a:spcAft>
              <a:buNone/>
              <a:defRPr sz="1100"/>
            </a:lvl4pPr>
            <a:lvl5pPr lvl="4" algn="ctr">
              <a:spcBef>
                <a:spcPts val="400"/>
              </a:spcBef>
              <a:spcAft>
                <a:spcPts val="0"/>
              </a:spcAft>
              <a:buNone/>
              <a:defRPr sz="1100"/>
            </a:lvl5pPr>
            <a:lvl6pPr lvl="5" algn="ctr">
              <a:spcBef>
                <a:spcPts val="400"/>
              </a:spcBef>
              <a:spcAft>
                <a:spcPts val="0"/>
              </a:spcAft>
              <a:buNone/>
              <a:defRPr sz="1100"/>
            </a:lvl6pPr>
            <a:lvl7pPr lvl="6" algn="ctr">
              <a:spcBef>
                <a:spcPts val="400"/>
              </a:spcBef>
              <a:spcAft>
                <a:spcPts val="0"/>
              </a:spcAft>
              <a:buNone/>
              <a:defRPr sz="1100"/>
            </a:lvl7pPr>
            <a:lvl8pPr lvl="7" algn="ctr">
              <a:spcBef>
                <a:spcPts val="400"/>
              </a:spcBef>
              <a:spcAft>
                <a:spcPts val="0"/>
              </a:spcAft>
              <a:buNone/>
              <a:defRPr sz="1100"/>
            </a:lvl8pPr>
            <a:lvl9pPr lvl="8" algn="ctr">
              <a:spcBef>
                <a:spcPts val="400"/>
              </a:spcBef>
              <a:spcAft>
                <a:spcPts val="400"/>
              </a:spcAft>
              <a:buNone/>
              <a:defRPr sz="1100"/>
            </a:lvl9pPr>
          </a:lstStyle>
          <a:p/>
        </p:txBody>
      </p:sp>
      <p:sp>
        <p:nvSpPr>
          <p:cNvPr id="725" name="Google Shape;725;p45"/>
          <p:cNvSpPr txBox="1"/>
          <p:nvPr>
            <p:ph idx="6" type="subTitle"/>
          </p:nvPr>
        </p:nvSpPr>
        <p:spPr>
          <a:xfrm>
            <a:off x="666450" y="3172294"/>
            <a:ext cx="2441400" cy="2415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100">
                <a:solidFill>
                  <a:schemeClr val="accent1"/>
                </a:solidFill>
                <a:latin typeface="Red Hat Display Medium"/>
                <a:ea typeface="Red Hat Display Medium"/>
                <a:cs typeface="Red Hat Display Medium"/>
                <a:sym typeface="Red Hat Display Medium"/>
              </a:defRPr>
            </a:lvl9pPr>
          </a:lstStyle>
          <a:p/>
        </p:txBody>
      </p:sp>
      <p:sp>
        <p:nvSpPr>
          <p:cNvPr id="726" name="Google Shape;726;p45"/>
          <p:cNvSpPr txBox="1"/>
          <p:nvPr>
            <p:ph idx="7" type="subTitle"/>
          </p:nvPr>
        </p:nvSpPr>
        <p:spPr>
          <a:xfrm>
            <a:off x="666525" y="3539213"/>
            <a:ext cx="2441400" cy="686400"/>
          </a:xfrm>
          <a:prstGeom prst="rect">
            <a:avLst/>
          </a:prstGeom>
        </p:spPr>
        <p:txBody>
          <a:bodyPr anchorCtr="0" anchor="t" bIns="0" lIns="0" spcFirstLastPara="1" rIns="0" wrap="square" tIns="0">
            <a:noAutofit/>
          </a:bodyPr>
          <a:lstStyle>
            <a:lvl1pPr lvl="0" algn="ctr">
              <a:spcBef>
                <a:spcPts val="0"/>
              </a:spcBef>
              <a:spcAft>
                <a:spcPts val="0"/>
              </a:spcAft>
              <a:buNone/>
              <a:defRPr sz="1100"/>
            </a:lvl1pPr>
            <a:lvl2pPr lvl="1" algn="ctr">
              <a:spcBef>
                <a:spcPts val="400"/>
              </a:spcBef>
              <a:spcAft>
                <a:spcPts val="0"/>
              </a:spcAft>
              <a:buNone/>
              <a:defRPr sz="1100"/>
            </a:lvl2pPr>
            <a:lvl3pPr lvl="2" algn="ctr">
              <a:spcBef>
                <a:spcPts val="400"/>
              </a:spcBef>
              <a:spcAft>
                <a:spcPts val="0"/>
              </a:spcAft>
              <a:buNone/>
              <a:defRPr sz="1100"/>
            </a:lvl3pPr>
            <a:lvl4pPr lvl="3" algn="ctr">
              <a:spcBef>
                <a:spcPts val="400"/>
              </a:spcBef>
              <a:spcAft>
                <a:spcPts val="0"/>
              </a:spcAft>
              <a:buNone/>
              <a:defRPr sz="1100"/>
            </a:lvl4pPr>
            <a:lvl5pPr lvl="4" algn="ctr">
              <a:spcBef>
                <a:spcPts val="400"/>
              </a:spcBef>
              <a:spcAft>
                <a:spcPts val="0"/>
              </a:spcAft>
              <a:buNone/>
              <a:defRPr sz="1100"/>
            </a:lvl5pPr>
            <a:lvl6pPr lvl="5" algn="ctr">
              <a:spcBef>
                <a:spcPts val="400"/>
              </a:spcBef>
              <a:spcAft>
                <a:spcPts val="0"/>
              </a:spcAft>
              <a:buNone/>
              <a:defRPr sz="1100"/>
            </a:lvl6pPr>
            <a:lvl7pPr lvl="6" algn="ctr">
              <a:spcBef>
                <a:spcPts val="400"/>
              </a:spcBef>
              <a:spcAft>
                <a:spcPts val="0"/>
              </a:spcAft>
              <a:buNone/>
              <a:defRPr sz="1100"/>
            </a:lvl7pPr>
            <a:lvl8pPr lvl="7" algn="ctr">
              <a:spcBef>
                <a:spcPts val="400"/>
              </a:spcBef>
              <a:spcAft>
                <a:spcPts val="0"/>
              </a:spcAft>
              <a:buNone/>
              <a:defRPr sz="1100"/>
            </a:lvl8pPr>
            <a:lvl9pPr lvl="8" algn="ctr">
              <a:spcBef>
                <a:spcPts val="400"/>
              </a:spcBef>
              <a:spcAft>
                <a:spcPts val="400"/>
              </a:spcAft>
              <a:buNone/>
              <a:defRPr sz="1100"/>
            </a:lvl9pPr>
          </a:lstStyle>
          <a:p/>
        </p:txBody>
      </p:sp>
      <p:sp>
        <p:nvSpPr>
          <p:cNvPr id="727" name="Google Shape;727;p45"/>
          <p:cNvSpPr txBox="1"/>
          <p:nvPr>
            <p:ph idx="8"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728" name="Google Shape;728;p45"/>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729" name="Google Shape;729;p45"/>
          <p:cNvSpPr txBox="1"/>
          <p:nvPr>
            <p:ph idx="9"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p:cSld name="CUSTOM_4_2">
    <p:spTree>
      <p:nvGrpSpPr>
        <p:cNvPr id="730" name="Shape 730"/>
        <p:cNvGrpSpPr/>
        <p:nvPr/>
      </p:nvGrpSpPr>
      <p:grpSpPr>
        <a:xfrm>
          <a:off x="0" y="0"/>
          <a:ext cx="0" cy="0"/>
          <a:chOff x="0" y="0"/>
          <a:chExt cx="0" cy="0"/>
        </a:xfrm>
      </p:grpSpPr>
      <p:cxnSp>
        <p:nvCxnSpPr>
          <p:cNvPr id="731" name="Google Shape;731;p46"/>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732" name="Google Shape;732;p46"/>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733" name="Google Shape;733;p46"/>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34" name="Google Shape;734;p46"/>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735" name="Google Shape;735;p46"/>
          <p:cNvSpPr txBox="1"/>
          <p:nvPr>
            <p:ph idx="1"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736" name="Google Shape;736;p46"/>
          <p:cNvSpPr txBox="1"/>
          <p:nvPr>
            <p:ph idx="2" type="subTitle"/>
          </p:nvPr>
        </p:nvSpPr>
        <p:spPr>
          <a:xfrm>
            <a:off x="4246556" y="1904438"/>
            <a:ext cx="4114800" cy="2376600"/>
          </a:xfrm>
          <a:prstGeom prst="rect">
            <a:avLst/>
          </a:prstGeom>
        </p:spPr>
        <p:txBody>
          <a:bodyPr anchorCtr="0" anchor="t" bIns="0" lIns="0" spcFirstLastPara="1" rIns="0" wrap="square" tIns="0">
            <a:noAutofit/>
          </a:bodyPr>
          <a:lstStyle>
            <a:lvl1pPr lvl="0">
              <a:lnSpc>
                <a:spcPct val="113000"/>
              </a:lnSpc>
              <a:spcBef>
                <a:spcPts val="0"/>
              </a:spcBef>
              <a:spcAft>
                <a:spcPts val="0"/>
              </a:spcAft>
              <a:buNone/>
              <a:defRPr/>
            </a:lvl1pPr>
            <a:lvl2pPr lvl="1">
              <a:lnSpc>
                <a:spcPct val="113000"/>
              </a:lnSpc>
              <a:spcBef>
                <a:spcPts val="1500"/>
              </a:spcBef>
              <a:spcAft>
                <a:spcPts val="0"/>
              </a:spcAft>
              <a:buNone/>
              <a:defRPr/>
            </a:lvl2pPr>
            <a:lvl3pPr lvl="2">
              <a:lnSpc>
                <a:spcPct val="113000"/>
              </a:lnSpc>
              <a:spcBef>
                <a:spcPts val="1500"/>
              </a:spcBef>
              <a:spcAft>
                <a:spcPts val="0"/>
              </a:spcAft>
              <a:buNone/>
              <a:defRPr/>
            </a:lvl3pPr>
            <a:lvl4pPr lvl="3">
              <a:lnSpc>
                <a:spcPct val="113000"/>
              </a:lnSpc>
              <a:spcBef>
                <a:spcPts val="1500"/>
              </a:spcBef>
              <a:spcAft>
                <a:spcPts val="0"/>
              </a:spcAft>
              <a:buNone/>
              <a:defRPr/>
            </a:lvl4pPr>
            <a:lvl5pPr lvl="4">
              <a:lnSpc>
                <a:spcPct val="113000"/>
              </a:lnSpc>
              <a:spcBef>
                <a:spcPts val="1500"/>
              </a:spcBef>
              <a:spcAft>
                <a:spcPts val="0"/>
              </a:spcAft>
              <a:buNone/>
              <a:defRPr/>
            </a:lvl5pPr>
            <a:lvl6pPr lvl="5">
              <a:lnSpc>
                <a:spcPct val="113000"/>
              </a:lnSpc>
              <a:spcBef>
                <a:spcPts val="1500"/>
              </a:spcBef>
              <a:spcAft>
                <a:spcPts val="0"/>
              </a:spcAft>
              <a:buNone/>
              <a:defRPr/>
            </a:lvl6pPr>
            <a:lvl7pPr lvl="6">
              <a:lnSpc>
                <a:spcPct val="113000"/>
              </a:lnSpc>
              <a:spcBef>
                <a:spcPts val="1500"/>
              </a:spcBef>
              <a:spcAft>
                <a:spcPts val="0"/>
              </a:spcAft>
              <a:buNone/>
              <a:defRPr/>
            </a:lvl7pPr>
            <a:lvl8pPr lvl="7">
              <a:lnSpc>
                <a:spcPct val="113000"/>
              </a:lnSpc>
              <a:spcBef>
                <a:spcPts val="1500"/>
              </a:spcBef>
              <a:spcAft>
                <a:spcPts val="0"/>
              </a:spcAft>
              <a:buNone/>
              <a:defRPr/>
            </a:lvl8pPr>
            <a:lvl9pPr lvl="8">
              <a:lnSpc>
                <a:spcPct val="113000"/>
              </a:lnSpc>
              <a:spcBef>
                <a:spcPts val="1500"/>
              </a:spcBef>
              <a:spcAft>
                <a:spcPts val="1500"/>
              </a:spcAft>
              <a:buNone/>
              <a:defRPr/>
            </a:lvl9pPr>
          </a:lstStyle>
          <a:p/>
        </p:txBody>
      </p:sp>
      <p:sp>
        <p:nvSpPr>
          <p:cNvPr id="737" name="Google Shape;737;p46"/>
          <p:cNvSpPr txBox="1"/>
          <p:nvPr>
            <p:ph idx="3"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738" name="Google Shape;738;p46"/>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739" name="Google Shape;739;p46"/>
          <p:cNvSpPr txBox="1"/>
          <p:nvPr>
            <p:ph idx="4"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alt1">
  <p:cSld name="CUSTOM_4_2_2">
    <p:spTree>
      <p:nvGrpSpPr>
        <p:cNvPr id="740" name="Shape 740"/>
        <p:cNvGrpSpPr/>
        <p:nvPr/>
      </p:nvGrpSpPr>
      <p:grpSpPr>
        <a:xfrm>
          <a:off x="0" y="0"/>
          <a:ext cx="0" cy="0"/>
          <a:chOff x="0" y="0"/>
          <a:chExt cx="0" cy="0"/>
        </a:xfrm>
      </p:grpSpPr>
      <p:cxnSp>
        <p:nvCxnSpPr>
          <p:cNvPr id="741" name="Google Shape;741;p47"/>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742" name="Google Shape;742;p47"/>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743" name="Google Shape;743;p47"/>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44" name="Google Shape;744;p47"/>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745" name="Google Shape;745;p47"/>
          <p:cNvSpPr txBox="1"/>
          <p:nvPr>
            <p:ph idx="1"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746" name="Google Shape;746;p47"/>
          <p:cNvSpPr txBox="1"/>
          <p:nvPr>
            <p:ph idx="2" type="subTitle"/>
          </p:nvPr>
        </p:nvSpPr>
        <p:spPr>
          <a:xfrm>
            <a:off x="1565888" y="1812319"/>
            <a:ext cx="6033600" cy="9780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a:solidFill>
                  <a:schemeClr val="accent1"/>
                </a:solidFill>
              </a:defRPr>
            </a:lvl1pPr>
            <a:lvl2pPr lvl="1">
              <a:spcBef>
                <a:spcPts val="400"/>
              </a:spcBef>
              <a:spcAft>
                <a:spcPts val="0"/>
              </a:spcAft>
              <a:buNone/>
              <a:defRPr>
                <a:solidFill>
                  <a:schemeClr val="accent1"/>
                </a:solidFill>
              </a:defRPr>
            </a:lvl2pPr>
            <a:lvl3pPr lvl="2">
              <a:spcBef>
                <a:spcPts val="400"/>
              </a:spcBef>
              <a:spcAft>
                <a:spcPts val="0"/>
              </a:spcAft>
              <a:buNone/>
              <a:defRPr>
                <a:solidFill>
                  <a:schemeClr val="accent1"/>
                </a:solidFill>
              </a:defRPr>
            </a:lvl3pPr>
            <a:lvl4pPr lvl="3">
              <a:spcBef>
                <a:spcPts val="400"/>
              </a:spcBef>
              <a:spcAft>
                <a:spcPts val="0"/>
              </a:spcAft>
              <a:buNone/>
              <a:defRPr>
                <a:solidFill>
                  <a:schemeClr val="accent1"/>
                </a:solidFill>
              </a:defRPr>
            </a:lvl4pPr>
            <a:lvl5pPr lvl="4">
              <a:spcBef>
                <a:spcPts val="400"/>
              </a:spcBef>
              <a:spcAft>
                <a:spcPts val="0"/>
              </a:spcAft>
              <a:buNone/>
              <a:defRPr>
                <a:solidFill>
                  <a:schemeClr val="accent1"/>
                </a:solidFill>
              </a:defRPr>
            </a:lvl5pPr>
            <a:lvl6pPr lvl="5">
              <a:spcBef>
                <a:spcPts val="400"/>
              </a:spcBef>
              <a:spcAft>
                <a:spcPts val="0"/>
              </a:spcAft>
              <a:buNone/>
              <a:defRPr>
                <a:solidFill>
                  <a:schemeClr val="accent1"/>
                </a:solidFill>
              </a:defRPr>
            </a:lvl6pPr>
            <a:lvl7pPr lvl="6">
              <a:spcBef>
                <a:spcPts val="400"/>
              </a:spcBef>
              <a:spcAft>
                <a:spcPts val="0"/>
              </a:spcAft>
              <a:buNone/>
              <a:defRPr>
                <a:solidFill>
                  <a:schemeClr val="accent1"/>
                </a:solidFill>
              </a:defRPr>
            </a:lvl7pPr>
            <a:lvl8pPr lvl="7">
              <a:spcBef>
                <a:spcPts val="400"/>
              </a:spcBef>
              <a:spcAft>
                <a:spcPts val="0"/>
              </a:spcAft>
              <a:buNone/>
              <a:defRPr>
                <a:solidFill>
                  <a:schemeClr val="accent1"/>
                </a:solidFill>
              </a:defRPr>
            </a:lvl8pPr>
            <a:lvl9pPr lvl="8">
              <a:spcBef>
                <a:spcPts val="400"/>
              </a:spcBef>
              <a:spcAft>
                <a:spcPts val="400"/>
              </a:spcAft>
              <a:buNone/>
              <a:defRPr>
                <a:solidFill>
                  <a:schemeClr val="accent1"/>
                </a:solidFill>
              </a:defRPr>
            </a:lvl9pPr>
          </a:lstStyle>
          <a:p/>
        </p:txBody>
      </p:sp>
      <p:sp>
        <p:nvSpPr>
          <p:cNvPr id="747" name="Google Shape;747;p47"/>
          <p:cNvSpPr txBox="1"/>
          <p:nvPr>
            <p:ph idx="3"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9pPr>
          </a:lstStyle>
          <a:p/>
        </p:txBody>
      </p:sp>
      <p:sp>
        <p:nvSpPr>
          <p:cNvPr id="748" name="Google Shape;748;p47"/>
          <p:cNvSpPr txBox="1"/>
          <p:nvPr>
            <p:ph type="title"/>
          </p:nvPr>
        </p:nvSpPr>
        <p:spPr>
          <a:xfrm>
            <a:off x="663788" y="825263"/>
            <a:ext cx="7816500" cy="4149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1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sp>
        <p:nvSpPr>
          <p:cNvPr id="749" name="Google Shape;749;p47"/>
          <p:cNvSpPr txBox="1"/>
          <p:nvPr>
            <p:ph idx="4" type="subTitle"/>
          </p:nvPr>
        </p:nvSpPr>
        <p:spPr>
          <a:xfrm>
            <a:off x="663844" y="1240163"/>
            <a:ext cx="7816500" cy="219000"/>
          </a:xfrm>
          <a:prstGeom prst="rect">
            <a:avLst/>
          </a:prstGeom>
        </p:spPr>
        <p:txBody>
          <a:bodyPr anchorCtr="0" anchor="t" bIns="0" lIns="0" spcFirstLastPara="1" rIns="0" wrap="square" tIns="0">
            <a:noAutofit/>
          </a:bodyPr>
          <a:lstStyle>
            <a:lvl1pPr lvl="0" algn="ctr">
              <a:spcBef>
                <a:spcPts val="0"/>
              </a:spcBef>
              <a:spcAft>
                <a:spcPts val="0"/>
              </a:spcAft>
              <a:buNone/>
              <a:defRPr sz="1400">
                <a:solidFill>
                  <a:schemeClr val="accent1"/>
                </a:solidFill>
              </a:defRPr>
            </a:lvl1pPr>
            <a:lvl2pPr lvl="1" algn="ctr">
              <a:spcBef>
                <a:spcPts val="400"/>
              </a:spcBef>
              <a:spcAft>
                <a:spcPts val="0"/>
              </a:spcAft>
              <a:buNone/>
              <a:defRPr sz="1400">
                <a:solidFill>
                  <a:schemeClr val="accent1"/>
                </a:solidFill>
              </a:defRPr>
            </a:lvl2pPr>
            <a:lvl3pPr lvl="2" algn="ctr">
              <a:spcBef>
                <a:spcPts val="400"/>
              </a:spcBef>
              <a:spcAft>
                <a:spcPts val="0"/>
              </a:spcAft>
              <a:buNone/>
              <a:defRPr sz="1400">
                <a:solidFill>
                  <a:schemeClr val="accent1"/>
                </a:solidFill>
              </a:defRPr>
            </a:lvl3pPr>
            <a:lvl4pPr lvl="3" algn="ctr">
              <a:spcBef>
                <a:spcPts val="400"/>
              </a:spcBef>
              <a:spcAft>
                <a:spcPts val="0"/>
              </a:spcAft>
              <a:buNone/>
              <a:defRPr sz="1400">
                <a:solidFill>
                  <a:schemeClr val="accent1"/>
                </a:solidFill>
              </a:defRPr>
            </a:lvl4pPr>
            <a:lvl5pPr lvl="4" algn="ctr">
              <a:spcBef>
                <a:spcPts val="400"/>
              </a:spcBef>
              <a:spcAft>
                <a:spcPts val="0"/>
              </a:spcAft>
              <a:buNone/>
              <a:defRPr sz="1400">
                <a:solidFill>
                  <a:schemeClr val="accent1"/>
                </a:solidFill>
              </a:defRPr>
            </a:lvl5pPr>
            <a:lvl6pPr lvl="5" algn="ctr">
              <a:spcBef>
                <a:spcPts val="400"/>
              </a:spcBef>
              <a:spcAft>
                <a:spcPts val="0"/>
              </a:spcAft>
              <a:buNone/>
              <a:defRPr sz="1400">
                <a:solidFill>
                  <a:schemeClr val="accent1"/>
                </a:solidFill>
              </a:defRPr>
            </a:lvl6pPr>
            <a:lvl7pPr lvl="6" algn="ctr">
              <a:spcBef>
                <a:spcPts val="400"/>
              </a:spcBef>
              <a:spcAft>
                <a:spcPts val="0"/>
              </a:spcAft>
              <a:buNone/>
              <a:defRPr sz="1400">
                <a:solidFill>
                  <a:schemeClr val="accent1"/>
                </a:solidFill>
              </a:defRPr>
            </a:lvl7pPr>
            <a:lvl8pPr lvl="7" algn="ctr">
              <a:spcBef>
                <a:spcPts val="400"/>
              </a:spcBef>
              <a:spcAft>
                <a:spcPts val="0"/>
              </a:spcAft>
              <a:buNone/>
              <a:defRPr sz="1400">
                <a:solidFill>
                  <a:schemeClr val="accent1"/>
                </a:solidFill>
              </a:defRPr>
            </a:lvl8pPr>
            <a:lvl9pPr lvl="8" algn="ctr">
              <a:spcBef>
                <a:spcPts val="400"/>
              </a:spcBef>
              <a:spcAft>
                <a:spcPts val="400"/>
              </a:spcAft>
              <a:buNone/>
              <a:defRPr sz="1400">
                <a:solidFill>
                  <a:schemeClr val="accent1"/>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p:cSld name="CUSTOM_4_2_1">
    <p:spTree>
      <p:nvGrpSpPr>
        <p:cNvPr id="750" name="Shape 750"/>
        <p:cNvGrpSpPr/>
        <p:nvPr/>
      </p:nvGrpSpPr>
      <p:grpSpPr>
        <a:xfrm>
          <a:off x="0" y="0"/>
          <a:ext cx="0" cy="0"/>
          <a:chOff x="0" y="0"/>
          <a:chExt cx="0" cy="0"/>
        </a:xfrm>
      </p:grpSpPr>
      <p:sp>
        <p:nvSpPr>
          <p:cNvPr id="751" name="Google Shape;751;p48"/>
          <p:cNvSpPr txBox="1"/>
          <p:nvPr>
            <p:ph type="title"/>
          </p:nvPr>
        </p:nvSpPr>
        <p:spPr>
          <a:xfrm>
            <a:off x="2460281" y="1239806"/>
            <a:ext cx="5573100" cy="29490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sz="2100">
                <a:solidFill>
                  <a:schemeClr val="accent1"/>
                </a:solidFill>
              </a:defRPr>
            </a:lvl1pPr>
            <a:lvl2pPr lvl="1">
              <a:lnSpc>
                <a:spcPct val="115000"/>
              </a:lnSpc>
              <a:spcBef>
                <a:spcPts val="0"/>
              </a:spcBef>
              <a:spcAft>
                <a:spcPts val="0"/>
              </a:spcAft>
              <a:buNone/>
              <a:defRPr sz="2000">
                <a:solidFill>
                  <a:schemeClr val="accent1"/>
                </a:solidFill>
                <a:latin typeface="Red Hat Text"/>
                <a:ea typeface="Red Hat Text"/>
                <a:cs typeface="Red Hat Text"/>
                <a:sym typeface="Red Hat Text"/>
              </a:defRPr>
            </a:lvl2pPr>
            <a:lvl3pPr lvl="2">
              <a:lnSpc>
                <a:spcPct val="115000"/>
              </a:lnSpc>
              <a:spcBef>
                <a:spcPts val="0"/>
              </a:spcBef>
              <a:spcAft>
                <a:spcPts val="0"/>
              </a:spcAft>
              <a:buNone/>
              <a:defRPr sz="2000">
                <a:solidFill>
                  <a:schemeClr val="accent1"/>
                </a:solidFill>
                <a:latin typeface="Red Hat Text"/>
                <a:ea typeface="Red Hat Text"/>
                <a:cs typeface="Red Hat Text"/>
                <a:sym typeface="Red Hat Text"/>
              </a:defRPr>
            </a:lvl3pPr>
            <a:lvl4pPr lvl="3">
              <a:lnSpc>
                <a:spcPct val="115000"/>
              </a:lnSpc>
              <a:spcBef>
                <a:spcPts val="0"/>
              </a:spcBef>
              <a:spcAft>
                <a:spcPts val="0"/>
              </a:spcAft>
              <a:buNone/>
              <a:defRPr sz="2000">
                <a:solidFill>
                  <a:schemeClr val="accent1"/>
                </a:solidFill>
                <a:latin typeface="Red Hat Text"/>
                <a:ea typeface="Red Hat Text"/>
                <a:cs typeface="Red Hat Text"/>
                <a:sym typeface="Red Hat Text"/>
              </a:defRPr>
            </a:lvl4pPr>
            <a:lvl5pPr lvl="4">
              <a:lnSpc>
                <a:spcPct val="115000"/>
              </a:lnSpc>
              <a:spcBef>
                <a:spcPts val="0"/>
              </a:spcBef>
              <a:spcAft>
                <a:spcPts val="0"/>
              </a:spcAft>
              <a:buNone/>
              <a:defRPr sz="2000">
                <a:solidFill>
                  <a:schemeClr val="accent1"/>
                </a:solidFill>
                <a:latin typeface="Red Hat Text"/>
                <a:ea typeface="Red Hat Text"/>
                <a:cs typeface="Red Hat Text"/>
                <a:sym typeface="Red Hat Text"/>
              </a:defRPr>
            </a:lvl5pPr>
            <a:lvl6pPr lvl="5">
              <a:lnSpc>
                <a:spcPct val="115000"/>
              </a:lnSpc>
              <a:spcBef>
                <a:spcPts val="0"/>
              </a:spcBef>
              <a:spcAft>
                <a:spcPts val="0"/>
              </a:spcAft>
              <a:buNone/>
              <a:defRPr sz="2000">
                <a:solidFill>
                  <a:schemeClr val="accent1"/>
                </a:solidFill>
                <a:latin typeface="Red Hat Text"/>
                <a:ea typeface="Red Hat Text"/>
                <a:cs typeface="Red Hat Text"/>
                <a:sym typeface="Red Hat Text"/>
              </a:defRPr>
            </a:lvl6pPr>
            <a:lvl7pPr lvl="6">
              <a:lnSpc>
                <a:spcPct val="115000"/>
              </a:lnSpc>
              <a:spcBef>
                <a:spcPts val="0"/>
              </a:spcBef>
              <a:spcAft>
                <a:spcPts val="0"/>
              </a:spcAft>
              <a:buNone/>
              <a:defRPr sz="2000">
                <a:solidFill>
                  <a:schemeClr val="accent1"/>
                </a:solidFill>
                <a:latin typeface="Red Hat Text"/>
                <a:ea typeface="Red Hat Text"/>
                <a:cs typeface="Red Hat Text"/>
                <a:sym typeface="Red Hat Text"/>
              </a:defRPr>
            </a:lvl7pPr>
            <a:lvl8pPr lvl="7">
              <a:lnSpc>
                <a:spcPct val="115000"/>
              </a:lnSpc>
              <a:spcBef>
                <a:spcPts val="0"/>
              </a:spcBef>
              <a:spcAft>
                <a:spcPts val="0"/>
              </a:spcAft>
              <a:buNone/>
              <a:defRPr sz="2000">
                <a:solidFill>
                  <a:schemeClr val="accent1"/>
                </a:solidFill>
                <a:latin typeface="Red Hat Text"/>
                <a:ea typeface="Red Hat Text"/>
                <a:cs typeface="Red Hat Text"/>
                <a:sym typeface="Red Hat Text"/>
              </a:defRPr>
            </a:lvl8pPr>
            <a:lvl9pPr lvl="8">
              <a:lnSpc>
                <a:spcPct val="115000"/>
              </a:lnSpc>
              <a:spcBef>
                <a:spcPts val="0"/>
              </a:spcBef>
              <a:spcAft>
                <a:spcPts val="0"/>
              </a:spcAft>
              <a:buNone/>
              <a:defRPr sz="2000">
                <a:solidFill>
                  <a:schemeClr val="accent1"/>
                </a:solidFill>
                <a:latin typeface="Red Hat Text"/>
                <a:ea typeface="Red Hat Text"/>
                <a:cs typeface="Red Hat Text"/>
                <a:sym typeface="Red Hat Text"/>
              </a:defRPr>
            </a:lvl9pPr>
          </a:lstStyle>
          <a:p/>
        </p:txBody>
      </p:sp>
      <p:sp>
        <p:nvSpPr>
          <p:cNvPr id="752" name="Google Shape;752;p48"/>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800"/>
              <a:buFont typeface="Red Hat Text Medium"/>
              <a:buNone/>
              <a:defRPr sz="800">
                <a:solidFill>
                  <a:schemeClr val="accent1"/>
                </a:solidFill>
                <a:latin typeface="Red Hat Text Medium"/>
                <a:ea typeface="Red Hat Text Medium"/>
                <a:cs typeface="Red Hat Text Medium"/>
                <a:sym typeface="Red Hat Text Medium"/>
              </a:defRPr>
            </a:lvl9pPr>
          </a:lstStyle>
          <a:p/>
        </p:txBody>
      </p:sp>
      <p:cxnSp>
        <p:nvCxnSpPr>
          <p:cNvPr id="753" name="Google Shape;753;p48"/>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cxnSp>
        <p:nvCxnSpPr>
          <p:cNvPr id="754" name="Google Shape;754;p48"/>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755" name="Google Shape;755;p48"/>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56" name="Google Shape;756;p48"/>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757" name="Google Shape;757;p48"/>
          <p:cNvSpPr txBox="1"/>
          <p:nvPr>
            <p:ph idx="2"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dark">
  <p:cSld name="CUSTOM_4_1">
    <p:bg>
      <p:bgPr>
        <a:solidFill>
          <a:srgbClr val="353535"/>
        </a:solidFill>
      </p:bgPr>
    </p:bg>
    <p:spTree>
      <p:nvGrpSpPr>
        <p:cNvPr id="758" name="Shape 758"/>
        <p:cNvGrpSpPr/>
        <p:nvPr/>
      </p:nvGrpSpPr>
      <p:grpSpPr>
        <a:xfrm>
          <a:off x="0" y="0"/>
          <a:ext cx="0" cy="0"/>
          <a:chOff x="0" y="0"/>
          <a:chExt cx="0" cy="0"/>
        </a:xfrm>
      </p:grpSpPr>
      <p:sp>
        <p:nvSpPr>
          <p:cNvPr id="759" name="Google Shape;759;p49"/>
          <p:cNvSpPr txBox="1"/>
          <p:nvPr>
            <p:ph idx="1" type="body"/>
          </p:nvPr>
        </p:nvSpPr>
        <p:spPr>
          <a:xfrm>
            <a:off x="6502425" y="1387106"/>
            <a:ext cx="1599000" cy="2250000"/>
          </a:xfrm>
          <a:prstGeom prst="rect">
            <a:avLst/>
          </a:prstGeom>
        </p:spPr>
        <p:txBody>
          <a:bodyPr anchorCtr="0" anchor="t" bIns="0" lIns="0" spcFirstLastPara="1" rIns="0" wrap="square" tIns="0">
            <a:noAutofit/>
          </a:bodyPr>
          <a:lstStyle>
            <a:lvl1pPr indent="-317500" lvl="0" marL="457200">
              <a:lnSpc>
                <a:spcPct val="115000"/>
              </a:lnSpc>
              <a:spcBef>
                <a:spcPts val="0"/>
              </a:spcBef>
              <a:spcAft>
                <a:spcPts val="0"/>
              </a:spcAft>
              <a:buClr>
                <a:srgbClr val="FFFFFF"/>
              </a:buClr>
              <a:buSzPts val="1400"/>
              <a:buChar char="▸"/>
              <a:defRPr>
                <a:solidFill>
                  <a:srgbClr val="FFFFFF"/>
                </a:solidFill>
              </a:defRPr>
            </a:lvl1pPr>
            <a:lvl2pPr indent="-317500" lvl="1" marL="914400">
              <a:lnSpc>
                <a:spcPct val="115000"/>
              </a:lnSpc>
              <a:spcBef>
                <a:spcPts val="1500"/>
              </a:spcBef>
              <a:spcAft>
                <a:spcPts val="0"/>
              </a:spcAft>
              <a:buClr>
                <a:srgbClr val="FFFFFF"/>
              </a:buClr>
              <a:buSzPts val="1400"/>
              <a:buChar char="･"/>
              <a:defRPr>
                <a:solidFill>
                  <a:srgbClr val="FFFFFF"/>
                </a:solidFill>
              </a:defRPr>
            </a:lvl2pPr>
            <a:lvl3pPr indent="-317500" lvl="2" marL="1371600">
              <a:lnSpc>
                <a:spcPct val="115000"/>
              </a:lnSpc>
              <a:spcBef>
                <a:spcPts val="1500"/>
              </a:spcBef>
              <a:spcAft>
                <a:spcPts val="0"/>
              </a:spcAft>
              <a:buClr>
                <a:srgbClr val="FFFFFF"/>
              </a:buClr>
              <a:buSzPts val="1400"/>
              <a:buChar char="･"/>
              <a:defRPr>
                <a:solidFill>
                  <a:srgbClr val="FFFFFF"/>
                </a:solidFill>
              </a:defRPr>
            </a:lvl3pPr>
            <a:lvl4pPr indent="-317500" lvl="3" marL="1828800">
              <a:lnSpc>
                <a:spcPct val="115000"/>
              </a:lnSpc>
              <a:spcBef>
                <a:spcPts val="1500"/>
              </a:spcBef>
              <a:spcAft>
                <a:spcPts val="0"/>
              </a:spcAft>
              <a:buClr>
                <a:srgbClr val="FFFFFF"/>
              </a:buClr>
              <a:buSzPts val="1400"/>
              <a:buChar char="･"/>
              <a:defRPr>
                <a:solidFill>
                  <a:srgbClr val="FFFFFF"/>
                </a:solidFill>
              </a:defRPr>
            </a:lvl4pPr>
            <a:lvl5pPr indent="-317500" lvl="4" marL="2286000">
              <a:lnSpc>
                <a:spcPct val="115000"/>
              </a:lnSpc>
              <a:spcBef>
                <a:spcPts val="1500"/>
              </a:spcBef>
              <a:spcAft>
                <a:spcPts val="0"/>
              </a:spcAft>
              <a:buClr>
                <a:srgbClr val="FFFFFF"/>
              </a:buClr>
              <a:buSzPts val="1400"/>
              <a:buChar char="･"/>
              <a:defRPr>
                <a:solidFill>
                  <a:srgbClr val="FFFFFF"/>
                </a:solidFill>
              </a:defRPr>
            </a:lvl5pPr>
            <a:lvl6pPr indent="-317500" lvl="5" marL="2743200">
              <a:lnSpc>
                <a:spcPct val="115000"/>
              </a:lnSpc>
              <a:spcBef>
                <a:spcPts val="1500"/>
              </a:spcBef>
              <a:spcAft>
                <a:spcPts val="0"/>
              </a:spcAft>
              <a:buClr>
                <a:srgbClr val="FFFFFF"/>
              </a:buClr>
              <a:buSzPts val="1400"/>
              <a:buChar char="･"/>
              <a:defRPr>
                <a:solidFill>
                  <a:srgbClr val="FFFFFF"/>
                </a:solidFill>
              </a:defRPr>
            </a:lvl6pPr>
            <a:lvl7pPr indent="-317500" lvl="6" marL="3200400">
              <a:lnSpc>
                <a:spcPct val="115000"/>
              </a:lnSpc>
              <a:spcBef>
                <a:spcPts val="1500"/>
              </a:spcBef>
              <a:spcAft>
                <a:spcPts val="0"/>
              </a:spcAft>
              <a:buClr>
                <a:srgbClr val="FFFFFF"/>
              </a:buClr>
              <a:buSzPts val="1400"/>
              <a:buChar char="･"/>
              <a:defRPr>
                <a:solidFill>
                  <a:srgbClr val="FFFFFF"/>
                </a:solidFill>
              </a:defRPr>
            </a:lvl7pPr>
            <a:lvl8pPr indent="-317500" lvl="7" marL="3657600">
              <a:lnSpc>
                <a:spcPct val="115000"/>
              </a:lnSpc>
              <a:spcBef>
                <a:spcPts val="1500"/>
              </a:spcBef>
              <a:spcAft>
                <a:spcPts val="0"/>
              </a:spcAft>
              <a:buClr>
                <a:srgbClr val="FFFFFF"/>
              </a:buClr>
              <a:buSzPts val="1400"/>
              <a:buChar char="･"/>
              <a:defRPr>
                <a:solidFill>
                  <a:srgbClr val="FFFFFF"/>
                </a:solidFill>
              </a:defRPr>
            </a:lvl8pPr>
            <a:lvl9pPr indent="-317500" lvl="8" marL="4114800">
              <a:lnSpc>
                <a:spcPct val="115000"/>
              </a:lnSpc>
              <a:spcBef>
                <a:spcPts val="1500"/>
              </a:spcBef>
              <a:spcAft>
                <a:spcPts val="1500"/>
              </a:spcAft>
              <a:buClr>
                <a:srgbClr val="FFFFFF"/>
              </a:buClr>
              <a:buSzPts val="1400"/>
              <a:buChar char="･"/>
              <a:defRPr>
                <a:solidFill>
                  <a:srgbClr val="FFFFFF"/>
                </a:solidFill>
              </a:defRPr>
            </a:lvl9pPr>
          </a:lstStyle>
          <a:p/>
        </p:txBody>
      </p:sp>
      <p:sp>
        <p:nvSpPr>
          <p:cNvPr id="760" name="Google Shape;760;p49"/>
          <p:cNvSpPr txBox="1"/>
          <p:nvPr>
            <p:ph idx="2" type="body"/>
          </p:nvPr>
        </p:nvSpPr>
        <p:spPr>
          <a:xfrm>
            <a:off x="4281525" y="1387106"/>
            <a:ext cx="1599000" cy="2250000"/>
          </a:xfrm>
          <a:prstGeom prst="rect">
            <a:avLst/>
          </a:prstGeom>
        </p:spPr>
        <p:txBody>
          <a:bodyPr anchorCtr="0" anchor="t" bIns="0" lIns="0" spcFirstLastPara="1" rIns="0" wrap="square" tIns="0">
            <a:noAutofit/>
          </a:bodyPr>
          <a:lstStyle>
            <a:lvl1pPr indent="-317500" lvl="0" marL="457200">
              <a:lnSpc>
                <a:spcPct val="115000"/>
              </a:lnSpc>
              <a:spcBef>
                <a:spcPts val="0"/>
              </a:spcBef>
              <a:spcAft>
                <a:spcPts val="0"/>
              </a:spcAft>
              <a:buClr>
                <a:srgbClr val="FFFFFF"/>
              </a:buClr>
              <a:buSzPts val="1400"/>
              <a:buChar char="▸"/>
              <a:defRPr>
                <a:solidFill>
                  <a:srgbClr val="FFFFFF"/>
                </a:solidFill>
              </a:defRPr>
            </a:lvl1pPr>
            <a:lvl2pPr indent="-317500" lvl="1" marL="914400">
              <a:lnSpc>
                <a:spcPct val="115000"/>
              </a:lnSpc>
              <a:spcBef>
                <a:spcPts val="1500"/>
              </a:spcBef>
              <a:spcAft>
                <a:spcPts val="0"/>
              </a:spcAft>
              <a:buClr>
                <a:srgbClr val="FFFFFF"/>
              </a:buClr>
              <a:buSzPts val="1400"/>
              <a:buChar char="･"/>
              <a:defRPr>
                <a:solidFill>
                  <a:srgbClr val="FFFFFF"/>
                </a:solidFill>
              </a:defRPr>
            </a:lvl2pPr>
            <a:lvl3pPr indent="-317500" lvl="2" marL="1371600">
              <a:lnSpc>
                <a:spcPct val="115000"/>
              </a:lnSpc>
              <a:spcBef>
                <a:spcPts val="1500"/>
              </a:spcBef>
              <a:spcAft>
                <a:spcPts val="0"/>
              </a:spcAft>
              <a:buClr>
                <a:srgbClr val="FFFFFF"/>
              </a:buClr>
              <a:buSzPts val="1400"/>
              <a:buChar char="･"/>
              <a:defRPr>
                <a:solidFill>
                  <a:srgbClr val="FFFFFF"/>
                </a:solidFill>
              </a:defRPr>
            </a:lvl3pPr>
            <a:lvl4pPr indent="-317500" lvl="3" marL="1828800">
              <a:lnSpc>
                <a:spcPct val="115000"/>
              </a:lnSpc>
              <a:spcBef>
                <a:spcPts val="1500"/>
              </a:spcBef>
              <a:spcAft>
                <a:spcPts val="0"/>
              </a:spcAft>
              <a:buClr>
                <a:srgbClr val="FFFFFF"/>
              </a:buClr>
              <a:buSzPts val="1400"/>
              <a:buChar char="･"/>
              <a:defRPr>
                <a:solidFill>
                  <a:srgbClr val="FFFFFF"/>
                </a:solidFill>
              </a:defRPr>
            </a:lvl4pPr>
            <a:lvl5pPr indent="-317500" lvl="4" marL="2286000">
              <a:lnSpc>
                <a:spcPct val="115000"/>
              </a:lnSpc>
              <a:spcBef>
                <a:spcPts val="1500"/>
              </a:spcBef>
              <a:spcAft>
                <a:spcPts val="0"/>
              </a:spcAft>
              <a:buClr>
                <a:srgbClr val="FFFFFF"/>
              </a:buClr>
              <a:buSzPts val="1400"/>
              <a:buChar char="･"/>
              <a:defRPr>
                <a:solidFill>
                  <a:srgbClr val="FFFFFF"/>
                </a:solidFill>
              </a:defRPr>
            </a:lvl5pPr>
            <a:lvl6pPr indent="-317500" lvl="5" marL="2743200">
              <a:lnSpc>
                <a:spcPct val="115000"/>
              </a:lnSpc>
              <a:spcBef>
                <a:spcPts val="1500"/>
              </a:spcBef>
              <a:spcAft>
                <a:spcPts val="0"/>
              </a:spcAft>
              <a:buClr>
                <a:srgbClr val="FFFFFF"/>
              </a:buClr>
              <a:buSzPts val="1400"/>
              <a:buChar char="･"/>
              <a:defRPr>
                <a:solidFill>
                  <a:srgbClr val="FFFFFF"/>
                </a:solidFill>
              </a:defRPr>
            </a:lvl6pPr>
            <a:lvl7pPr indent="-317500" lvl="6" marL="3200400">
              <a:lnSpc>
                <a:spcPct val="115000"/>
              </a:lnSpc>
              <a:spcBef>
                <a:spcPts val="1500"/>
              </a:spcBef>
              <a:spcAft>
                <a:spcPts val="0"/>
              </a:spcAft>
              <a:buClr>
                <a:srgbClr val="FFFFFF"/>
              </a:buClr>
              <a:buSzPts val="1400"/>
              <a:buChar char="･"/>
              <a:defRPr>
                <a:solidFill>
                  <a:srgbClr val="FFFFFF"/>
                </a:solidFill>
              </a:defRPr>
            </a:lvl7pPr>
            <a:lvl8pPr indent="-317500" lvl="7" marL="3657600">
              <a:lnSpc>
                <a:spcPct val="115000"/>
              </a:lnSpc>
              <a:spcBef>
                <a:spcPts val="1500"/>
              </a:spcBef>
              <a:spcAft>
                <a:spcPts val="0"/>
              </a:spcAft>
              <a:buClr>
                <a:srgbClr val="FFFFFF"/>
              </a:buClr>
              <a:buSzPts val="1400"/>
              <a:buChar char="･"/>
              <a:defRPr>
                <a:solidFill>
                  <a:srgbClr val="FFFFFF"/>
                </a:solidFill>
              </a:defRPr>
            </a:lvl8pPr>
            <a:lvl9pPr indent="-317500" lvl="8" marL="4114800">
              <a:lnSpc>
                <a:spcPct val="115000"/>
              </a:lnSpc>
              <a:spcBef>
                <a:spcPts val="1500"/>
              </a:spcBef>
              <a:spcAft>
                <a:spcPts val="1500"/>
              </a:spcAft>
              <a:buClr>
                <a:srgbClr val="FFFFFF"/>
              </a:buClr>
              <a:buSzPts val="1400"/>
              <a:buChar char="･"/>
              <a:defRPr>
                <a:solidFill>
                  <a:srgbClr val="FFFFFF"/>
                </a:solidFill>
              </a:defRPr>
            </a:lvl9pPr>
          </a:lstStyle>
          <a:p/>
        </p:txBody>
      </p:sp>
      <p:sp>
        <p:nvSpPr>
          <p:cNvPr id="761" name="Google Shape;761;p49"/>
          <p:cNvSpPr txBox="1"/>
          <p:nvPr>
            <p:ph type="title"/>
          </p:nvPr>
        </p:nvSpPr>
        <p:spPr>
          <a:xfrm>
            <a:off x="675206" y="1302325"/>
            <a:ext cx="2914500" cy="2023800"/>
          </a:xfrm>
          <a:prstGeom prst="rect">
            <a:avLst/>
          </a:prstGeom>
        </p:spPr>
        <p:txBody>
          <a:bodyPr anchorCtr="0" anchor="t" bIns="0" lIns="0" spcFirstLastPara="1" rIns="0" wrap="square" tIns="0">
            <a:noAutofit/>
          </a:bodyPr>
          <a:lstStyle>
            <a:lvl1pPr lvl="0">
              <a:spcBef>
                <a:spcPts val="0"/>
              </a:spcBef>
              <a:spcAft>
                <a:spcPts val="0"/>
              </a:spcAft>
              <a:buClr>
                <a:srgbClr val="FFFFFF"/>
              </a:buClr>
              <a:buSzPts val="3600"/>
              <a:buNone/>
              <a:defRPr sz="3600">
                <a:solidFill>
                  <a:srgbClr val="FFFFFF"/>
                </a:solidFill>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cxnSp>
        <p:nvCxnSpPr>
          <p:cNvPr id="762" name="Google Shape;762;p49"/>
          <p:cNvCxnSpPr/>
          <p:nvPr/>
        </p:nvCxnSpPr>
        <p:spPr>
          <a:xfrm rot="10800000">
            <a:off x="335831" y="150"/>
            <a:ext cx="0" cy="664800"/>
          </a:xfrm>
          <a:prstGeom prst="straightConnector1">
            <a:avLst/>
          </a:prstGeom>
          <a:noFill/>
          <a:ln cap="flat" cmpd="sng" w="7150">
            <a:solidFill>
              <a:srgbClr val="EE0000"/>
            </a:solidFill>
            <a:prstDash val="solid"/>
            <a:round/>
            <a:headEnd len="med" w="med" type="none"/>
            <a:tailEnd len="med" w="med" type="none"/>
          </a:ln>
        </p:spPr>
      </p:cxnSp>
      <p:sp>
        <p:nvSpPr>
          <p:cNvPr id="763" name="Google Shape;763;p49"/>
          <p:cNvSpPr txBox="1"/>
          <p:nvPr>
            <p:ph idx="3"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lt1"/>
              </a:buClr>
              <a:buSzPts val="800"/>
              <a:buFont typeface="Red Hat Display Medium"/>
              <a:buNone/>
              <a:defRPr sz="8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800"/>
              <a:buFont typeface="Red Hat Text Medium"/>
              <a:buNone/>
              <a:defRPr sz="800">
                <a:solidFill>
                  <a:schemeClr val="lt1"/>
                </a:solidFill>
                <a:latin typeface="Red Hat Text Medium"/>
                <a:ea typeface="Red Hat Text Medium"/>
                <a:cs typeface="Red Hat Text Medium"/>
                <a:sym typeface="Red Hat Text Medium"/>
              </a:defRPr>
            </a:lvl9pPr>
          </a:lstStyle>
          <a:p/>
        </p:txBody>
      </p:sp>
      <p:cxnSp>
        <p:nvCxnSpPr>
          <p:cNvPr id="764" name="Google Shape;764;p49"/>
          <p:cNvCxnSpPr/>
          <p:nvPr/>
        </p:nvCxnSpPr>
        <p:spPr>
          <a:xfrm rot="10800000">
            <a:off x="335825" y="4801200"/>
            <a:ext cx="0" cy="342300"/>
          </a:xfrm>
          <a:prstGeom prst="straightConnector1">
            <a:avLst/>
          </a:prstGeom>
          <a:noFill/>
          <a:ln cap="flat" cmpd="sng" w="7150">
            <a:solidFill>
              <a:srgbClr val="EE0000"/>
            </a:solidFill>
            <a:prstDash val="solid"/>
            <a:round/>
            <a:headEnd len="med" w="med" type="none"/>
            <a:tailEnd len="med" w="med" type="none"/>
          </a:ln>
        </p:spPr>
      </p:cxnSp>
      <p:pic>
        <p:nvPicPr>
          <p:cNvPr id="765" name="Google Shape;765;p49"/>
          <p:cNvPicPr preferRelativeResize="0"/>
          <p:nvPr/>
        </p:nvPicPr>
        <p:blipFill>
          <a:blip r:embed="rId2">
            <a:alphaModFix/>
          </a:blip>
          <a:stretch>
            <a:fillRect/>
          </a:stretch>
        </p:blipFill>
        <p:spPr>
          <a:xfrm>
            <a:off x="8033460" y="4734378"/>
            <a:ext cx="731888" cy="172209"/>
          </a:xfrm>
          <a:prstGeom prst="rect">
            <a:avLst/>
          </a:prstGeom>
          <a:noFill/>
          <a:ln>
            <a:noFill/>
          </a:ln>
        </p:spPr>
      </p:pic>
      <p:sp>
        <p:nvSpPr>
          <p:cNvPr id="766" name="Google Shape;766;p49"/>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solidFill>
                  <a:schemeClr val="lt1"/>
                </a:solidFill>
                <a:latin typeface="Red Hat Text Medium"/>
                <a:ea typeface="Red Hat Text Medium"/>
                <a:cs typeface="Red Hat Text Medium"/>
                <a:sym typeface="Red Hat Text Medium"/>
              </a:defRPr>
            </a:lvl1pPr>
            <a:lvl2pPr lvl="1" algn="ctr">
              <a:buNone/>
              <a:defRPr sz="600">
                <a:solidFill>
                  <a:schemeClr val="lt1"/>
                </a:solidFill>
                <a:latin typeface="Red Hat Text Medium"/>
                <a:ea typeface="Red Hat Text Medium"/>
                <a:cs typeface="Red Hat Text Medium"/>
                <a:sym typeface="Red Hat Text Medium"/>
              </a:defRPr>
            </a:lvl2pPr>
            <a:lvl3pPr lvl="2" algn="ctr">
              <a:buNone/>
              <a:defRPr sz="600">
                <a:solidFill>
                  <a:schemeClr val="lt1"/>
                </a:solidFill>
                <a:latin typeface="Red Hat Text Medium"/>
                <a:ea typeface="Red Hat Text Medium"/>
                <a:cs typeface="Red Hat Text Medium"/>
                <a:sym typeface="Red Hat Text Medium"/>
              </a:defRPr>
            </a:lvl3pPr>
            <a:lvl4pPr lvl="3" algn="ctr">
              <a:buNone/>
              <a:defRPr sz="600">
                <a:solidFill>
                  <a:schemeClr val="lt1"/>
                </a:solidFill>
                <a:latin typeface="Red Hat Text Medium"/>
                <a:ea typeface="Red Hat Text Medium"/>
                <a:cs typeface="Red Hat Text Medium"/>
                <a:sym typeface="Red Hat Text Medium"/>
              </a:defRPr>
            </a:lvl4pPr>
            <a:lvl5pPr lvl="4" algn="ctr">
              <a:buNone/>
              <a:defRPr sz="600">
                <a:solidFill>
                  <a:schemeClr val="lt1"/>
                </a:solidFill>
                <a:latin typeface="Red Hat Text Medium"/>
                <a:ea typeface="Red Hat Text Medium"/>
                <a:cs typeface="Red Hat Text Medium"/>
                <a:sym typeface="Red Hat Text Medium"/>
              </a:defRPr>
            </a:lvl5pPr>
            <a:lvl6pPr lvl="5" algn="ctr">
              <a:buNone/>
              <a:defRPr sz="600">
                <a:solidFill>
                  <a:schemeClr val="lt1"/>
                </a:solidFill>
                <a:latin typeface="Red Hat Text Medium"/>
                <a:ea typeface="Red Hat Text Medium"/>
                <a:cs typeface="Red Hat Text Medium"/>
                <a:sym typeface="Red Hat Text Medium"/>
              </a:defRPr>
            </a:lvl6pPr>
            <a:lvl7pPr lvl="6" algn="ctr">
              <a:buNone/>
              <a:defRPr sz="600">
                <a:solidFill>
                  <a:schemeClr val="lt1"/>
                </a:solidFill>
                <a:latin typeface="Red Hat Text Medium"/>
                <a:ea typeface="Red Hat Text Medium"/>
                <a:cs typeface="Red Hat Text Medium"/>
                <a:sym typeface="Red Hat Text Medium"/>
              </a:defRPr>
            </a:lvl7pPr>
            <a:lvl8pPr lvl="7" algn="ctr">
              <a:buNone/>
              <a:defRPr sz="600">
                <a:solidFill>
                  <a:schemeClr val="lt1"/>
                </a:solidFill>
                <a:latin typeface="Red Hat Text Medium"/>
                <a:ea typeface="Red Hat Text Medium"/>
                <a:cs typeface="Red Hat Text Medium"/>
                <a:sym typeface="Red Hat Text Medium"/>
              </a:defRPr>
            </a:lvl8pPr>
            <a:lvl9pPr lvl="8" algn="ctr">
              <a:buNone/>
              <a:defRPr sz="600">
                <a:solidFill>
                  <a:schemeClr val="lt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767" name="Google Shape;767;p49"/>
          <p:cNvSpPr txBox="1"/>
          <p:nvPr>
            <p:ph idx="4"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lt1"/>
                </a:solidFill>
              </a:defRPr>
            </a:lvl1pPr>
            <a:lvl2pPr lvl="1">
              <a:lnSpc>
                <a:spcPct val="115000"/>
              </a:lnSpc>
              <a:spcBef>
                <a:spcPts val="0"/>
              </a:spcBef>
              <a:spcAft>
                <a:spcPts val="0"/>
              </a:spcAft>
              <a:buNone/>
              <a:defRPr sz="600">
                <a:solidFill>
                  <a:schemeClr val="lt1"/>
                </a:solidFill>
              </a:defRPr>
            </a:lvl2pPr>
            <a:lvl3pPr lvl="2">
              <a:lnSpc>
                <a:spcPct val="115000"/>
              </a:lnSpc>
              <a:spcBef>
                <a:spcPts val="0"/>
              </a:spcBef>
              <a:spcAft>
                <a:spcPts val="0"/>
              </a:spcAft>
              <a:buNone/>
              <a:defRPr sz="600">
                <a:solidFill>
                  <a:schemeClr val="lt1"/>
                </a:solidFill>
              </a:defRPr>
            </a:lvl3pPr>
            <a:lvl4pPr lvl="3">
              <a:lnSpc>
                <a:spcPct val="115000"/>
              </a:lnSpc>
              <a:spcBef>
                <a:spcPts val="0"/>
              </a:spcBef>
              <a:spcAft>
                <a:spcPts val="0"/>
              </a:spcAft>
              <a:buNone/>
              <a:defRPr sz="600">
                <a:solidFill>
                  <a:schemeClr val="lt1"/>
                </a:solidFill>
              </a:defRPr>
            </a:lvl4pPr>
            <a:lvl5pPr lvl="4">
              <a:lnSpc>
                <a:spcPct val="115000"/>
              </a:lnSpc>
              <a:spcBef>
                <a:spcPts val="0"/>
              </a:spcBef>
              <a:spcAft>
                <a:spcPts val="0"/>
              </a:spcAft>
              <a:buNone/>
              <a:defRPr sz="600">
                <a:solidFill>
                  <a:schemeClr val="lt1"/>
                </a:solidFill>
              </a:defRPr>
            </a:lvl5pPr>
            <a:lvl6pPr lvl="5">
              <a:lnSpc>
                <a:spcPct val="115000"/>
              </a:lnSpc>
              <a:spcBef>
                <a:spcPts val="0"/>
              </a:spcBef>
              <a:spcAft>
                <a:spcPts val="0"/>
              </a:spcAft>
              <a:buNone/>
              <a:defRPr sz="600">
                <a:solidFill>
                  <a:schemeClr val="lt1"/>
                </a:solidFill>
              </a:defRPr>
            </a:lvl6pPr>
            <a:lvl7pPr lvl="6">
              <a:lnSpc>
                <a:spcPct val="115000"/>
              </a:lnSpc>
              <a:spcBef>
                <a:spcPts val="0"/>
              </a:spcBef>
              <a:spcAft>
                <a:spcPts val="0"/>
              </a:spcAft>
              <a:buNone/>
              <a:defRPr sz="600">
                <a:solidFill>
                  <a:schemeClr val="lt1"/>
                </a:solidFill>
              </a:defRPr>
            </a:lvl7pPr>
            <a:lvl8pPr lvl="7">
              <a:lnSpc>
                <a:spcPct val="115000"/>
              </a:lnSpc>
              <a:spcBef>
                <a:spcPts val="0"/>
              </a:spcBef>
              <a:spcAft>
                <a:spcPts val="0"/>
              </a:spcAft>
              <a:buNone/>
              <a:defRPr sz="600">
                <a:solidFill>
                  <a:schemeClr val="lt1"/>
                </a:solidFill>
              </a:defRPr>
            </a:lvl8pPr>
            <a:lvl9pPr lvl="8">
              <a:lnSpc>
                <a:spcPct val="115000"/>
              </a:lnSpc>
              <a:spcBef>
                <a:spcPts val="0"/>
              </a:spcBef>
              <a:spcAft>
                <a:spcPts val="0"/>
              </a:spcAft>
              <a:buNone/>
              <a:defRPr sz="600">
                <a:solidFill>
                  <a:schemeClr val="lt1"/>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light">
  <p:cSld name="CUSTOM_4_1_1">
    <p:bg>
      <p:bgPr>
        <a:solidFill>
          <a:schemeClr val="lt1"/>
        </a:solidFill>
      </p:bgPr>
    </p:bg>
    <p:spTree>
      <p:nvGrpSpPr>
        <p:cNvPr id="768" name="Shape 768"/>
        <p:cNvGrpSpPr/>
        <p:nvPr/>
      </p:nvGrpSpPr>
      <p:grpSpPr>
        <a:xfrm>
          <a:off x="0" y="0"/>
          <a:ext cx="0" cy="0"/>
          <a:chOff x="0" y="0"/>
          <a:chExt cx="0" cy="0"/>
        </a:xfrm>
      </p:grpSpPr>
      <p:cxnSp>
        <p:nvCxnSpPr>
          <p:cNvPr id="769" name="Google Shape;769;p50"/>
          <p:cNvCxnSpPr/>
          <p:nvPr/>
        </p:nvCxnSpPr>
        <p:spPr>
          <a:xfrm rot="10800000">
            <a:off x="335831" y="150"/>
            <a:ext cx="0" cy="664800"/>
          </a:xfrm>
          <a:prstGeom prst="straightConnector1">
            <a:avLst/>
          </a:prstGeom>
          <a:noFill/>
          <a:ln cap="flat" cmpd="sng" w="7150">
            <a:solidFill>
              <a:srgbClr val="EE0000"/>
            </a:solidFill>
            <a:prstDash val="solid"/>
            <a:round/>
            <a:headEnd len="med" w="med" type="none"/>
            <a:tailEnd len="med" w="med" type="none"/>
          </a:ln>
        </p:spPr>
      </p:cxnSp>
      <p:sp>
        <p:nvSpPr>
          <p:cNvPr id="770" name="Google Shape;770;p50"/>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rgbClr val="141414"/>
              </a:buClr>
              <a:buSzPts val="800"/>
              <a:buFont typeface="Red Hat Text Medium"/>
              <a:buNone/>
              <a:defRPr sz="800">
                <a:solidFill>
                  <a:srgbClr val="141414"/>
                </a:solidFill>
                <a:latin typeface="Red Hat Text Medium"/>
                <a:ea typeface="Red Hat Text Medium"/>
                <a:cs typeface="Red Hat Text Medium"/>
                <a:sym typeface="Red Hat Text Medium"/>
              </a:defRPr>
            </a:lvl2pPr>
            <a:lvl3pPr lvl="2">
              <a:lnSpc>
                <a:spcPct val="100000"/>
              </a:lnSpc>
              <a:spcBef>
                <a:spcPts val="0"/>
              </a:spcBef>
              <a:spcAft>
                <a:spcPts val="0"/>
              </a:spcAft>
              <a:buClr>
                <a:srgbClr val="141414"/>
              </a:buClr>
              <a:buSzPts val="800"/>
              <a:buFont typeface="Red Hat Text Medium"/>
              <a:buNone/>
              <a:defRPr sz="800">
                <a:solidFill>
                  <a:srgbClr val="141414"/>
                </a:solidFill>
                <a:latin typeface="Red Hat Text Medium"/>
                <a:ea typeface="Red Hat Text Medium"/>
                <a:cs typeface="Red Hat Text Medium"/>
                <a:sym typeface="Red Hat Text Medium"/>
              </a:defRPr>
            </a:lvl3pPr>
            <a:lvl4pPr lvl="3">
              <a:lnSpc>
                <a:spcPct val="100000"/>
              </a:lnSpc>
              <a:spcBef>
                <a:spcPts val="0"/>
              </a:spcBef>
              <a:spcAft>
                <a:spcPts val="0"/>
              </a:spcAft>
              <a:buClr>
                <a:srgbClr val="141414"/>
              </a:buClr>
              <a:buSzPts val="800"/>
              <a:buFont typeface="Red Hat Text Medium"/>
              <a:buNone/>
              <a:defRPr sz="800">
                <a:solidFill>
                  <a:srgbClr val="141414"/>
                </a:solidFill>
                <a:latin typeface="Red Hat Text Medium"/>
                <a:ea typeface="Red Hat Text Medium"/>
                <a:cs typeface="Red Hat Text Medium"/>
                <a:sym typeface="Red Hat Text Medium"/>
              </a:defRPr>
            </a:lvl4pPr>
            <a:lvl5pPr lvl="4">
              <a:lnSpc>
                <a:spcPct val="100000"/>
              </a:lnSpc>
              <a:spcBef>
                <a:spcPts val="0"/>
              </a:spcBef>
              <a:spcAft>
                <a:spcPts val="0"/>
              </a:spcAft>
              <a:buClr>
                <a:srgbClr val="141414"/>
              </a:buClr>
              <a:buSzPts val="800"/>
              <a:buFont typeface="Red Hat Text Medium"/>
              <a:buNone/>
              <a:defRPr sz="800">
                <a:solidFill>
                  <a:srgbClr val="141414"/>
                </a:solidFill>
                <a:latin typeface="Red Hat Text Medium"/>
                <a:ea typeface="Red Hat Text Medium"/>
                <a:cs typeface="Red Hat Text Medium"/>
                <a:sym typeface="Red Hat Text Medium"/>
              </a:defRPr>
            </a:lvl5pPr>
            <a:lvl6pPr lvl="5">
              <a:lnSpc>
                <a:spcPct val="100000"/>
              </a:lnSpc>
              <a:spcBef>
                <a:spcPts val="0"/>
              </a:spcBef>
              <a:spcAft>
                <a:spcPts val="0"/>
              </a:spcAft>
              <a:buClr>
                <a:srgbClr val="141414"/>
              </a:buClr>
              <a:buSzPts val="800"/>
              <a:buFont typeface="Red Hat Text Medium"/>
              <a:buNone/>
              <a:defRPr sz="800">
                <a:solidFill>
                  <a:srgbClr val="141414"/>
                </a:solidFill>
                <a:latin typeface="Red Hat Text Medium"/>
                <a:ea typeface="Red Hat Text Medium"/>
                <a:cs typeface="Red Hat Text Medium"/>
                <a:sym typeface="Red Hat Text Medium"/>
              </a:defRPr>
            </a:lvl6pPr>
            <a:lvl7pPr lvl="6">
              <a:lnSpc>
                <a:spcPct val="100000"/>
              </a:lnSpc>
              <a:spcBef>
                <a:spcPts val="0"/>
              </a:spcBef>
              <a:spcAft>
                <a:spcPts val="0"/>
              </a:spcAft>
              <a:buClr>
                <a:srgbClr val="141414"/>
              </a:buClr>
              <a:buSzPts val="800"/>
              <a:buFont typeface="Red Hat Text Medium"/>
              <a:buNone/>
              <a:defRPr sz="800">
                <a:solidFill>
                  <a:srgbClr val="141414"/>
                </a:solidFill>
                <a:latin typeface="Red Hat Text Medium"/>
                <a:ea typeface="Red Hat Text Medium"/>
                <a:cs typeface="Red Hat Text Medium"/>
                <a:sym typeface="Red Hat Text Medium"/>
              </a:defRPr>
            </a:lvl7pPr>
            <a:lvl8pPr lvl="7">
              <a:lnSpc>
                <a:spcPct val="100000"/>
              </a:lnSpc>
              <a:spcBef>
                <a:spcPts val="0"/>
              </a:spcBef>
              <a:spcAft>
                <a:spcPts val="0"/>
              </a:spcAft>
              <a:buClr>
                <a:srgbClr val="141414"/>
              </a:buClr>
              <a:buSzPts val="800"/>
              <a:buFont typeface="Red Hat Text Medium"/>
              <a:buNone/>
              <a:defRPr sz="800">
                <a:solidFill>
                  <a:srgbClr val="141414"/>
                </a:solidFill>
                <a:latin typeface="Red Hat Text Medium"/>
                <a:ea typeface="Red Hat Text Medium"/>
                <a:cs typeface="Red Hat Text Medium"/>
                <a:sym typeface="Red Hat Text Medium"/>
              </a:defRPr>
            </a:lvl8pPr>
            <a:lvl9pPr lvl="8">
              <a:lnSpc>
                <a:spcPct val="100000"/>
              </a:lnSpc>
              <a:spcBef>
                <a:spcPts val="0"/>
              </a:spcBef>
              <a:spcAft>
                <a:spcPts val="0"/>
              </a:spcAft>
              <a:buClr>
                <a:srgbClr val="141414"/>
              </a:buClr>
              <a:buSzPts val="800"/>
              <a:buFont typeface="Red Hat Text Medium"/>
              <a:buNone/>
              <a:defRPr sz="800">
                <a:solidFill>
                  <a:srgbClr val="141414"/>
                </a:solidFill>
                <a:latin typeface="Red Hat Text Medium"/>
                <a:ea typeface="Red Hat Text Medium"/>
                <a:cs typeface="Red Hat Text Medium"/>
                <a:sym typeface="Red Hat Text Medium"/>
              </a:defRPr>
            </a:lvl9pPr>
          </a:lstStyle>
          <a:p/>
        </p:txBody>
      </p:sp>
      <p:cxnSp>
        <p:nvCxnSpPr>
          <p:cNvPr id="771" name="Google Shape;771;p50"/>
          <p:cNvCxnSpPr/>
          <p:nvPr/>
        </p:nvCxnSpPr>
        <p:spPr>
          <a:xfrm rot="10800000">
            <a:off x="335825" y="4801200"/>
            <a:ext cx="0" cy="342300"/>
          </a:xfrm>
          <a:prstGeom prst="straightConnector1">
            <a:avLst/>
          </a:prstGeom>
          <a:noFill/>
          <a:ln cap="flat" cmpd="sng" w="7150">
            <a:solidFill>
              <a:srgbClr val="EE0000"/>
            </a:solidFill>
            <a:prstDash val="solid"/>
            <a:round/>
            <a:headEnd len="med" w="med" type="none"/>
            <a:tailEnd len="med" w="med" type="none"/>
          </a:ln>
        </p:spPr>
      </p:cxnSp>
      <p:sp>
        <p:nvSpPr>
          <p:cNvPr id="772" name="Google Shape;772;p50"/>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solidFill>
                  <a:schemeClr val="dk1"/>
                </a:solidFill>
                <a:latin typeface="Red Hat Text Medium"/>
                <a:ea typeface="Red Hat Text Medium"/>
                <a:cs typeface="Red Hat Text Medium"/>
                <a:sym typeface="Red Hat Text Medium"/>
              </a:defRPr>
            </a:lvl1pPr>
            <a:lvl2pPr lvl="1" algn="ctr">
              <a:buNone/>
              <a:defRPr sz="600">
                <a:solidFill>
                  <a:schemeClr val="dk1"/>
                </a:solidFill>
                <a:latin typeface="Red Hat Text Medium"/>
                <a:ea typeface="Red Hat Text Medium"/>
                <a:cs typeface="Red Hat Text Medium"/>
                <a:sym typeface="Red Hat Text Medium"/>
              </a:defRPr>
            </a:lvl2pPr>
            <a:lvl3pPr lvl="2" algn="ctr">
              <a:buNone/>
              <a:defRPr sz="600">
                <a:solidFill>
                  <a:schemeClr val="dk1"/>
                </a:solidFill>
                <a:latin typeface="Red Hat Text Medium"/>
                <a:ea typeface="Red Hat Text Medium"/>
                <a:cs typeface="Red Hat Text Medium"/>
                <a:sym typeface="Red Hat Text Medium"/>
              </a:defRPr>
            </a:lvl3pPr>
            <a:lvl4pPr lvl="3" algn="ctr">
              <a:buNone/>
              <a:defRPr sz="600">
                <a:solidFill>
                  <a:schemeClr val="dk1"/>
                </a:solidFill>
                <a:latin typeface="Red Hat Text Medium"/>
                <a:ea typeface="Red Hat Text Medium"/>
                <a:cs typeface="Red Hat Text Medium"/>
                <a:sym typeface="Red Hat Text Medium"/>
              </a:defRPr>
            </a:lvl4pPr>
            <a:lvl5pPr lvl="4" algn="ctr">
              <a:buNone/>
              <a:defRPr sz="600">
                <a:solidFill>
                  <a:schemeClr val="dk1"/>
                </a:solidFill>
                <a:latin typeface="Red Hat Text Medium"/>
                <a:ea typeface="Red Hat Text Medium"/>
                <a:cs typeface="Red Hat Text Medium"/>
                <a:sym typeface="Red Hat Text Medium"/>
              </a:defRPr>
            </a:lvl5pPr>
            <a:lvl6pPr lvl="5" algn="ctr">
              <a:buNone/>
              <a:defRPr sz="600">
                <a:solidFill>
                  <a:schemeClr val="dk1"/>
                </a:solidFill>
                <a:latin typeface="Red Hat Text Medium"/>
                <a:ea typeface="Red Hat Text Medium"/>
                <a:cs typeface="Red Hat Text Medium"/>
                <a:sym typeface="Red Hat Text Medium"/>
              </a:defRPr>
            </a:lvl6pPr>
            <a:lvl7pPr lvl="6" algn="ctr">
              <a:buNone/>
              <a:defRPr sz="600">
                <a:solidFill>
                  <a:schemeClr val="dk1"/>
                </a:solidFill>
                <a:latin typeface="Red Hat Text Medium"/>
                <a:ea typeface="Red Hat Text Medium"/>
                <a:cs typeface="Red Hat Text Medium"/>
                <a:sym typeface="Red Hat Text Medium"/>
              </a:defRPr>
            </a:lvl7pPr>
            <a:lvl8pPr lvl="7" algn="ctr">
              <a:buNone/>
              <a:defRPr sz="600">
                <a:solidFill>
                  <a:schemeClr val="dk1"/>
                </a:solidFill>
                <a:latin typeface="Red Hat Text Medium"/>
                <a:ea typeface="Red Hat Text Medium"/>
                <a:cs typeface="Red Hat Text Medium"/>
                <a:sym typeface="Red Hat Text Medium"/>
              </a:defRPr>
            </a:lvl8pPr>
            <a:lvl9pPr lvl="8" algn="ctr">
              <a:buNone/>
              <a:defRPr sz="6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73" name="Google Shape;773;p50"/>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774" name="Google Shape;774;p50"/>
          <p:cNvSpPr txBox="1"/>
          <p:nvPr>
            <p:ph idx="2"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775" name="Google Shape;775;p50"/>
          <p:cNvSpPr txBox="1"/>
          <p:nvPr>
            <p:ph idx="3" type="body"/>
          </p:nvPr>
        </p:nvSpPr>
        <p:spPr>
          <a:xfrm>
            <a:off x="6502425" y="1387106"/>
            <a:ext cx="1599000" cy="2250000"/>
          </a:xfrm>
          <a:prstGeom prst="rect">
            <a:avLst/>
          </a:prstGeom>
        </p:spPr>
        <p:txBody>
          <a:bodyPr anchorCtr="0" anchor="t" bIns="0" lIns="0" spcFirstLastPara="1" rIns="0" wrap="square" tIns="0">
            <a:noAutofit/>
          </a:bodyPr>
          <a:lstStyle>
            <a:lvl1pPr indent="-317500" lvl="0" marL="457200">
              <a:lnSpc>
                <a:spcPct val="115000"/>
              </a:lnSpc>
              <a:spcBef>
                <a:spcPts val="0"/>
              </a:spcBef>
              <a:spcAft>
                <a:spcPts val="0"/>
              </a:spcAft>
              <a:buSzPts val="1400"/>
              <a:buChar char="▸"/>
              <a:defRPr/>
            </a:lvl1pPr>
            <a:lvl2pPr indent="-317500" lvl="1" marL="914400">
              <a:lnSpc>
                <a:spcPct val="115000"/>
              </a:lnSpc>
              <a:spcBef>
                <a:spcPts val="1500"/>
              </a:spcBef>
              <a:spcAft>
                <a:spcPts val="0"/>
              </a:spcAft>
              <a:buSzPts val="1400"/>
              <a:buChar char="･"/>
              <a:defRPr/>
            </a:lvl2pPr>
            <a:lvl3pPr indent="-317500" lvl="2" marL="1371600">
              <a:lnSpc>
                <a:spcPct val="115000"/>
              </a:lnSpc>
              <a:spcBef>
                <a:spcPts val="1500"/>
              </a:spcBef>
              <a:spcAft>
                <a:spcPts val="0"/>
              </a:spcAft>
              <a:buSzPts val="1400"/>
              <a:buChar char="･"/>
              <a:defRPr/>
            </a:lvl3pPr>
            <a:lvl4pPr indent="-317500" lvl="3" marL="1828800">
              <a:lnSpc>
                <a:spcPct val="115000"/>
              </a:lnSpc>
              <a:spcBef>
                <a:spcPts val="1500"/>
              </a:spcBef>
              <a:spcAft>
                <a:spcPts val="0"/>
              </a:spcAft>
              <a:buSzPts val="1400"/>
              <a:buChar char="･"/>
              <a:defRPr/>
            </a:lvl4pPr>
            <a:lvl5pPr indent="-317500" lvl="4" marL="2286000">
              <a:lnSpc>
                <a:spcPct val="115000"/>
              </a:lnSpc>
              <a:spcBef>
                <a:spcPts val="1500"/>
              </a:spcBef>
              <a:spcAft>
                <a:spcPts val="0"/>
              </a:spcAft>
              <a:buSzPts val="1400"/>
              <a:buChar char="･"/>
              <a:defRPr/>
            </a:lvl5pPr>
            <a:lvl6pPr indent="-317500" lvl="5" marL="2743200">
              <a:lnSpc>
                <a:spcPct val="115000"/>
              </a:lnSpc>
              <a:spcBef>
                <a:spcPts val="1500"/>
              </a:spcBef>
              <a:spcAft>
                <a:spcPts val="0"/>
              </a:spcAft>
              <a:buSzPts val="1400"/>
              <a:buChar char="･"/>
              <a:defRPr/>
            </a:lvl6pPr>
            <a:lvl7pPr indent="-317500" lvl="6" marL="3200400">
              <a:lnSpc>
                <a:spcPct val="115000"/>
              </a:lnSpc>
              <a:spcBef>
                <a:spcPts val="1500"/>
              </a:spcBef>
              <a:spcAft>
                <a:spcPts val="0"/>
              </a:spcAft>
              <a:buSzPts val="1400"/>
              <a:buChar char="･"/>
              <a:defRPr/>
            </a:lvl7pPr>
            <a:lvl8pPr indent="-317500" lvl="7" marL="3657600">
              <a:lnSpc>
                <a:spcPct val="115000"/>
              </a:lnSpc>
              <a:spcBef>
                <a:spcPts val="1500"/>
              </a:spcBef>
              <a:spcAft>
                <a:spcPts val="0"/>
              </a:spcAft>
              <a:buSzPts val="1400"/>
              <a:buChar char="･"/>
              <a:defRPr/>
            </a:lvl8pPr>
            <a:lvl9pPr indent="-317500" lvl="8" marL="4114800">
              <a:lnSpc>
                <a:spcPct val="115000"/>
              </a:lnSpc>
              <a:spcBef>
                <a:spcPts val="1500"/>
              </a:spcBef>
              <a:spcAft>
                <a:spcPts val="1500"/>
              </a:spcAft>
              <a:buSzPts val="1400"/>
              <a:buChar char="･"/>
              <a:defRPr/>
            </a:lvl9pPr>
          </a:lstStyle>
          <a:p/>
        </p:txBody>
      </p:sp>
      <p:sp>
        <p:nvSpPr>
          <p:cNvPr id="776" name="Google Shape;776;p50"/>
          <p:cNvSpPr txBox="1"/>
          <p:nvPr>
            <p:ph idx="4" type="body"/>
          </p:nvPr>
        </p:nvSpPr>
        <p:spPr>
          <a:xfrm>
            <a:off x="4281525" y="1387106"/>
            <a:ext cx="1599000" cy="2250000"/>
          </a:xfrm>
          <a:prstGeom prst="rect">
            <a:avLst/>
          </a:prstGeom>
        </p:spPr>
        <p:txBody>
          <a:bodyPr anchorCtr="0" anchor="t" bIns="0" lIns="0" spcFirstLastPara="1" rIns="0" wrap="square" tIns="0">
            <a:noAutofit/>
          </a:bodyPr>
          <a:lstStyle>
            <a:lvl1pPr indent="-317500" lvl="0" marL="457200">
              <a:lnSpc>
                <a:spcPct val="115000"/>
              </a:lnSpc>
              <a:spcBef>
                <a:spcPts val="0"/>
              </a:spcBef>
              <a:spcAft>
                <a:spcPts val="0"/>
              </a:spcAft>
              <a:buSzPts val="1400"/>
              <a:buChar char="▸"/>
              <a:defRPr/>
            </a:lvl1pPr>
            <a:lvl2pPr indent="-317500" lvl="1" marL="914400">
              <a:lnSpc>
                <a:spcPct val="115000"/>
              </a:lnSpc>
              <a:spcBef>
                <a:spcPts val="1500"/>
              </a:spcBef>
              <a:spcAft>
                <a:spcPts val="0"/>
              </a:spcAft>
              <a:buSzPts val="1400"/>
              <a:buChar char="･"/>
              <a:defRPr/>
            </a:lvl2pPr>
            <a:lvl3pPr indent="-317500" lvl="2" marL="1371600">
              <a:lnSpc>
                <a:spcPct val="115000"/>
              </a:lnSpc>
              <a:spcBef>
                <a:spcPts val="1500"/>
              </a:spcBef>
              <a:spcAft>
                <a:spcPts val="0"/>
              </a:spcAft>
              <a:buSzPts val="1400"/>
              <a:buChar char="･"/>
              <a:defRPr/>
            </a:lvl3pPr>
            <a:lvl4pPr indent="-317500" lvl="3" marL="1828800">
              <a:lnSpc>
                <a:spcPct val="115000"/>
              </a:lnSpc>
              <a:spcBef>
                <a:spcPts val="1500"/>
              </a:spcBef>
              <a:spcAft>
                <a:spcPts val="0"/>
              </a:spcAft>
              <a:buSzPts val="1400"/>
              <a:buChar char="･"/>
              <a:defRPr/>
            </a:lvl4pPr>
            <a:lvl5pPr indent="-317500" lvl="4" marL="2286000">
              <a:lnSpc>
                <a:spcPct val="115000"/>
              </a:lnSpc>
              <a:spcBef>
                <a:spcPts val="1500"/>
              </a:spcBef>
              <a:spcAft>
                <a:spcPts val="0"/>
              </a:spcAft>
              <a:buSzPts val="1400"/>
              <a:buChar char="･"/>
              <a:defRPr/>
            </a:lvl5pPr>
            <a:lvl6pPr indent="-317500" lvl="5" marL="2743200">
              <a:lnSpc>
                <a:spcPct val="115000"/>
              </a:lnSpc>
              <a:spcBef>
                <a:spcPts val="1500"/>
              </a:spcBef>
              <a:spcAft>
                <a:spcPts val="0"/>
              </a:spcAft>
              <a:buSzPts val="1400"/>
              <a:buChar char="･"/>
              <a:defRPr/>
            </a:lvl6pPr>
            <a:lvl7pPr indent="-317500" lvl="6" marL="3200400">
              <a:lnSpc>
                <a:spcPct val="115000"/>
              </a:lnSpc>
              <a:spcBef>
                <a:spcPts val="1500"/>
              </a:spcBef>
              <a:spcAft>
                <a:spcPts val="0"/>
              </a:spcAft>
              <a:buSzPts val="1400"/>
              <a:buChar char="･"/>
              <a:defRPr/>
            </a:lvl7pPr>
            <a:lvl8pPr indent="-317500" lvl="7" marL="3657600">
              <a:lnSpc>
                <a:spcPct val="115000"/>
              </a:lnSpc>
              <a:spcBef>
                <a:spcPts val="1500"/>
              </a:spcBef>
              <a:spcAft>
                <a:spcPts val="0"/>
              </a:spcAft>
              <a:buSzPts val="1400"/>
              <a:buChar char="･"/>
              <a:defRPr/>
            </a:lvl8pPr>
            <a:lvl9pPr indent="-317500" lvl="8" marL="4114800">
              <a:lnSpc>
                <a:spcPct val="115000"/>
              </a:lnSpc>
              <a:spcBef>
                <a:spcPts val="1500"/>
              </a:spcBef>
              <a:spcAft>
                <a:spcPts val="1500"/>
              </a:spcAft>
              <a:buSzPts val="1400"/>
              <a:buChar char="･"/>
              <a:defRPr/>
            </a:lvl9pPr>
          </a:lstStyle>
          <a:p/>
        </p:txBody>
      </p:sp>
      <p:sp>
        <p:nvSpPr>
          <p:cNvPr id="777" name="Google Shape;777;p50"/>
          <p:cNvSpPr txBox="1"/>
          <p:nvPr>
            <p:ph type="title"/>
          </p:nvPr>
        </p:nvSpPr>
        <p:spPr>
          <a:xfrm>
            <a:off x="675206" y="1302325"/>
            <a:ext cx="2914500" cy="20238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3600"/>
              <a:buNone/>
              <a:defRPr sz="3600">
                <a:solidFill>
                  <a:schemeClr val="accent1"/>
                </a:solidFill>
              </a:defRPr>
            </a:lvl1pPr>
            <a:lvl2pPr lvl="1">
              <a:spcBef>
                <a:spcPts val="0"/>
              </a:spcBef>
              <a:spcAft>
                <a:spcPts val="0"/>
              </a:spcAft>
              <a:buClr>
                <a:schemeClr val="accent1"/>
              </a:buClr>
              <a:buSzPts val="3600"/>
              <a:buNone/>
              <a:defRPr sz="3600">
                <a:solidFill>
                  <a:schemeClr val="accent1"/>
                </a:solidFill>
              </a:defRPr>
            </a:lvl2pPr>
            <a:lvl3pPr lvl="2">
              <a:spcBef>
                <a:spcPts val="0"/>
              </a:spcBef>
              <a:spcAft>
                <a:spcPts val="0"/>
              </a:spcAft>
              <a:buClr>
                <a:schemeClr val="accent1"/>
              </a:buClr>
              <a:buSzPts val="3600"/>
              <a:buNone/>
              <a:defRPr sz="3600">
                <a:solidFill>
                  <a:schemeClr val="accent1"/>
                </a:solidFill>
              </a:defRPr>
            </a:lvl3pPr>
            <a:lvl4pPr lvl="3">
              <a:spcBef>
                <a:spcPts val="0"/>
              </a:spcBef>
              <a:spcAft>
                <a:spcPts val="0"/>
              </a:spcAft>
              <a:buClr>
                <a:schemeClr val="accent1"/>
              </a:buClr>
              <a:buSzPts val="3600"/>
              <a:buNone/>
              <a:defRPr sz="3600">
                <a:solidFill>
                  <a:schemeClr val="accent1"/>
                </a:solidFill>
              </a:defRPr>
            </a:lvl4pPr>
            <a:lvl5pPr lvl="4">
              <a:spcBef>
                <a:spcPts val="0"/>
              </a:spcBef>
              <a:spcAft>
                <a:spcPts val="0"/>
              </a:spcAft>
              <a:buClr>
                <a:schemeClr val="accent1"/>
              </a:buClr>
              <a:buSzPts val="3600"/>
              <a:buNone/>
              <a:defRPr sz="3600">
                <a:solidFill>
                  <a:schemeClr val="accent1"/>
                </a:solidFill>
              </a:defRPr>
            </a:lvl5pPr>
            <a:lvl6pPr lvl="5">
              <a:spcBef>
                <a:spcPts val="0"/>
              </a:spcBef>
              <a:spcAft>
                <a:spcPts val="0"/>
              </a:spcAft>
              <a:buClr>
                <a:schemeClr val="accent1"/>
              </a:buClr>
              <a:buSzPts val="3600"/>
              <a:buNone/>
              <a:defRPr sz="3600">
                <a:solidFill>
                  <a:schemeClr val="accent1"/>
                </a:solidFill>
              </a:defRPr>
            </a:lvl6pPr>
            <a:lvl7pPr lvl="6">
              <a:spcBef>
                <a:spcPts val="0"/>
              </a:spcBef>
              <a:spcAft>
                <a:spcPts val="0"/>
              </a:spcAft>
              <a:buClr>
                <a:schemeClr val="accent1"/>
              </a:buClr>
              <a:buSzPts val="3600"/>
              <a:buNone/>
              <a:defRPr sz="3600">
                <a:solidFill>
                  <a:schemeClr val="accent1"/>
                </a:solidFill>
              </a:defRPr>
            </a:lvl7pPr>
            <a:lvl8pPr lvl="7">
              <a:spcBef>
                <a:spcPts val="0"/>
              </a:spcBef>
              <a:spcAft>
                <a:spcPts val="0"/>
              </a:spcAft>
              <a:buClr>
                <a:schemeClr val="accent1"/>
              </a:buClr>
              <a:buSzPts val="3600"/>
              <a:buNone/>
              <a:defRPr sz="3600">
                <a:solidFill>
                  <a:schemeClr val="accent1"/>
                </a:solidFill>
              </a:defRPr>
            </a:lvl8pPr>
            <a:lvl9pPr lvl="8">
              <a:spcBef>
                <a:spcPts val="0"/>
              </a:spcBef>
              <a:spcAft>
                <a:spcPts val="0"/>
              </a:spcAft>
              <a:buClr>
                <a:schemeClr val="accent1"/>
              </a:buClr>
              <a:buSzPts val="3600"/>
              <a:buNone/>
              <a:defRPr sz="3600">
                <a:solidFill>
                  <a:schemeClr val="accent1"/>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overview">
  <p:cSld name="CUSTOM_4_1_1_1">
    <p:bg>
      <p:bgPr>
        <a:solidFill>
          <a:schemeClr val="lt1"/>
        </a:solidFill>
      </p:bgPr>
    </p:bg>
    <p:spTree>
      <p:nvGrpSpPr>
        <p:cNvPr id="778" name="Shape 778"/>
        <p:cNvGrpSpPr/>
        <p:nvPr/>
      </p:nvGrpSpPr>
      <p:grpSpPr>
        <a:xfrm>
          <a:off x="0" y="0"/>
          <a:ext cx="0" cy="0"/>
          <a:chOff x="0" y="0"/>
          <a:chExt cx="0" cy="0"/>
        </a:xfrm>
      </p:grpSpPr>
      <p:cxnSp>
        <p:nvCxnSpPr>
          <p:cNvPr id="779" name="Google Shape;779;p51"/>
          <p:cNvCxnSpPr/>
          <p:nvPr/>
        </p:nvCxnSpPr>
        <p:spPr>
          <a:xfrm rot="10800000">
            <a:off x="335831" y="150"/>
            <a:ext cx="0" cy="664800"/>
          </a:xfrm>
          <a:prstGeom prst="straightConnector1">
            <a:avLst/>
          </a:prstGeom>
          <a:noFill/>
          <a:ln cap="flat" cmpd="sng" w="7150">
            <a:solidFill>
              <a:srgbClr val="EE0000"/>
            </a:solidFill>
            <a:prstDash val="solid"/>
            <a:round/>
            <a:headEnd len="med" w="med" type="none"/>
            <a:tailEnd len="med" w="med" type="none"/>
          </a:ln>
        </p:spPr>
      </p:cxnSp>
      <p:sp>
        <p:nvSpPr>
          <p:cNvPr id="780" name="Google Shape;780;p51"/>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SzPts val="800"/>
              <a:buFont typeface="Red Hat Display Medium"/>
              <a:buNone/>
              <a:defRPr sz="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rgbClr val="141414"/>
              </a:buClr>
              <a:buSzPts val="800"/>
              <a:buFont typeface="Red Hat Text Medium"/>
              <a:buNone/>
              <a:defRPr sz="800">
                <a:solidFill>
                  <a:srgbClr val="141414"/>
                </a:solidFill>
                <a:latin typeface="Red Hat Text Medium"/>
                <a:ea typeface="Red Hat Text Medium"/>
                <a:cs typeface="Red Hat Text Medium"/>
                <a:sym typeface="Red Hat Text Medium"/>
              </a:defRPr>
            </a:lvl2pPr>
            <a:lvl3pPr lvl="2">
              <a:lnSpc>
                <a:spcPct val="100000"/>
              </a:lnSpc>
              <a:spcBef>
                <a:spcPts val="0"/>
              </a:spcBef>
              <a:spcAft>
                <a:spcPts val="0"/>
              </a:spcAft>
              <a:buClr>
                <a:srgbClr val="141414"/>
              </a:buClr>
              <a:buSzPts val="800"/>
              <a:buFont typeface="Red Hat Text Medium"/>
              <a:buNone/>
              <a:defRPr sz="800">
                <a:solidFill>
                  <a:srgbClr val="141414"/>
                </a:solidFill>
                <a:latin typeface="Red Hat Text Medium"/>
                <a:ea typeface="Red Hat Text Medium"/>
                <a:cs typeface="Red Hat Text Medium"/>
                <a:sym typeface="Red Hat Text Medium"/>
              </a:defRPr>
            </a:lvl3pPr>
            <a:lvl4pPr lvl="3">
              <a:lnSpc>
                <a:spcPct val="100000"/>
              </a:lnSpc>
              <a:spcBef>
                <a:spcPts val="0"/>
              </a:spcBef>
              <a:spcAft>
                <a:spcPts val="0"/>
              </a:spcAft>
              <a:buClr>
                <a:srgbClr val="141414"/>
              </a:buClr>
              <a:buSzPts val="800"/>
              <a:buFont typeface="Red Hat Text Medium"/>
              <a:buNone/>
              <a:defRPr sz="800">
                <a:solidFill>
                  <a:srgbClr val="141414"/>
                </a:solidFill>
                <a:latin typeface="Red Hat Text Medium"/>
                <a:ea typeface="Red Hat Text Medium"/>
                <a:cs typeface="Red Hat Text Medium"/>
                <a:sym typeface="Red Hat Text Medium"/>
              </a:defRPr>
            </a:lvl4pPr>
            <a:lvl5pPr lvl="4">
              <a:lnSpc>
                <a:spcPct val="100000"/>
              </a:lnSpc>
              <a:spcBef>
                <a:spcPts val="0"/>
              </a:spcBef>
              <a:spcAft>
                <a:spcPts val="0"/>
              </a:spcAft>
              <a:buClr>
                <a:srgbClr val="141414"/>
              </a:buClr>
              <a:buSzPts val="800"/>
              <a:buFont typeface="Red Hat Text Medium"/>
              <a:buNone/>
              <a:defRPr sz="800">
                <a:solidFill>
                  <a:srgbClr val="141414"/>
                </a:solidFill>
                <a:latin typeface="Red Hat Text Medium"/>
                <a:ea typeface="Red Hat Text Medium"/>
                <a:cs typeface="Red Hat Text Medium"/>
                <a:sym typeface="Red Hat Text Medium"/>
              </a:defRPr>
            </a:lvl5pPr>
            <a:lvl6pPr lvl="5">
              <a:lnSpc>
                <a:spcPct val="100000"/>
              </a:lnSpc>
              <a:spcBef>
                <a:spcPts val="0"/>
              </a:spcBef>
              <a:spcAft>
                <a:spcPts val="0"/>
              </a:spcAft>
              <a:buClr>
                <a:srgbClr val="141414"/>
              </a:buClr>
              <a:buSzPts val="800"/>
              <a:buFont typeface="Red Hat Text Medium"/>
              <a:buNone/>
              <a:defRPr sz="800">
                <a:solidFill>
                  <a:srgbClr val="141414"/>
                </a:solidFill>
                <a:latin typeface="Red Hat Text Medium"/>
                <a:ea typeface="Red Hat Text Medium"/>
                <a:cs typeface="Red Hat Text Medium"/>
                <a:sym typeface="Red Hat Text Medium"/>
              </a:defRPr>
            </a:lvl6pPr>
            <a:lvl7pPr lvl="6">
              <a:lnSpc>
                <a:spcPct val="100000"/>
              </a:lnSpc>
              <a:spcBef>
                <a:spcPts val="0"/>
              </a:spcBef>
              <a:spcAft>
                <a:spcPts val="0"/>
              </a:spcAft>
              <a:buClr>
                <a:srgbClr val="141414"/>
              </a:buClr>
              <a:buSzPts val="800"/>
              <a:buFont typeface="Red Hat Text Medium"/>
              <a:buNone/>
              <a:defRPr sz="800">
                <a:solidFill>
                  <a:srgbClr val="141414"/>
                </a:solidFill>
                <a:latin typeface="Red Hat Text Medium"/>
                <a:ea typeface="Red Hat Text Medium"/>
                <a:cs typeface="Red Hat Text Medium"/>
                <a:sym typeface="Red Hat Text Medium"/>
              </a:defRPr>
            </a:lvl7pPr>
            <a:lvl8pPr lvl="7">
              <a:lnSpc>
                <a:spcPct val="100000"/>
              </a:lnSpc>
              <a:spcBef>
                <a:spcPts val="0"/>
              </a:spcBef>
              <a:spcAft>
                <a:spcPts val="0"/>
              </a:spcAft>
              <a:buClr>
                <a:srgbClr val="141414"/>
              </a:buClr>
              <a:buSzPts val="800"/>
              <a:buFont typeface="Red Hat Text Medium"/>
              <a:buNone/>
              <a:defRPr sz="800">
                <a:solidFill>
                  <a:srgbClr val="141414"/>
                </a:solidFill>
                <a:latin typeface="Red Hat Text Medium"/>
                <a:ea typeface="Red Hat Text Medium"/>
                <a:cs typeface="Red Hat Text Medium"/>
                <a:sym typeface="Red Hat Text Medium"/>
              </a:defRPr>
            </a:lvl8pPr>
            <a:lvl9pPr lvl="8">
              <a:lnSpc>
                <a:spcPct val="100000"/>
              </a:lnSpc>
              <a:spcBef>
                <a:spcPts val="0"/>
              </a:spcBef>
              <a:spcAft>
                <a:spcPts val="0"/>
              </a:spcAft>
              <a:buClr>
                <a:srgbClr val="141414"/>
              </a:buClr>
              <a:buSzPts val="800"/>
              <a:buFont typeface="Red Hat Text Medium"/>
              <a:buNone/>
              <a:defRPr sz="800">
                <a:solidFill>
                  <a:srgbClr val="141414"/>
                </a:solidFill>
                <a:latin typeface="Red Hat Text Medium"/>
                <a:ea typeface="Red Hat Text Medium"/>
                <a:cs typeface="Red Hat Text Medium"/>
                <a:sym typeface="Red Hat Text Medium"/>
              </a:defRPr>
            </a:lvl9pPr>
          </a:lstStyle>
          <a:p/>
        </p:txBody>
      </p:sp>
      <p:cxnSp>
        <p:nvCxnSpPr>
          <p:cNvPr id="781" name="Google Shape;781;p51"/>
          <p:cNvCxnSpPr/>
          <p:nvPr/>
        </p:nvCxnSpPr>
        <p:spPr>
          <a:xfrm rot="10800000">
            <a:off x="335825" y="4801200"/>
            <a:ext cx="0" cy="342300"/>
          </a:xfrm>
          <a:prstGeom prst="straightConnector1">
            <a:avLst/>
          </a:prstGeom>
          <a:noFill/>
          <a:ln cap="flat" cmpd="sng" w="7150">
            <a:solidFill>
              <a:srgbClr val="EE0000"/>
            </a:solidFill>
            <a:prstDash val="solid"/>
            <a:round/>
            <a:headEnd len="med" w="med" type="none"/>
            <a:tailEnd len="med" w="med" type="none"/>
          </a:ln>
        </p:spPr>
      </p:cxnSp>
      <p:sp>
        <p:nvSpPr>
          <p:cNvPr id="782" name="Google Shape;782;p51"/>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solidFill>
                  <a:schemeClr val="dk1"/>
                </a:solidFill>
                <a:latin typeface="Red Hat Text Medium"/>
                <a:ea typeface="Red Hat Text Medium"/>
                <a:cs typeface="Red Hat Text Medium"/>
                <a:sym typeface="Red Hat Text Medium"/>
              </a:defRPr>
            </a:lvl1pPr>
            <a:lvl2pPr lvl="1" algn="ctr">
              <a:buNone/>
              <a:defRPr sz="600">
                <a:solidFill>
                  <a:schemeClr val="dk1"/>
                </a:solidFill>
                <a:latin typeface="Red Hat Text Medium"/>
                <a:ea typeface="Red Hat Text Medium"/>
                <a:cs typeface="Red Hat Text Medium"/>
                <a:sym typeface="Red Hat Text Medium"/>
              </a:defRPr>
            </a:lvl2pPr>
            <a:lvl3pPr lvl="2" algn="ctr">
              <a:buNone/>
              <a:defRPr sz="600">
                <a:solidFill>
                  <a:schemeClr val="dk1"/>
                </a:solidFill>
                <a:latin typeface="Red Hat Text Medium"/>
                <a:ea typeface="Red Hat Text Medium"/>
                <a:cs typeface="Red Hat Text Medium"/>
                <a:sym typeface="Red Hat Text Medium"/>
              </a:defRPr>
            </a:lvl3pPr>
            <a:lvl4pPr lvl="3" algn="ctr">
              <a:buNone/>
              <a:defRPr sz="600">
                <a:solidFill>
                  <a:schemeClr val="dk1"/>
                </a:solidFill>
                <a:latin typeface="Red Hat Text Medium"/>
                <a:ea typeface="Red Hat Text Medium"/>
                <a:cs typeface="Red Hat Text Medium"/>
                <a:sym typeface="Red Hat Text Medium"/>
              </a:defRPr>
            </a:lvl4pPr>
            <a:lvl5pPr lvl="4" algn="ctr">
              <a:buNone/>
              <a:defRPr sz="600">
                <a:solidFill>
                  <a:schemeClr val="dk1"/>
                </a:solidFill>
                <a:latin typeface="Red Hat Text Medium"/>
                <a:ea typeface="Red Hat Text Medium"/>
                <a:cs typeface="Red Hat Text Medium"/>
                <a:sym typeface="Red Hat Text Medium"/>
              </a:defRPr>
            </a:lvl5pPr>
            <a:lvl6pPr lvl="5" algn="ctr">
              <a:buNone/>
              <a:defRPr sz="600">
                <a:solidFill>
                  <a:schemeClr val="dk1"/>
                </a:solidFill>
                <a:latin typeface="Red Hat Text Medium"/>
                <a:ea typeface="Red Hat Text Medium"/>
                <a:cs typeface="Red Hat Text Medium"/>
                <a:sym typeface="Red Hat Text Medium"/>
              </a:defRPr>
            </a:lvl6pPr>
            <a:lvl7pPr lvl="6" algn="ctr">
              <a:buNone/>
              <a:defRPr sz="600">
                <a:solidFill>
                  <a:schemeClr val="dk1"/>
                </a:solidFill>
                <a:latin typeface="Red Hat Text Medium"/>
                <a:ea typeface="Red Hat Text Medium"/>
                <a:cs typeface="Red Hat Text Medium"/>
                <a:sym typeface="Red Hat Text Medium"/>
              </a:defRPr>
            </a:lvl7pPr>
            <a:lvl8pPr lvl="7" algn="ctr">
              <a:buNone/>
              <a:defRPr sz="600">
                <a:solidFill>
                  <a:schemeClr val="dk1"/>
                </a:solidFill>
                <a:latin typeface="Red Hat Text Medium"/>
                <a:ea typeface="Red Hat Text Medium"/>
                <a:cs typeface="Red Hat Text Medium"/>
                <a:sym typeface="Red Hat Text Medium"/>
              </a:defRPr>
            </a:lvl8pPr>
            <a:lvl9pPr lvl="8" algn="ctr">
              <a:buNone/>
              <a:defRPr sz="6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83" name="Google Shape;783;p51"/>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784" name="Google Shape;784;p51"/>
          <p:cNvSpPr txBox="1"/>
          <p:nvPr>
            <p:ph idx="2" type="subTitle"/>
          </p:nvPr>
        </p:nvSpPr>
        <p:spPr>
          <a:xfrm>
            <a:off x="663788" y="4627163"/>
            <a:ext cx="6001800" cy="4200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600">
                <a:solidFill>
                  <a:schemeClr val="dk1"/>
                </a:solidFill>
              </a:defRPr>
            </a:lvl1pPr>
            <a:lvl2pPr lvl="1">
              <a:lnSpc>
                <a:spcPct val="115000"/>
              </a:lnSpc>
              <a:spcBef>
                <a:spcPts val="0"/>
              </a:spcBef>
              <a:spcAft>
                <a:spcPts val="0"/>
              </a:spcAft>
              <a:buNone/>
              <a:defRPr sz="600">
                <a:solidFill>
                  <a:schemeClr val="dk1"/>
                </a:solidFill>
              </a:defRPr>
            </a:lvl2pPr>
            <a:lvl3pPr lvl="2">
              <a:lnSpc>
                <a:spcPct val="115000"/>
              </a:lnSpc>
              <a:spcBef>
                <a:spcPts val="0"/>
              </a:spcBef>
              <a:spcAft>
                <a:spcPts val="0"/>
              </a:spcAft>
              <a:buNone/>
              <a:defRPr sz="600">
                <a:solidFill>
                  <a:schemeClr val="dk1"/>
                </a:solidFill>
              </a:defRPr>
            </a:lvl3pPr>
            <a:lvl4pPr lvl="3">
              <a:lnSpc>
                <a:spcPct val="115000"/>
              </a:lnSpc>
              <a:spcBef>
                <a:spcPts val="0"/>
              </a:spcBef>
              <a:spcAft>
                <a:spcPts val="0"/>
              </a:spcAft>
              <a:buNone/>
              <a:defRPr sz="600">
                <a:solidFill>
                  <a:schemeClr val="dk1"/>
                </a:solidFill>
              </a:defRPr>
            </a:lvl4pPr>
            <a:lvl5pPr lvl="4">
              <a:lnSpc>
                <a:spcPct val="115000"/>
              </a:lnSpc>
              <a:spcBef>
                <a:spcPts val="0"/>
              </a:spcBef>
              <a:spcAft>
                <a:spcPts val="0"/>
              </a:spcAft>
              <a:buNone/>
              <a:defRPr sz="600">
                <a:solidFill>
                  <a:schemeClr val="dk1"/>
                </a:solidFill>
              </a:defRPr>
            </a:lvl5pPr>
            <a:lvl6pPr lvl="5">
              <a:lnSpc>
                <a:spcPct val="115000"/>
              </a:lnSpc>
              <a:spcBef>
                <a:spcPts val="0"/>
              </a:spcBef>
              <a:spcAft>
                <a:spcPts val="0"/>
              </a:spcAft>
              <a:buNone/>
              <a:defRPr sz="600">
                <a:solidFill>
                  <a:schemeClr val="dk1"/>
                </a:solidFill>
              </a:defRPr>
            </a:lvl6pPr>
            <a:lvl7pPr lvl="6">
              <a:lnSpc>
                <a:spcPct val="115000"/>
              </a:lnSpc>
              <a:spcBef>
                <a:spcPts val="0"/>
              </a:spcBef>
              <a:spcAft>
                <a:spcPts val="0"/>
              </a:spcAft>
              <a:buNone/>
              <a:defRPr sz="600">
                <a:solidFill>
                  <a:schemeClr val="dk1"/>
                </a:solidFill>
              </a:defRPr>
            </a:lvl7pPr>
            <a:lvl8pPr lvl="7">
              <a:lnSpc>
                <a:spcPct val="115000"/>
              </a:lnSpc>
              <a:spcBef>
                <a:spcPts val="0"/>
              </a:spcBef>
              <a:spcAft>
                <a:spcPts val="0"/>
              </a:spcAft>
              <a:buNone/>
              <a:defRPr sz="600">
                <a:solidFill>
                  <a:schemeClr val="dk1"/>
                </a:solidFill>
              </a:defRPr>
            </a:lvl8pPr>
            <a:lvl9pPr lvl="8">
              <a:lnSpc>
                <a:spcPct val="115000"/>
              </a:lnSpc>
              <a:spcBef>
                <a:spcPts val="0"/>
              </a:spcBef>
              <a:spcAft>
                <a:spcPts val="0"/>
              </a:spcAft>
              <a:buNone/>
              <a:defRPr sz="600">
                <a:solidFill>
                  <a:schemeClr val="dk1"/>
                </a:solidFill>
              </a:defRPr>
            </a:lvl9pPr>
          </a:lstStyle>
          <a:p/>
        </p:txBody>
      </p:sp>
      <p:sp>
        <p:nvSpPr>
          <p:cNvPr id="785" name="Google Shape;785;p51"/>
          <p:cNvSpPr txBox="1"/>
          <p:nvPr>
            <p:ph idx="3" type="body"/>
          </p:nvPr>
        </p:nvSpPr>
        <p:spPr>
          <a:xfrm>
            <a:off x="675206" y="2331975"/>
            <a:ext cx="3783000" cy="2250000"/>
          </a:xfrm>
          <a:prstGeom prst="rect">
            <a:avLst/>
          </a:prstGeom>
        </p:spPr>
        <p:txBody>
          <a:bodyPr anchorCtr="0" anchor="t" bIns="68575" lIns="685800" spcFirstLastPara="1" rIns="68575" wrap="square" tIns="68575">
            <a:noAutofit/>
          </a:bodyPr>
          <a:lstStyle>
            <a:lvl1pPr indent="-317500" lvl="0" marL="457200">
              <a:lnSpc>
                <a:spcPct val="115000"/>
              </a:lnSpc>
              <a:spcBef>
                <a:spcPts val="0"/>
              </a:spcBef>
              <a:spcAft>
                <a:spcPts val="0"/>
              </a:spcAft>
              <a:buSzPts val="1400"/>
              <a:buChar char="▸"/>
              <a:defRPr/>
            </a:lvl1pPr>
            <a:lvl2pPr indent="-317500" lvl="1" marL="914400">
              <a:lnSpc>
                <a:spcPct val="115000"/>
              </a:lnSpc>
              <a:spcBef>
                <a:spcPts val="1500"/>
              </a:spcBef>
              <a:spcAft>
                <a:spcPts val="0"/>
              </a:spcAft>
              <a:buSzPts val="1400"/>
              <a:buChar char="･"/>
              <a:defRPr/>
            </a:lvl2pPr>
            <a:lvl3pPr indent="-317500" lvl="2" marL="1371600">
              <a:lnSpc>
                <a:spcPct val="115000"/>
              </a:lnSpc>
              <a:spcBef>
                <a:spcPts val="1500"/>
              </a:spcBef>
              <a:spcAft>
                <a:spcPts val="0"/>
              </a:spcAft>
              <a:buSzPts val="1400"/>
              <a:buChar char="･"/>
              <a:defRPr/>
            </a:lvl3pPr>
            <a:lvl4pPr indent="-317500" lvl="3" marL="1828800">
              <a:lnSpc>
                <a:spcPct val="115000"/>
              </a:lnSpc>
              <a:spcBef>
                <a:spcPts val="1500"/>
              </a:spcBef>
              <a:spcAft>
                <a:spcPts val="0"/>
              </a:spcAft>
              <a:buSzPts val="1400"/>
              <a:buChar char="･"/>
              <a:defRPr/>
            </a:lvl4pPr>
            <a:lvl5pPr indent="-317500" lvl="4" marL="2286000">
              <a:lnSpc>
                <a:spcPct val="115000"/>
              </a:lnSpc>
              <a:spcBef>
                <a:spcPts val="1500"/>
              </a:spcBef>
              <a:spcAft>
                <a:spcPts val="0"/>
              </a:spcAft>
              <a:buSzPts val="1400"/>
              <a:buChar char="･"/>
              <a:defRPr/>
            </a:lvl5pPr>
            <a:lvl6pPr indent="-317500" lvl="5" marL="2743200">
              <a:lnSpc>
                <a:spcPct val="115000"/>
              </a:lnSpc>
              <a:spcBef>
                <a:spcPts val="1500"/>
              </a:spcBef>
              <a:spcAft>
                <a:spcPts val="0"/>
              </a:spcAft>
              <a:buSzPts val="1400"/>
              <a:buChar char="･"/>
              <a:defRPr/>
            </a:lvl6pPr>
            <a:lvl7pPr indent="-317500" lvl="6" marL="3200400">
              <a:lnSpc>
                <a:spcPct val="115000"/>
              </a:lnSpc>
              <a:spcBef>
                <a:spcPts val="1500"/>
              </a:spcBef>
              <a:spcAft>
                <a:spcPts val="0"/>
              </a:spcAft>
              <a:buSzPts val="1400"/>
              <a:buChar char="･"/>
              <a:defRPr/>
            </a:lvl7pPr>
            <a:lvl8pPr indent="-317500" lvl="7" marL="3657600">
              <a:lnSpc>
                <a:spcPct val="115000"/>
              </a:lnSpc>
              <a:spcBef>
                <a:spcPts val="1500"/>
              </a:spcBef>
              <a:spcAft>
                <a:spcPts val="0"/>
              </a:spcAft>
              <a:buSzPts val="1400"/>
              <a:buChar char="･"/>
              <a:defRPr/>
            </a:lvl8pPr>
            <a:lvl9pPr indent="-317500" lvl="8" marL="4114800">
              <a:lnSpc>
                <a:spcPct val="115000"/>
              </a:lnSpc>
              <a:spcBef>
                <a:spcPts val="1500"/>
              </a:spcBef>
              <a:spcAft>
                <a:spcPts val="1500"/>
              </a:spcAft>
              <a:buSzPts val="1400"/>
              <a:buChar char="･"/>
              <a:defRPr/>
            </a:lvl9pPr>
          </a:lstStyle>
          <a:p/>
        </p:txBody>
      </p:sp>
      <p:sp>
        <p:nvSpPr>
          <p:cNvPr id="786" name="Google Shape;786;p51"/>
          <p:cNvSpPr txBox="1"/>
          <p:nvPr>
            <p:ph type="title"/>
          </p:nvPr>
        </p:nvSpPr>
        <p:spPr>
          <a:xfrm>
            <a:off x="675206" y="893241"/>
            <a:ext cx="2914500" cy="1095900"/>
          </a:xfrm>
          <a:prstGeom prst="rect">
            <a:avLst/>
          </a:prstGeom>
        </p:spPr>
        <p:txBody>
          <a:bodyPr anchorCtr="0" anchor="b" bIns="0" lIns="0" spcFirstLastPara="1" rIns="0" wrap="square" tIns="0">
            <a:noAutofit/>
          </a:bodyPr>
          <a:lstStyle>
            <a:lvl1pPr lvl="0">
              <a:spcBef>
                <a:spcPts val="0"/>
              </a:spcBef>
              <a:spcAft>
                <a:spcPts val="0"/>
              </a:spcAft>
              <a:buClr>
                <a:schemeClr val="accent1"/>
              </a:buClr>
              <a:buSzPts val="3600"/>
              <a:buNone/>
              <a:defRPr sz="3600">
                <a:solidFill>
                  <a:schemeClr val="accent1"/>
                </a:solidFill>
              </a:defRPr>
            </a:lvl1pPr>
            <a:lvl2pPr lvl="1">
              <a:spcBef>
                <a:spcPts val="0"/>
              </a:spcBef>
              <a:spcAft>
                <a:spcPts val="0"/>
              </a:spcAft>
              <a:buClr>
                <a:schemeClr val="accent1"/>
              </a:buClr>
              <a:buSzPts val="3600"/>
              <a:buNone/>
              <a:defRPr sz="3600">
                <a:solidFill>
                  <a:schemeClr val="accent1"/>
                </a:solidFill>
              </a:defRPr>
            </a:lvl2pPr>
            <a:lvl3pPr lvl="2">
              <a:spcBef>
                <a:spcPts val="0"/>
              </a:spcBef>
              <a:spcAft>
                <a:spcPts val="0"/>
              </a:spcAft>
              <a:buClr>
                <a:schemeClr val="accent1"/>
              </a:buClr>
              <a:buSzPts val="3600"/>
              <a:buNone/>
              <a:defRPr sz="3600">
                <a:solidFill>
                  <a:schemeClr val="accent1"/>
                </a:solidFill>
              </a:defRPr>
            </a:lvl3pPr>
            <a:lvl4pPr lvl="3">
              <a:spcBef>
                <a:spcPts val="0"/>
              </a:spcBef>
              <a:spcAft>
                <a:spcPts val="0"/>
              </a:spcAft>
              <a:buClr>
                <a:schemeClr val="accent1"/>
              </a:buClr>
              <a:buSzPts val="3600"/>
              <a:buNone/>
              <a:defRPr sz="3600">
                <a:solidFill>
                  <a:schemeClr val="accent1"/>
                </a:solidFill>
              </a:defRPr>
            </a:lvl4pPr>
            <a:lvl5pPr lvl="4">
              <a:spcBef>
                <a:spcPts val="0"/>
              </a:spcBef>
              <a:spcAft>
                <a:spcPts val="0"/>
              </a:spcAft>
              <a:buClr>
                <a:schemeClr val="accent1"/>
              </a:buClr>
              <a:buSzPts val="3600"/>
              <a:buNone/>
              <a:defRPr sz="3600">
                <a:solidFill>
                  <a:schemeClr val="accent1"/>
                </a:solidFill>
              </a:defRPr>
            </a:lvl5pPr>
            <a:lvl6pPr lvl="5">
              <a:spcBef>
                <a:spcPts val="0"/>
              </a:spcBef>
              <a:spcAft>
                <a:spcPts val="0"/>
              </a:spcAft>
              <a:buClr>
                <a:schemeClr val="accent1"/>
              </a:buClr>
              <a:buSzPts val="3600"/>
              <a:buNone/>
              <a:defRPr sz="3600">
                <a:solidFill>
                  <a:schemeClr val="accent1"/>
                </a:solidFill>
              </a:defRPr>
            </a:lvl6pPr>
            <a:lvl7pPr lvl="6">
              <a:spcBef>
                <a:spcPts val="0"/>
              </a:spcBef>
              <a:spcAft>
                <a:spcPts val="0"/>
              </a:spcAft>
              <a:buClr>
                <a:schemeClr val="accent1"/>
              </a:buClr>
              <a:buSzPts val="3600"/>
              <a:buNone/>
              <a:defRPr sz="3600">
                <a:solidFill>
                  <a:schemeClr val="accent1"/>
                </a:solidFill>
              </a:defRPr>
            </a:lvl7pPr>
            <a:lvl8pPr lvl="7">
              <a:spcBef>
                <a:spcPts val="0"/>
              </a:spcBef>
              <a:spcAft>
                <a:spcPts val="0"/>
              </a:spcAft>
              <a:buClr>
                <a:schemeClr val="accent1"/>
              </a:buClr>
              <a:buSzPts val="3600"/>
              <a:buNone/>
              <a:defRPr sz="3600">
                <a:solidFill>
                  <a:schemeClr val="accent1"/>
                </a:solidFill>
              </a:defRPr>
            </a:lvl8pPr>
            <a:lvl9pPr lvl="8">
              <a:spcBef>
                <a:spcPts val="0"/>
              </a:spcBef>
              <a:spcAft>
                <a:spcPts val="0"/>
              </a:spcAft>
              <a:buClr>
                <a:schemeClr val="accent1"/>
              </a:buClr>
              <a:buSzPts val="3600"/>
              <a:buNone/>
              <a:defRPr sz="3600">
                <a:solidFill>
                  <a:schemeClr val="accent1"/>
                </a:solidFill>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_1">
  <p:cSld name="TITLE_3_1">
    <p:spTree>
      <p:nvGrpSpPr>
        <p:cNvPr id="787" name="Shape 787"/>
        <p:cNvGrpSpPr/>
        <p:nvPr/>
      </p:nvGrpSpPr>
      <p:grpSpPr>
        <a:xfrm>
          <a:off x="0" y="0"/>
          <a:ext cx="0" cy="0"/>
          <a:chOff x="0" y="0"/>
          <a:chExt cx="0" cy="0"/>
        </a:xfrm>
      </p:grpSpPr>
      <p:sp>
        <p:nvSpPr>
          <p:cNvPr id="788" name="Google Shape;788;p52"/>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Font typeface="Red Hat Display"/>
              <a:buNone/>
              <a:defRPr sz="5200">
                <a:latin typeface="Red Hat Display"/>
                <a:ea typeface="Red Hat Display"/>
                <a:cs typeface="Red Hat Display"/>
                <a:sym typeface="Red Hat Display"/>
              </a:defRPr>
            </a:lvl1pPr>
            <a:lvl2pPr lvl="1" algn="ctr">
              <a:spcBef>
                <a:spcPts val="0"/>
              </a:spcBef>
              <a:spcAft>
                <a:spcPts val="0"/>
              </a:spcAft>
              <a:buSzPts val="5200"/>
              <a:buFont typeface="Red Hat Display"/>
              <a:buNone/>
              <a:defRPr sz="5200">
                <a:latin typeface="Red Hat Display"/>
                <a:ea typeface="Red Hat Display"/>
                <a:cs typeface="Red Hat Display"/>
                <a:sym typeface="Red Hat Display"/>
              </a:defRPr>
            </a:lvl2pPr>
            <a:lvl3pPr lvl="2" algn="ctr">
              <a:spcBef>
                <a:spcPts val="0"/>
              </a:spcBef>
              <a:spcAft>
                <a:spcPts val="0"/>
              </a:spcAft>
              <a:buSzPts val="5200"/>
              <a:buFont typeface="Red Hat Display"/>
              <a:buNone/>
              <a:defRPr sz="5200">
                <a:latin typeface="Red Hat Display"/>
                <a:ea typeface="Red Hat Display"/>
                <a:cs typeface="Red Hat Display"/>
                <a:sym typeface="Red Hat Display"/>
              </a:defRPr>
            </a:lvl3pPr>
            <a:lvl4pPr lvl="3" algn="ctr">
              <a:spcBef>
                <a:spcPts val="0"/>
              </a:spcBef>
              <a:spcAft>
                <a:spcPts val="0"/>
              </a:spcAft>
              <a:buSzPts val="5200"/>
              <a:buFont typeface="Red Hat Display"/>
              <a:buNone/>
              <a:defRPr sz="5200">
                <a:latin typeface="Red Hat Display"/>
                <a:ea typeface="Red Hat Display"/>
                <a:cs typeface="Red Hat Display"/>
                <a:sym typeface="Red Hat Display"/>
              </a:defRPr>
            </a:lvl4pPr>
            <a:lvl5pPr lvl="4" algn="ctr">
              <a:spcBef>
                <a:spcPts val="0"/>
              </a:spcBef>
              <a:spcAft>
                <a:spcPts val="0"/>
              </a:spcAft>
              <a:buSzPts val="5200"/>
              <a:buFont typeface="Red Hat Display"/>
              <a:buNone/>
              <a:defRPr sz="5200">
                <a:latin typeface="Red Hat Display"/>
                <a:ea typeface="Red Hat Display"/>
                <a:cs typeface="Red Hat Display"/>
                <a:sym typeface="Red Hat Display"/>
              </a:defRPr>
            </a:lvl5pPr>
            <a:lvl6pPr lvl="5" algn="ctr">
              <a:spcBef>
                <a:spcPts val="0"/>
              </a:spcBef>
              <a:spcAft>
                <a:spcPts val="0"/>
              </a:spcAft>
              <a:buSzPts val="5200"/>
              <a:buFont typeface="Red Hat Display"/>
              <a:buNone/>
              <a:defRPr sz="5200">
                <a:latin typeface="Red Hat Display"/>
                <a:ea typeface="Red Hat Display"/>
                <a:cs typeface="Red Hat Display"/>
                <a:sym typeface="Red Hat Display"/>
              </a:defRPr>
            </a:lvl6pPr>
            <a:lvl7pPr lvl="6" algn="ctr">
              <a:spcBef>
                <a:spcPts val="0"/>
              </a:spcBef>
              <a:spcAft>
                <a:spcPts val="0"/>
              </a:spcAft>
              <a:buSzPts val="5200"/>
              <a:buFont typeface="Red Hat Display"/>
              <a:buNone/>
              <a:defRPr sz="5200">
                <a:latin typeface="Red Hat Display"/>
                <a:ea typeface="Red Hat Display"/>
                <a:cs typeface="Red Hat Display"/>
                <a:sym typeface="Red Hat Display"/>
              </a:defRPr>
            </a:lvl7pPr>
            <a:lvl8pPr lvl="7" algn="ctr">
              <a:spcBef>
                <a:spcPts val="0"/>
              </a:spcBef>
              <a:spcAft>
                <a:spcPts val="0"/>
              </a:spcAft>
              <a:buSzPts val="5200"/>
              <a:buFont typeface="Red Hat Display"/>
              <a:buNone/>
              <a:defRPr sz="5200">
                <a:latin typeface="Red Hat Display"/>
                <a:ea typeface="Red Hat Display"/>
                <a:cs typeface="Red Hat Display"/>
                <a:sym typeface="Red Hat Display"/>
              </a:defRPr>
            </a:lvl8pPr>
            <a:lvl9pPr lvl="8" algn="ctr">
              <a:spcBef>
                <a:spcPts val="0"/>
              </a:spcBef>
              <a:spcAft>
                <a:spcPts val="0"/>
              </a:spcAft>
              <a:buSzPts val="5200"/>
              <a:buFont typeface="Red Hat Display"/>
              <a:buNone/>
              <a:defRPr sz="5200">
                <a:latin typeface="Red Hat Display"/>
                <a:ea typeface="Red Hat Display"/>
                <a:cs typeface="Red Hat Display"/>
                <a:sym typeface="Red Hat Display"/>
              </a:defRPr>
            </a:lvl9pPr>
          </a:lstStyle>
          <a:p/>
        </p:txBody>
      </p:sp>
      <p:sp>
        <p:nvSpPr>
          <p:cNvPr id="789" name="Google Shape;789;p52"/>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2800"/>
              <a:buFont typeface="Red Hat Display"/>
              <a:buNone/>
              <a:defRPr sz="2800">
                <a:latin typeface="Red Hat Display"/>
                <a:ea typeface="Red Hat Display"/>
                <a:cs typeface="Red Hat Display"/>
                <a:sym typeface="Red Hat Display"/>
              </a:defRPr>
            </a:lvl1pPr>
            <a:lvl2pPr lvl="1" algn="ctr">
              <a:lnSpc>
                <a:spcPct val="100000"/>
              </a:lnSpc>
              <a:spcBef>
                <a:spcPts val="0"/>
              </a:spcBef>
              <a:spcAft>
                <a:spcPts val="0"/>
              </a:spcAft>
              <a:buSzPts val="2800"/>
              <a:buFont typeface="Red Hat Display"/>
              <a:buNone/>
              <a:defRPr sz="2800">
                <a:latin typeface="Red Hat Display"/>
                <a:ea typeface="Red Hat Display"/>
                <a:cs typeface="Red Hat Display"/>
                <a:sym typeface="Red Hat Display"/>
              </a:defRPr>
            </a:lvl2pPr>
            <a:lvl3pPr lvl="2" algn="ctr">
              <a:lnSpc>
                <a:spcPct val="100000"/>
              </a:lnSpc>
              <a:spcBef>
                <a:spcPts val="0"/>
              </a:spcBef>
              <a:spcAft>
                <a:spcPts val="0"/>
              </a:spcAft>
              <a:buSzPts val="2800"/>
              <a:buFont typeface="Red Hat Display"/>
              <a:buNone/>
              <a:defRPr sz="2800">
                <a:latin typeface="Red Hat Display"/>
                <a:ea typeface="Red Hat Display"/>
                <a:cs typeface="Red Hat Display"/>
                <a:sym typeface="Red Hat Display"/>
              </a:defRPr>
            </a:lvl3pPr>
            <a:lvl4pPr lvl="3" algn="ctr">
              <a:lnSpc>
                <a:spcPct val="100000"/>
              </a:lnSpc>
              <a:spcBef>
                <a:spcPts val="0"/>
              </a:spcBef>
              <a:spcAft>
                <a:spcPts val="0"/>
              </a:spcAft>
              <a:buSzPts val="2800"/>
              <a:buFont typeface="Red Hat Display"/>
              <a:buNone/>
              <a:defRPr sz="2800">
                <a:latin typeface="Red Hat Display"/>
                <a:ea typeface="Red Hat Display"/>
                <a:cs typeface="Red Hat Display"/>
                <a:sym typeface="Red Hat Display"/>
              </a:defRPr>
            </a:lvl4pPr>
            <a:lvl5pPr lvl="4" algn="ctr">
              <a:lnSpc>
                <a:spcPct val="100000"/>
              </a:lnSpc>
              <a:spcBef>
                <a:spcPts val="0"/>
              </a:spcBef>
              <a:spcAft>
                <a:spcPts val="0"/>
              </a:spcAft>
              <a:buSzPts val="2800"/>
              <a:buFont typeface="Red Hat Display"/>
              <a:buNone/>
              <a:defRPr sz="2800">
                <a:latin typeface="Red Hat Display"/>
                <a:ea typeface="Red Hat Display"/>
                <a:cs typeface="Red Hat Display"/>
                <a:sym typeface="Red Hat Display"/>
              </a:defRPr>
            </a:lvl5pPr>
            <a:lvl6pPr lvl="5" algn="ctr">
              <a:lnSpc>
                <a:spcPct val="100000"/>
              </a:lnSpc>
              <a:spcBef>
                <a:spcPts val="0"/>
              </a:spcBef>
              <a:spcAft>
                <a:spcPts val="0"/>
              </a:spcAft>
              <a:buSzPts val="2800"/>
              <a:buFont typeface="Red Hat Display"/>
              <a:buNone/>
              <a:defRPr sz="2800">
                <a:latin typeface="Red Hat Display"/>
                <a:ea typeface="Red Hat Display"/>
                <a:cs typeface="Red Hat Display"/>
                <a:sym typeface="Red Hat Display"/>
              </a:defRPr>
            </a:lvl6pPr>
            <a:lvl7pPr lvl="6" algn="ctr">
              <a:lnSpc>
                <a:spcPct val="100000"/>
              </a:lnSpc>
              <a:spcBef>
                <a:spcPts val="0"/>
              </a:spcBef>
              <a:spcAft>
                <a:spcPts val="0"/>
              </a:spcAft>
              <a:buSzPts val="2800"/>
              <a:buFont typeface="Red Hat Display"/>
              <a:buNone/>
              <a:defRPr sz="2800">
                <a:latin typeface="Red Hat Display"/>
                <a:ea typeface="Red Hat Display"/>
                <a:cs typeface="Red Hat Display"/>
                <a:sym typeface="Red Hat Display"/>
              </a:defRPr>
            </a:lvl7pPr>
            <a:lvl8pPr lvl="7" algn="ctr">
              <a:lnSpc>
                <a:spcPct val="100000"/>
              </a:lnSpc>
              <a:spcBef>
                <a:spcPts val="0"/>
              </a:spcBef>
              <a:spcAft>
                <a:spcPts val="0"/>
              </a:spcAft>
              <a:buSzPts val="2800"/>
              <a:buFont typeface="Red Hat Display"/>
              <a:buNone/>
              <a:defRPr sz="2800">
                <a:latin typeface="Red Hat Display"/>
                <a:ea typeface="Red Hat Display"/>
                <a:cs typeface="Red Hat Display"/>
                <a:sym typeface="Red Hat Display"/>
              </a:defRPr>
            </a:lvl8pPr>
            <a:lvl9pPr lvl="8" algn="ctr">
              <a:lnSpc>
                <a:spcPct val="100000"/>
              </a:lnSpc>
              <a:spcBef>
                <a:spcPts val="0"/>
              </a:spcBef>
              <a:spcAft>
                <a:spcPts val="0"/>
              </a:spcAft>
              <a:buSzPts val="2800"/>
              <a:buFont typeface="Red Hat Display"/>
              <a:buNone/>
              <a:defRPr sz="2800">
                <a:latin typeface="Red Hat Display"/>
                <a:ea typeface="Red Hat Display"/>
                <a:cs typeface="Red Hat Display"/>
                <a:sym typeface="Red Hat Display"/>
              </a:defRPr>
            </a:lvl9pPr>
          </a:lstStyle>
          <a:p/>
        </p:txBody>
      </p:sp>
      <p:sp>
        <p:nvSpPr>
          <p:cNvPr id="790" name="Google Shape;790;p52"/>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Autofit/>
          </a:bodyPr>
          <a:lstStyle>
            <a:lvl1pPr lvl="0">
              <a:buNone/>
              <a:defRPr sz="1100"/>
            </a:lvl1pPr>
            <a:lvl2pPr lvl="1">
              <a:buNone/>
              <a:defRPr sz="1100"/>
            </a:lvl2pPr>
            <a:lvl3pPr lvl="2">
              <a:buNone/>
              <a:defRPr sz="1100"/>
            </a:lvl3pPr>
            <a:lvl4pPr lvl="3">
              <a:buNone/>
              <a:defRPr sz="1100"/>
            </a:lvl4pPr>
            <a:lvl5pPr lvl="4">
              <a:buNone/>
              <a:defRPr sz="1100"/>
            </a:lvl5pPr>
            <a:lvl6pPr lvl="5">
              <a:buNone/>
              <a:defRPr sz="1100"/>
            </a:lvl6pPr>
            <a:lvl7pPr lvl="6">
              <a:buNone/>
              <a:defRPr sz="1100"/>
            </a:lvl7pPr>
            <a:lvl8pPr lvl="7">
              <a:buNone/>
              <a:defRPr sz="1100"/>
            </a:lvl8pPr>
            <a:lvl9pPr lvl="8">
              <a:buNone/>
              <a:defRPr sz="11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 title only">
  <p:cSld name="CUSTOM_4_34">
    <p:spTree>
      <p:nvGrpSpPr>
        <p:cNvPr id="791" name="Shape 791"/>
        <p:cNvGrpSpPr/>
        <p:nvPr/>
      </p:nvGrpSpPr>
      <p:grpSpPr>
        <a:xfrm>
          <a:off x="0" y="0"/>
          <a:ext cx="0" cy="0"/>
          <a:chOff x="0" y="0"/>
          <a:chExt cx="0" cy="0"/>
        </a:xfrm>
      </p:grpSpPr>
      <p:sp>
        <p:nvSpPr>
          <p:cNvPr id="792" name="Google Shape;792;p53"/>
          <p:cNvSpPr txBox="1"/>
          <p:nvPr>
            <p:ph type="title"/>
          </p:nvPr>
        </p:nvSpPr>
        <p:spPr>
          <a:xfrm>
            <a:off x="1314450" y="709500"/>
            <a:ext cx="6515100" cy="7260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000"/>
            </a:lvl1pPr>
            <a:lvl2pPr lvl="1" algn="ctr">
              <a:lnSpc>
                <a:spcPct val="130000"/>
              </a:lnSpc>
              <a:spcBef>
                <a:spcPts val="0"/>
              </a:spcBef>
              <a:spcAft>
                <a:spcPts val="0"/>
              </a:spcAft>
              <a:buNone/>
              <a:defRPr sz="2000"/>
            </a:lvl2pPr>
            <a:lvl3pPr lvl="2" algn="ctr">
              <a:lnSpc>
                <a:spcPct val="130000"/>
              </a:lnSpc>
              <a:spcBef>
                <a:spcPts val="0"/>
              </a:spcBef>
              <a:spcAft>
                <a:spcPts val="0"/>
              </a:spcAft>
              <a:buNone/>
              <a:defRPr sz="2000"/>
            </a:lvl3pPr>
            <a:lvl4pPr lvl="3" algn="ctr">
              <a:lnSpc>
                <a:spcPct val="130000"/>
              </a:lnSpc>
              <a:spcBef>
                <a:spcPts val="0"/>
              </a:spcBef>
              <a:spcAft>
                <a:spcPts val="0"/>
              </a:spcAft>
              <a:buNone/>
              <a:defRPr sz="2000"/>
            </a:lvl4pPr>
            <a:lvl5pPr lvl="4" algn="ctr">
              <a:lnSpc>
                <a:spcPct val="130000"/>
              </a:lnSpc>
              <a:spcBef>
                <a:spcPts val="0"/>
              </a:spcBef>
              <a:spcAft>
                <a:spcPts val="0"/>
              </a:spcAft>
              <a:buNone/>
              <a:defRPr sz="2000"/>
            </a:lvl5pPr>
            <a:lvl6pPr lvl="5" algn="ctr">
              <a:lnSpc>
                <a:spcPct val="130000"/>
              </a:lnSpc>
              <a:spcBef>
                <a:spcPts val="0"/>
              </a:spcBef>
              <a:spcAft>
                <a:spcPts val="0"/>
              </a:spcAft>
              <a:buNone/>
              <a:defRPr sz="2000"/>
            </a:lvl6pPr>
            <a:lvl7pPr lvl="6" algn="ctr">
              <a:lnSpc>
                <a:spcPct val="130000"/>
              </a:lnSpc>
              <a:spcBef>
                <a:spcPts val="0"/>
              </a:spcBef>
              <a:spcAft>
                <a:spcPts val="0"/>
              </a:spcAft>
              <a:buNone/>
              <a:defRPr sz="2000"/>
            </a:lvl7pPr>
            <a:lvl8pPr lvl="7" algn="ctr">
              <a:lnSpc>
                <a:spcPct val="130000"/>
              </a:lnSpc>
              <a:spcBef>
                <a:spcPts val="0"/>
              </a:spcBef>
              <a:spcAft>
                <a:spcPts val="0"/>
              </a:spcAft>
              <a:buNone/>
              <a:defRPr sz="2000"/>
            </a:lvl8pPr>
            <a:lvl9pPr lvl="8" algn="ctr">
              <a:lnSpc>
                <a:spcPct val="130000"/>
              </a:lnSpc>
              <a:spcBef>
                <a:spcPts val="0"/>
              </a:spcBef>
              <a:spcAft>
                <a:spcPts val="0"/>
              </a:spcAft>
              <a:buNone/>
              <a:defRPr sz="2000"/>
            </a:lvl9pPr>
          </a:lstStyle>
          <a:p/>
        </p:txBody>
      </p:sp>
      <p:cxnSp>
        <p:nvCxnSpPr>
          <p:cNvPr id="793" name="Google Shape;793;p53"/>
          <p:cNvCxnSpPr/>
          <p:nvPr/>
        </p:nvCxnSpPr>
        <p:spPr>
          <a:xfrm rot="10800000">
            <a:off x="335831" y="150"/>
            <a:ext cx="0" cy="664800"/>
          </a:xfrm>
          <a:prstGeom prst="straightConnector1">
            <a:avLst/>
          </a:prstGeom>
          <a:noFill/>
          <a:ln cap="flat" cmpd="sng" w="7150">
            <a:solidFill>
              <a:schemeClr val="accent1"/>
            </a:solidFill>
            <a:prstDash val="solid"/>
            <a:round/>
            <a:headEnd len="med" w="med" type="none"/>
            <a:tailEnd len="med" w="med" type="none"/>
          </a:ln>
        </p:spPr>
      </p:cxnSp>
      <p:sp>
        <p:nvSpPr>
          <p:cNvPr id="794" name="Google Shape;794;p53"/>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chemeClr val="accent1"/>
              </a:buClr>
              <a:buSzPts val="700"/>
              <a:buFont typeface="Red Hat Display SemiBold"/>
              <a:buNone/>
              <a:defRPr sz="700">
                <a:solidFill>
                  <a:schemeClr val="accent1"/>
                </a:solidFill>
                <a:latin typeface="Red Hat Display SemiBold"/>
                <a:ea typeface="Red Hat Display SemiBold"/>
                <a:cs typeface="Red Hat Display SemiBold"/>
                <a:sym typeface="Red Hat Display SemiBold"/>
              </a:defRPr>
            </a:lvl1pPr>
            <a:lvl2pPr lvl="1">
              <a:lnSpc>
                <a:spcPct val="100000"/>
              </a:lnSpc>
              <a:spcBef>
                <a:spcPts val="0"/>
              </a:spcBef>
              <a:spcAft>
                <a:spcPts val="0"/>
              </a:spcAft>
              <a:buClr>
                <a:schemeClr val="accent1"/>
              </a:buClr>
              <a:buSzPts val="700"/>
              <a:buFont typeface="Overpass SemiBold"/>
              <a:buNone/>
              <a:defRPr sz="700">
                <a:solidFill>
                  <a:schemeClr val="accent1"/>
                </a:solidFill>
                <a:latin typeface="Overpass SemiBold"/>
                <a:ea typeface="Overpass SemiBold"/>
                <a:cs typeface="Overpass SemiBold"/>
                <a:sym typeface="Overpass SemiBold"/>
              </a:defRPr>
            </a:lvl2pPr>
            <a:lvl3pPr lvl="2">
              <a:lnSpc>
                <a:spcPct val="100000"/>
              </a:lnSpc>
              <a:spcBef>
                <a:spcPts val="0"/>
              </a:spcBef>
              <a:spcAft>
                <a:spcPts val="0"/>
              </a:spcAft>
              <a:buClr>
                <a:schemeClr val="accent1"/>
              </a:buClr>
              <a:buSzPts val="700"/>
              <a:buFont typeface="Overpass SemiBold"/>
              <a:buNone/>
              <a:defRPr sz="700">
                <a:solidFill>
                  <a:schemeClr val="accent1"/>
                </a:solidFill>
                <a:latin typeface="Overpass SemiBold"/>
                <a:ea typeface="Overpass SemiBold"/>
                <a:cs typeface="Overpass SemiBold"/>
                <a:sym typeface="Overpass SemiBold"/>
              </a:defRPr>
            </a:lvl3pPr>
            <a:lvl4pPr lvl="3">
              <a:lnSpc>
                <a:spcPct val="100000"/>
              </a:lnSpc>
              <a:spcBef>
                <a:spcPts val="0"/>
              </a:spcBef>
              <a:spcAft>
                <a:spcPts val="0"/>
              </a:spcAft>
              <a:buClr>
                <a:schemeClr val="accent1"/>
              </a:buClr>
              <a:buSzPts val="700"/>
              <a:buFont typeface="Overpass SemiBold"/>
              <a:buNone/>
              <a:defRPr sz="700">
                <a:solidFill>
                  <a:schemeClr val="accent1"/>
                </a:solidFill>
                <a:latin typeface="Overpass SemiBold"/>
                <a:ea typeface="Overpass SemiBold"/>
                <a:cs typeface="Overpass SemiBold"/>
                <a:sym typeface="Overpass SemiBold"/>
              </a:defRPr>
            </a:lvl4pPr>
            <a:lvl5pPr lvl="4">
              <a:lnSpc>
                <a:spcPct val="100000"/>
              </a:lnSpc>
              <a:spcBef>
                <a:spcPts val="0"/>
              </a:spcBef>
              <a:spcAft>
                <a:spcPts val="0"/>
              </a:spcAft>
              <a:buClr>
                <a:schemeClr val="accent1"/>
              </a:buClr>
              <a:buSzPts val="700"/>
              <a:buFont typeface="Overpass SemiBold"/>
              <a:buNone/>
              <a:defRPr sz="700">
                <a:solidFill>
                  <a:schemeClr val="accent1"/>
                </a:solidFill>
                <a:latin typeface="Overpass SemiBold"/>
                <a:ea typeface="Overpass SemiBold"/>
                <a:cs typeface="Overpass SemiBold"/>
                <a:sym typeface="Overpass SemiBold"/>
              </a:defRPr>
            </a:lvl5pPr>
            <a:lvl6pPr lvl="5">
              <a:lnSpc>
                <a:spcPct val="100000"/>
              </a:lnSpc>
              <a:spcBef>
                <a:spcPts val="0"/>
              </a:spcBef>
              <a:spcAft>
                <a:spcPts val="0"/>
              </a:spcAft>
              <a:buClr>
                <a:schemeClr val="accent1"/>
              </a:buClr>
              <a:buSzPts val="700"/>
              <a:buFont typeface="Overpass SemiBold"/>
              <a:buNone/>
              <a:defRPr sz="700">
                <a:solidFill>
                  <a:schemeClr val="accent1"/>
                </a:solidFill>
                <a:latin typeface="Overpass SemiBold"/>
                <a:ea typeface="Overpass SemiBold"/>
                <a:cs typeface="Overpass SemiBold"/>
                <a:sym typeface="Overpass SemiBold"/>
              </a:defRPr>
            </a:lvl6pPr>
            <a:lvl7pPr lvl="6">
              <a:lnSpc>
                <a:spcPct val="100000"/>
              </a:lnSpc>
              <a:spcBef>
                <a:spcPts val="0"/>
              </a:spcBef>
              <a:spcAft>
                <a:spcPts val="0"/>
              </a:spcAft>
              <a:buClr>
                <a:schemeClr val="accent1"/>
              </a:buClr>
              <a:buSzPts val="700"/>
              <a:buFont typeface="Overpass SemiBold"/>
              <a:buNone/>
              <a:defRPr sz="700">
                <a:solidFill>
                  <a:schemeClr val="accent1"/>
                </a:solidFill>
                <a:latin typeface="Overpass SemiBold"/>
                <a:ea typeface="Overpass SemiBold"/>
                <a:cs typeface="Overpass SemiBold"/>
                <a:sym typeface="Overpass SemiBold"/>
              </a:defRPr>
            </a:lvl7pPr>
            <a:lvl8pPr lvl="7">
              <a:lnSpc>
                <a:spcPct val="100000"/>
              </a:lnSpc>
              <a:spcBef>
                <a:spcPts val="0"/>
              </a:spcBef>
              <a:spcAft>
                <a:spcPts val="0"/>
              </a:spcAft>
              <a:buClr>
                <a:schemeClr val="accent1"/>
              </a:buClr>
              <a:buSzPts val="700"/>
              <a:buFont typeface="Overpass SemiBold"/>
              <a:buNone/>
              <a:defRPr sz="700">
                <a:solidFill>
                  <a:schemeClr val="accent1"/>
                </a:solidFill>
                <a:latin typeface="Overpass SemiBold"/>
                <a:ea typeface="Overpass SemiBold"/>
                <a:cs typeface="Overpass SemiBold"/>
                <a:sym typeface="Overpass SemiBold"/>
              </a:defRPr>
            </a:lvl8pPr>
            <a:lvl9pPr lvl="8">
              <a:lnSpc>
                <a:spcPct val="100000"/>
              </a:lnSpc>
              <a:spcBef>
                <a:spcPts val="0"/>
              </a:spcBef>
              <a:spcAft>
                <a:spcPts val="0"/>
              </a:spcAft>
              <a:buClr>
                <a:schemeClr val="accent1"/>
              </a:buClr>
              <a:buSzPts val="700"/>
              <a:buFont typeface="Overpass SemiBold"/>
              <a:buNone/>
              <a:defRPr sz="700">
                <a:solidFill>
                  <a:schemeClr val="accent1"/>
                </a:solidFill>
                <a:latin typeface="Overpass SemiBold"/>
                <a:ea typeface="Overpass SemiBold"/>
                <a:cs typeface="Overpass SemiBold"/>
                <a:sym typeface="Overpass SemiBold"/>
              </a:defRPr>
            </a:lvl9pPr>
          </a:lstStyle>
          <a:p/>
        </p:txBody>
      </p:sp>
      <p:cxnSp>
        <p:nvCxnSpPr>
          <p:cNvPr id="795" name="Google Shape;795;p53"/>
          <p:cNvCxnSpPr/>
          <p:nvPr/>
        </p:nvCxnSpPr>
        <p:spPr>
          <a:xfrm rot="10800000">
            <a:off x="335825" y="4801200"/>
            <a:ext cx="0" cy="342300"/>
          </a:xfrm>
          <a:prstGeom prst="straightConnector1">
            <a:avLst/>
          </a:prstGeom>
          <a:noFill/>
          <a:ln cap="flat" cmpd="sng" w="7150">
            <a:solidFill>
              <a:schemeClr val="accent1"/>
            </a:solidFill>
            <a:prstDash val="solid"/>
            <a:round/>
            <a:headEnd len="med" w="med" type="none"/>
            <a:tailEnd len="med" w="med" type="none"/>
          </a:ln>
        </p:spPr>
      </p:cxnSp>
      <p:sp>
        <p:nvSpPr>
          <p:cNvPr id="796" name="Google Shape;796;p53"/>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Overpass SemiBold"/>
                <a:ea typeface="Overpass SemiBold"/>
                <a:cs typeface="Overpass SemiBold"/>
                <a:sym typeface="Overpass SemiBold"/>
              </a:defRPr>
            </a:lvl1pPr>
            <a:lvl2pPr lvl="1" algn="ctr">
              <a:buNone/>
              <a:defRPr sz="600">
                <a:latin typeface="Overpass SemiBold"/>
                <a:ea typeface="Overpass SemiBold"/>
                <a:cs typeface="Overpass SemiBold"/>
                <a:sym typeface="Overpass SemiBold"/>
              </a:defRPr>
            </a:lvl2pPr>
            <a:lvl3pPr lvl="2" algn="ctr">
              <a:buNone/>
              <a:defRPr sz="600">
                <a:latin typeface="Overpass SemiBold"/>
                <a:ea typeface="Overpass SemiBold"/>
                <a:cs typeface="Overpass SemiBold"/>
                <a:sym typeface="Overpass SemiBold"/>
              </a:defRPr>
            </a:lvl3pPr>
            <a:lvl4pPr lvl="3" algn="ctr">
              <a:buNone/>
              <a:defRPr sz="600">
                <a:latin typeface="Overpass SemiBold"/>
                <a:ea typeface="Overpass SemiBold"/>
                <a:cs typeface="Overpass SemiBold"/>
                <a:sym typeface="Overpass SemiBold"/>
              </a:defRPr>
            </a:lvl4pPr>
            <a:lvl5pPr lvl="4" algn="ctr">
              <a:buNone/>
              <a:defRPr sz="600">
                <a:latin typeface="Overpass SemiBold"/>
                <a:ea typeface="Overpass SemiBold"/>
                <a:cs typeface="Overpass SemiBold"/>
                <a:sym typeface="Overpass SemiBold"/>
              </a:defRPr>
            </a:lvl5pPr>
            <a:lvl6pPr lvl="5" algn="ctr">
              <a:buNone/>
              <a:defRPr sz="600">
                <a:latin typeface="Overpass SemiBold"/>
                <a:ea typeface="Overpass SemiBold"/>
                <a:cs typeface="Overpass SemiBold"/>
                <a:sym typeface="Overpass SemiBold"/>
              </a:defRPr>
            </a:lvl6pPr>
            <a:lvl7pPr lvl="6" algn="ctr">
              <a:buNone/>
              <a:defRPr sz="600">
                <a:latin typeface="Overpass SemiBold"/>
                <a:ea typeface="Overpass SemiBold"/>
                <a:cs typeface="Overpass SemiBold"/>
                <a:sym typeface="Overpass SemiBold"/>
              </a:defRPr>
            </a:lvl7pPr>
            <a:lvl8pPr lvl="7" algn="ctr">
              <a:buNone/>
              <a:defRPr sz="600">
                <a:latin typeface="Overpass SemiBold"/>
                <a:ea typeface="Overpass SemiBold"/>
                <a:cs typeface="Overpass SemiBold"/>
                <a:sym typeface="Overpass SemiBold"/>
              </a:defRPr>
            </a:lvl8pPr>
            <a:lvl9pPr lvl="8" algn="ctr">
              <a:buNone/>
              <a:defRPr sz="6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97" name="Google Shape;797;p53"/>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
        <p:nvSpPr>
          <p:cNvPr id="798" name="Google Shape;798;p53"/>
          <p:cNvSpPr txBox="1"/>
          <p:nvPr>
            <p:ph idx="2" type="subTitle"/>
          </p:nvPr>
        </p:nvSpPr>
        <p:spPr>
          <a:xfrm>
            <a:off x="663788" y="4627163"/>
            <a:ext cx="6887400" cy="420000"/>
          </a:xfrm>
          <a:prstGeom prst="rect">
            <a:avLst/>
          </a:prstGeom>
          <a:noFill/>
        </p:spPr>
        <p:txBody>
          <a:bodyPr anchorCtr="0" anchor="b" bIns="0" lIns="0" spcFirstLastPara="1" rIns="0" wrap="square" tIns="0">
            <a:noAutofit/>
          </a:bodyPr>
          <a:lstStyle>
            <a:lvl1pPr lvl="0">
              <a:lnSpc>
                <a:spcPct val="142000"/>
              </a:lnSpc>
              <a:spcBef>
                <a:spcPts val="0"/>
              </a:spcBef>
              <a:spcAft>
                <a:spcPts val="0"/>
              </a:spcAft>
              <a:buNone/>
              <a:defRPr sz="500">
                <a:solidFill>
                  <a:schemeClr val="dk2"/>
                </a:solidFill>
              </a:defRPr>
            </a:lvl1pPr>
            <a:lvl2pPr lvl="1">
              <a:lnSpc>
                <a:spcPct val="142000"/>
              </a:lnSpc>
              <a:spcBef>
                <a:spcPts val="0"/>
              </a:spcBef>
              <a:spcAft>
                <a:spcPts val="0"/>
              </a:spcAft>
              <a:buNone/>
              <a:defRPr sz="500">
                <a:solidFill>
                  <a:schemeClr val="dk2"/>
                </a:solidFill>
              </a:defRPr>
            </a:lvl2pPr>
            <a:lvl3pPr lvl="2">
              <a:lnSpc>
                <a:spcPct val="142000"/>
              </a:lnSpc>
              <a:spcBef>
                <a:spcPts val="0"/>
              </a:spcBef>
              <a:spcAft>
                <a:spcPts val="0"/>
              </a:spcAft>
              <a:buNone/>
              <a:defRPr sz="500">
                <a:solidFill>
                  <a:schemeClr val="dk2"/>
                </a:solidFill>
              </a:defRPr>
            </a:lvl3pPr>
            <a:lvl4pPr lvl="3">
              <a:lnSpc>
                <a:spcPct val="142000"/>
              </a:lnSpc>
              <a:spcBef>
                <a:spcPts val="0"/>
              </a:spcBef>
              <a:spcAft>
                <a:spcPts val="0"/>
              </a:spcAft>
              <a:buNone/>
              <a:defRPr sz="500">
                <a:solidFill>
                  <a:schemeClr val="dk2"/>
                </a:solidFill>
              </a:defRPr>
            </a:lvl4pPr>
            <a:lvl5pPr lvl="4">
              <a:lnSpc>
                <a:spcPct val="142000"/>
              </a:lnSpc>
              <a:spcBef>
                <a:spcPts val="0"/>
              </a:spcBef>
              <a:spcAft>
                <a:spcPts val="0"/>
              </a:spcAft>
              <a:buNone/>
              <a:defRPr sz="500">
                <a:solidFill>
                  <a:schemeClr val="dk2"/>
                </a:solidFill>
              </a:defRPr>
            </a:lvl5pPr>
            <a:lvl6pPr lvl="5">
              <a:lnSpc>
                <a:spcPct val="142000"/>
              </a:lnSpc>
              <a:spcBef>
                <a:spcPts val="0"/>
              </a:spcBef>
              <a:spcAft>
                <a:spcPts val="0"/>
              </a:spcAft>
              <a:buNone/>
              <a:defRPr sz="500">
                <a:solidFill>
                  <a:schemeClr val="dk2"/>
                </a:solidFill>
              </a:defRPr>
            </a:lvl6pPr>
            <a:lvl7pPr lvl="6">
              <a:lnSpc>
                <a:spcPct val="142000"/>
              </a:lnSpc>
              <a:spcBef>
                <a:spcPts val="0"/>
              </a:spcBef>
              <a:spcAft>
                <a:spcPts val="0"/>
              </a:spcAft>
              <a:buNone/>
              <a:defRPr sz="500">
                <a:solidFill>
                  <a:schemeClr val="dk2"/>
                </a:solidFill>
              </a:defRPr>
            </a:lvl7pPr>
            <a:lvl8pPr lvl="7">
              <a:lnSpc>
                <a:spcPct val="142000"/>
              </a:lnSpc>
              <a:spcBef>
                <a:spcPts val="0"/>
              </a:spcBef>
              <a:spcAft>
                <a:spcPts val="0"/>
              </a:spcAft>
              <a:buNone/>
              <a:defRPr sz="500">
                <a:solidFill>
                  <a:schemeClr val="dk2"/>
                </a:solidFill>
              </a:defRPr>
            </a:lvl8pPr>
            <a:lvl9pPr lvl="8">
              <a:lnSpc>
                <a:spcPct val="142000"/>
              </a:lnSpc>
              <a:spcBef>
                <a:spcPts val="0"/>
              </a:spcBef>
              <a:spcAft>
                <a:spcPts val="0"/>
              </a:spcAft>
              <a:buNone/>
              <a:defRPr sz="500">
                <a:solidFill>
                  <a:schemeClr val="dk2"/>
                </a:solidFill>
              </a:defRPr>
            </a:lvl9pPr>
          </a:lstStyle>
          <a:p/>
        </p:txBody>
      </p:sp>
    </p:spTree>
  </p:cSld>
  <p:clrMapOvr>
    <a:masterClrMapping/>
  </p:clrMapOvr>
  <p:extLst>
    <p:ext uri="{DCECCB84-F9BA-43D5-87BE-67443E8EF086}">
      <p15:sldGuideLst>
        <p15:guide id="1" orient="horz" pos="1944">
          <p15:clr>
            <a:srgbClr val="FF00FF"/>
          </p15:clr>
        </p15:guide>
        <p15:guide id="2" pos="2880">
          <p15:clr>
            <a:srgbClr val="FF00FF"/>
          </p15:clr>
        </p15:guide>
        <p15:guide id="3" orient="horz" pos="904">
          <p15:clr>
            <a:srgbClr val="FF00FF"/>
          </p15:clr>
        </p15:guide>
        <p15:guide id="4" orient="horz" pos="2915">
          <p15:clr>
            <a:srgbClr val="FF00FF"/>
          </p15:clr>
        </p15:guide>
        <p15:guide id="5" pos="324">
          <p15:clr>
            <a:srgbClr val="FF00FF"/>
          </p15:clr>
        </p15:guide>
        <p15:guide id="6" pos="5435">
          <p15:clr>
            <a:srgbClr val="FF00FF"/>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3">
  <p:cSld name="CUSTOM_4_4_1">
    <p:spTree>
      <p:nvGrpSpPr>
        <p:cNvPr id="799" name="Shape 799"/>
        <p:cNvGrpSpPr/>
        <p:nvPr/>
      </p:nvGrpSpPr>
      <p:grpSpPr>
        <a:xfrm>
          <a:off x="0" y="0"/>
          <a:ext cx="0" cy="0"/>
          <a:chOff x="0" y="0"/>
          <a:chExt cx="0" cy="0"/>
        </a:xfrm>
      </p:grpSpPr>
      <p:sp>
        <p:nvSpPr>
          <p:cNvPr id="800" name="Google Shape;800;p54"/>
          <p:cNvSpPr txBox="1"/>
          <p:nvPr>
            <p:ph type="title"/>
          </p:nvPr>
        </p:nvSpPr>
        <p:spPr>
          <a:xfrm>
            <a:off x="457200" y="0"/>
            <a:ext cx="8229600" cy="1060800"/>
          </a:xfrm>
          <a:prstGeom prst="rect">
            <a:avLst/>
          </a:prstGeom>
        </p:spPr>
        <p:txBody>
          <a:bodyPr anchorCtr="0" anchor="ctr" bIns="0" lIns="0" spcFirstLastPara="1" rIns="0" wrap="square" tIns="0">
            <a:noAutofit/>
          </a:bodyPr>
          <a:lstStyle>
            <a:lvl1pPr lvl="0" algn="ctr">
              <a:lnSpc>
                <a:spcPct val="130000"/>
              </a:lnSpc>
              <a:spcBef>
                <a:spcPts val="0"/>
              </a:spcBef>
              <a:spcAft>
                <a:spcPts val="0"/>
              </a:spcAft>
              <a:buNone/>
              <a:defRPr sz="2000">
                <a:solidFill>
                  <a:srgbClr val="000000"/>
                </a:solidFill>
              </a:defRPr>
            </a:lvl1pPr>
            <a:lvl2pPr lvl="1" algn="ctr">
              <a:lnSpc>
                <a:spcPct val="130000"/>
              </a:lnSpc>
              <a:spcBef>
                <a:spcPts val="0"/>
              </a:spcBef>
              <a:spcAft>
                <a:spcPts val="0"/>
              </a:spcAft>
              <a:buNone/>
              <a:defRPr sz="2000">
                <a:solidFill>
                  <a:srgbClr val="000000"/>
                </a:solidFill>
              </a:defRPr>
            </a:lvl2pPr>
            <a:lvl3pPr lvl="2" algn="ctr">
              <a:lnSpc>
                <a:spcPct val="130000"/>
              </a:lnSpc>
              <a:spcBef>
                <a:spcPts val="0"/>
              </a:spcBef>
              <a:spcAft>
                <a:spcPts val="0"/>
              </a:spcAft>
              <a:buNone/>
              <a:defRPr sz="2000">
                <a:solidFill>
                  <a:srgbClr val="000000"/>
                </a:solidFill>
              </a:defRPr>
            </a:lvl3pPr>
            <a:lvl4pPr lvl="3" algn="ctr">
              <a:lnSpc>
                <a:spcPct val="130000"/>
              </a:lnSpc>
              <a:spcBef>
                <a:spcPts val="0"/>
              </a:spcBef>
              <a:spcAft>
                <a:spcPts val="0"/>
              </a:spcAft>
              <a:buNone/>
              <a:defRPr sz="2000">
                <a:solidFill>
                  <a:srgbClr val="000000"/>
                </a:solidFill>
              </a:defRPr>
            </a:lvl4pPr>
            <a:lvl5pPr lvl="4" algn="ctr">
              <a:lnSpc>
                <a:spcPct val="130000"/>
              </a:lnSpc>
              <a:spcBef>
                <a:spcPts val="0"/>
              </a:spcBef>
              <a:spcAft>
                <a:spcPts val="0"/>
              </a:spcAft>
              <a:buNone/>
              <a:defRPr sz="2000">
                <a:solidFill>
                  <a:srgbClr val="000000"/>
                </a:solidFill>
              </a:defRPr>
            </a:lvl5pPr>
            <a:lvl6pPr lvl="5" algn="ctr">
              <a:lnSpc>
                <a:spcPct val="130000"/>
              </a:lnSpc>
              <a:spcBef>
                <a:spcPts val="0"/>
              </a:spcBef>
              <a:spcAft>
                <a:spcPts val="0"/>
              </a:spcAft>
              <a:buNone/>
              <a:defRPr sz="2000">
                <a:solidFill>
                  <a:srgbClr val="000000"/>
                </a:solidFill>
              </a:defRPr>
            </a:lvl6pPr>
            <a:lvl7pPr lvl="6" algn="ctr">
              <a:lnSpc>
                <a:spcPct val="130000"/>
              </a:lnSpc>
              <a:spcBef>
                <a:spcPts val="0"/>
              </a:spcBef>
              <a:spcAft>
                <a:spcPts val="0"/>
              </a:spcAft>
              <a:buNone/>
              <a:defRPr sz="2000">
                <a:solidFill>
                  <a:srgbClr val="000000"/>
                </a:solidFill>
              </a:defRPr>
            </a:lvl7pPr>
            <a:lvl8pPr lvl="7" algn="ctr">
              <a:lnSpc>
                <a:spcPct val="130000"/>
              </a:lnSpc>
              <a:spcBef>
                <a:spcPts val="0"/>
              </a:spcBef>
              <a:spcAft>
                <a:spcPts val="0"/>
              </a:spcAft>
              <a:buNone/>
              <a:defRPr sz="2000">
                <a:solidFill>
                  <a:srgbClr val="000000"/>
                </a:solidFill>
              </a:defRPr>
            </a:lvl8pPr>
            <a:lvl9pPr lvl="8" algn="ctr">
              <a:lnSpc>
                <a:spcPct val="130000"/>
              </a:lnSpc>
              <a:spcBef>
                <a:spcPts val="0"/>
              </a:spcBef>
              <a:spcAft>
                <a:spcPts val="0"/>
              </a:spcAft>
              <a:buNone/>
              <a:defRPr sz="2000">
                <a:solidFill>
                  <a:srgbClr val="000000"/>
                </a:solidFill>
              </a:defRPr>
            </a:lvl9pPr>
          </a:lstStyle>
          <a:p/>
        </p:txBody>
      </p:sp>
      <p:cxnSp>
        <p:nvCxnSpPr>
          <p:cNvPr id="801" name="Google Shape;801;p54"/>
          <p:cNvCxnSpPr/>
          <p:nvPr/>
        </p:nvCxnSpPr>
        <p:spPr>
          <a:xfrm rot="10800000">
            <a:off x="335831" y="150"/>
            <a:ext cx="0" cy="664800"/>
          </a:xfrm>
          <a:prstGeom prst="straightConnector1">
            <a:avLst/>
          </a:prstGeom>
          <a:noFill/>
          <a:ln cap="flat" cmpd="sng" w="9525">
            <a:solidFill>
              <a:srgbClr val="EE0000"/>
            </a:solidFill>
            <a:prstDash val="solid"/>
            <a:round/>
            <a:headEnd len="med" w="med" type="none"/>
            <a:tailEnd len="med" w="med" type="none"/>
          </a:ln>
        </p:spPr>
      </p:cxnSp>
      <p:cxnSp>
        <p:nvCxnSpPr>
          <p:cNvPr id="802" name="Google Shape;802;p54"/>
          <p:cNvCxnSpPr/>
          <p:nvPr/>
        </p:nvCxnSpPr>
        <p:spPr>
          <a:xfrm rot="10800000">
            <a:off x="335825" y="4800900"/>
            <a:ext cx="0" cy="342600"/>
          </a:xfrm>
          <a:prstGeom prst="straightConnector1">
            <a:avLst/>
          </a:prstGeom>
          <a:noFill/>
          <a:ln cap="flat" cmpd="sng" w="9525">
            <a:solidFill>
              <a:srgbClr val="EE0000"/>
            </a:solidFill>
            <a:prstDash val="solid"/>
            <a:round/>
            <a:headEnd len="med" w="med" type="none"/>
            <a:tailEnd len="med" w="med" type="none"/>
          </a:ln>
        </p:spPr>
      </p:cxnSp>
      <p:sp>
        <p:nvSpPr>
          <p:cNvPr id="803" name="Google Shape;803;p54"/>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Overpass SemiBold"/>
                <a:ea typeface="Overpass SemiBold"/>
                <a:cs typeface="Overpass SemiBold"/>
                <a:sym typeface="Overpass SemiBold"/>
              </a:defRPr>
            </a:lvl1pPr>
            <a:lvl2pPr lvl="1" algn="ctr">
              <a:buNone/>
              <a:defRPr sz="600">
                <a:latin typeface="Overpass SemiBold"/>
                <a:ea typeface="Overpass SemiBold"/>
                <a:cs typeface="Overpass SemiBold"/>
                <a:sym typeface="Overpass SemiBold"/>
              </a:defRPr>
            </a:lvl2pPr>
            <a:lvl3pPr lvl="2" algn="ctr">
              <a:buNone/>
              <a:defRPr sz="600">
                <a:latin typeface="Overpass SemiBold"/>
                <a:ea typeface="Overpass SemiBold"/>
                <a:cs typeface="Overpass SemiBold"/>
                <a:sym typeface="Overpass SemiBold"/>
              </a:defRPr>
            </a:lvl3pPr>
            <a:lvl4pPr lvl="3" algn="ctr">
              <a:buNone/>
              <a:defRPr sz="600">
                <a:latin typeface="Overpass SemiBold"/>
                <a:ea typeface="Overpass SemiBold"/>
                <a:cs typeface="Overpass SemiBold"/>
                <a:sym typeface="Overpass SemiBold"/>
              </a:defRPr>
            </a:lvl4pPr>
            <a:lvl5pPr lvl="4" algn="ctr">
              <a:buNone/>
              <a:defRPr sz="600">
                <a:latin typeface="Overpass SemiBold"/>
                <a:ea typeface="Overpass SemiBold"/>
                <a:cs typeface="Overpass SemiBold"/>
                <a:sym typeface="Overpass SemiBold"/>
              </a:defRPr>
            </a:lvl5pPr>
            <a:lvl6pPr lvl="5" algn="ctr">
              <a:buNone/>
              <a:defRPr sz="600">
                <a:latin typeface="Overpass SemiBold"/>
                <a:ea typeface="Overpass SemiBold"/>
                <a:cs typeface="Overpass SemiBold"/>
                <a:sym typeface="Overpass SemiBold"/>
              </a:defRPr>
            </a:lvl6pPr>
            <a:lvl7pPr lvl="6" algn="ctr">
              <a:buNone/>
              <a:defRPr sz="600">
                <a:latin typeface="Overpass SemiBold"/>
                <a:ea typeface="Overpass SemiBold"/>
                <a:cs typeface="Overpass SemiBold"/>
                <a:sym typeface="Overpass SemiBold"/>
              </a:defRPr>
            </a:lvl7pPr>
            <a:lvl8pPr lvl="7" algn="ctr">
              <a:buNone/>
              <a:defRPr sz="600">
                <a:latin typeface="Overpass SemiBold"/>
                <a:ea typeface="Overpass SemiBold"/>
                <a:cs typeface="Overpass SemiBold"/>
                <a:sym typeface="Overpass SemiBold"/>
              </a:defRPr>
            </a:lvl8pPr>
            <a:lvl9pPr lvl="8" algn="ctr">
              <a:buNone/>
              <a:defRPr sz="6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804" name="Google Shape;804;p54"/>
          <p:cNvPicPr preferRelativeResize="0"/>
          <p:nvPr/>
        </p:nvPicPr>
        <p:blipFill rotWithShape="1">
          <a:blip r:embed="rId2">
            <a:alphaModFix/>
          </a:blip>
          <a:srcRect b="317" l="0" r="0" t="327"/>
          <a:stretch/>
        </p:blipFill>
        <p:spPr>
          <a:xfrm>
            <a:off x="8033460" y="4734938"/>
            <a:ext cx="731888" cy="171091"/>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4">
  <p:cSld name="TITLE_4">
    <p:spTree>
      <p:nvGrpSpPr>
        <p:cNvPr id="805" name="Shape 805"/>
        <p:cNvGrpSpPr/>
        <p:nvPr/>
      </p:nvGrpSpPr>
      <p:grpSpPr>
        <a:xfrm>
          <a:off x="0" y="0"/>
          <a:ext cx="0" cy="0"/>
          <a:chOff x="0" y="0"/>
          <a:chExt cx="0" cy="0"/>
        </a:xfrm>
      </p:grpSpPr>
      <p:sp>
        <p:nvSpPr>
          <p:cNvPr id="806" name="Google Shape;806;p55"/>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807" name="Google Shape;807;p55"/>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808" name="Google Shape;808;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title 1">
  <p:cSld name="TITLE_1_2">
    <p:bg>
      <p:bgPr>
        <a:blipFill>
          <a:blip r:embed="rId2">
            <a:alphaModFix/>
          </a:blip>
          <a:stretch>
            <a:fillRect/>
          </a:stretch>
        </a:blipFill>
      </p:bgPr>
    </p:bg>
    <p:spTree>
      <p:nvGrpSpPr>
        <p:cNvPr id="809" name="Shape 809"/>
        <p:cNvGrpSpPr/>
        <p:nvPr/>
      </p:nvGrpSpPr>
      <p:grpSpPr>
        <a:xfrm>
          <a:off x="0" y="0"/>
          <a:ext cx="0" cy="0"/>
          <a:chOff x="0" y="0"/>
          <a:chExt cx="0" cy="0"/>
        </a:xfrm>
      </p:grpSpPr>
      <p:sp>
        <p:nvSpPr>
          <p:cNvPr id="810" name="Google Shape;810;p56"/>
          <p:cNvSpPr/>
          <p:nvPr/>
        </p:nvSpPr>
        <p:spPr>
          <a:xfrm>
            <a:off x="7212881" y="4409156"/>
            <a:ext cx="1931100" cy="7344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11" name="Google Shape;811;p56"/>
          <p:cNvSpPr txBox="1"/>
          <p:nvPr>
            <p:ph idx="1" type="subTitle"/>
          </p:nvPr>
        </p:nvSpPr>
        <p:spPr>
          <a:xfrm>
            <a:off x="1562794" y="2641369"/>
            <a:ext cx="5649900" cy="6858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1"/>
              </a:buClr>
              <a:buSzPts val="2100"/>
              <a:buFont typeface="Red Hat Display"/>
              <a:buNone/>
              <a:defRPr sz="2100">
                <a:solidFill>
                  <a:schemeClr val="lt1"/>
                </a:solidFill>
                <a:latin typeface="Red Hat Display"/>
                <a:ea typeface="Red Hat Display"/>
                <a:cs typeface="Red Hat Display"/>
                <a:sym typeface="Red Hat Display"/>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812" name="Google Shape;812;p56"/>
          <p:cNvSpPr txBox="1"/>
          <p:nvPr>
            <p:ph type="title"/>
          </p:nvPr>
        </p:nvSpPr>
        <p:spPr>
          <a:xfrm>
            <a:off x="1562906" y="1307719"/>
            <a:ext cx="5649900" cy="1200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3600">
                <a:solidFill>
                  <a:schemeClr val="lt1"/>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sz="3500">
                <a:solidFill>
                  <a:schemeClr val="lt1"/>
                </a:solidFill>
              </a:defRPr>
            </a:lvl2pPr>
            <a:lvl3pPr lvl="2">
              <a:lnSpc>
                <a:spcPct val="105000"/>
              </a:lnSpc>
              <a:spcBef>
                <a:spcPts val="0"/>
              </a:spcBef>
              <a:spcAft>
                <a:spcPts val="0"/>
              </a:spcAft>
              <a:buNone/>
              <a:defRPr sz="3500">
                <a:solidFill>
                  <a:schemeClr val="lt1"/>
                </a:solidFill>
              </a:defRPr>
            </a:lvl3pPr>
            <a:lvl4pPr lvl="3">
              <a:lnSpc>
                <a:spcPct val="105000"/>
              </a:lnSpc>
              <a:spcBef>
                <a:spcPts val="0"/>
              </a:spcBef>
              <a:spcAft>
                <a:spcPts val="0"/>
              </a:spcAft>
              <a:buNone/>
              <a:defRPr sz="3500">
                <a:solidFill>
                  <a:schemeClr val="lt1"/>
                </a:solidFill>
              </a:defRPr>
            </a:lvl4pPr>
            <a:lvl5pPr lvl="4">
              <a:lnSpc>
                <a:spcPct val="105000"/>
              </a:lnSpc>
              <a:spcBef>
                <a:spcPts val="0"/>
              </a:spcBef>
              <a:spcAft>
                <a:spcPts val="0"/>
              </a:spcAft>
              <a:buNone/>
              <a:defRPr sz="3500">
                <a:solidFill>
                  <a:schemeClr val="lt1"/>
                </a:solidFill>
              </a:defRPr>
            </a:lvl5pPr>
            <a:lvl6pPr lvl="5">
              <a:lnSpc>
                <a:spcPct val="105000"/>
              </a:lnSpc>
              <a:spcBef>
                <a:spcPts val="0"/>
              </a:spcBef>
              <a:spcAft>
                <a:spcPts val="0"/>
              </a:spcAft>
              <a:buNone/>
              <a:defRPr sz="3500">
                <a:solidFill>
                  <a:schemeClr val="lt1"/>
                </a:solidFill>
              </a:defRPr>
            </a:lvl6pPr>
            <a:lvl7pPr lvl="6">
              <a:lnSpc>
                <a:spcPct val="105000"/>
              </a:lnSpc>
              <a:spcBef>
                <a:spcPts val="0"/>
              </a:spcBef>
              <a:spcAft>
                <a:spcPts val="0"/>
              </a:spcAft>
              <a:buNone/>
              <a:defRPr sz="3500">
                <a:solidFill>
                  <a:schemeClr val="lt1"/>
                </a:solidFill>
              </a:defRPr>
            </a:lvl7pPr>
            <a:lvl8pPr lvl="7">
              <a:lnSpc>
                <a:spcPct val="105000"/>
              </a:lnSpc>
              <a:spcBef>
                <a:spcPts val="0"/>
              </a:spcBef>
              <a:spcAft>
                <a:spcPts val="0"/>
              </a:spcAft>
              <a:buNone/>
              <a:defRPr sz="3500">
                <a:solidFill>
                  <a:schemeClr val="lt1"/>
                </a:solidFill>
              </a:defRPr>
            </a:lvl8pPr>
            <a:lvl9pPr lvl="8">
              <a:lnSpc>
                <a:spcPct val="105000"/>
              </a:lnSpc>
              <a:spcBef>
                <a:spcPts val="0"/>
              </a:spcBef>
              <a:spcAft>
                <a:spcPts val="0"/>
              </a:spcAft>
              <a:buNone/>
              <a:defRPr sz="3500">
                <a:solidFill>
                  <a:schemeClr val="lt1"/>
                </a:solidFill>
              </a:defRPr>
            </a:lvl9pPr>
          </a:lstStyle>
          <a:p/>
        </p:txBody>
      </p:sp>
      <p:sp>
        <p:nvSpPr>
          <p:cNvPr id="813" name="Google Shape;813;p56"/>
          <p:cNvSpPr txBox="1"/>
          <p:nvPr>
            <p:ph idx="2" type="subTitle"/>
          </p:nvPr>
        </p:nvSpPr>
        <p:spPr>
          <a:xfrm>
            <a:off x="1562794" y="3454125"/>
            <a:ext cx="1530300" cy="4542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100"/>
              <a:buFont typeface="Red Hat Display Medium"/>
              <a:buNone/>
              <a:defRPr sz="11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2pPr>
            <a:lvl3pPr lvl="2">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3pPr>
            <a:lvl4pPr lvl="3">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4pPr>
            <a:lvl5pPr lvl="4">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5pPr>
            <a:lvl6pPr lvl="5">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6pPr>
            <a:lvl7pPr lvl="6">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7pPr>
            <a:lvl8pPr lvl="7">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8pPr>
            <a:lvl9pPr lvl="8">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9pPr>
          </a:lstStyle>
          <a:p/>
        </p:txBody>
      </p:sp>
      <p:sp>
        <p:nvSpPr>
          <p:cNvPr id="814" name="Google Shape;814;p56"/>
          <p:cNvSpPr txBox="1"/>
          <p:nvPr>
            <p:ph idx="3" type="subTitle"/>
          </p:nvPr>
        </p:nvSpPr>
        <p:spPr>
          <a:xfrm>
            <a:off x="3353888" y="3454125"/>
            <a:ext cx="1530300" cy="4542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100"/>
              <a:buFont typeface="Red Hat Display Medium"/>
              <a:buNone/>
              <a:defRPr sz="11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2pPr>
            <a:lvl3pPr lvl="2">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3pPr>
            <a:lvl4pPr lvl="3">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4pPr>
            <a:lvl5pPr lvl="4">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5pPr>
            <a:lvl6pPr lvl="5">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6pPr>
            <a:lvl7pPr lvl="6">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7pPr>
            <a:lvl8pPr lvl="7">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8pPr>
            <a:lvl9pPr lvl="8">
              <a:lnSpc>
                <a:spcPct val="135000"/>
              </a:lnSpc>
              <a:spcBef>
                <a:spcPts val="0"/>
              </a:spcBef>
              <a:spcAft>
                <a:spcPts val="0"/>
              </a:spcAft>
              <a:buClr>
                <a:schemeClr val="lt1"/>
              </a:buClr>
              <a:buSzPts val="1400"/>
              <a:buFont typeface="Red Hat Text Medium"/>
              <a:buNone/>
              <a:defRPr>
                <a:solidFill>
                  <a:schemeClr val="lt1"/>
                </a:solidFill>
                <a:latin typeface="Red Hat Text Medium"/>
                <a:ea typeface="Red Hat Text Medium"/>
                <a:cs typeface="Red Hat Text Medium"/>
                <a:sym typeface="Red Hat Text Medium"/>
              </a:defRPr>
            </a:lvl9pPr>
          </a:lstStyle>
          <a:p/>
        </p:txBody>
      </p:sp>
      <p:pic>
        <p:nvPicPr>
          <p:cNvPr id="815" name="Google Shape;815;p56"/>
          <p:cNvPicPr preferRelativeResize="0"/>
          <p:nvPr/>
        </p:nvPicPr>
        <p:blipFill>
          <a:blip r:embed="rId3">
            <a:alphaModFix/>
          </a:blip>
          <a:stretch>
            <a:fillRect/>
          </a:stretch>
        </p:blipFill>
        <p:spPr>
          <a:xfrm>
            <a:off x="7580138" y="4652989"/>
            <a:ext cx="1185206" cy="279575"/>
          </a:xfrm>
          <a:prstGeom prst="rect">
            <a:avLst/>
          </a:prstGeom>
          <a:noFill/>
          <a:ln>
            <a:noFill/>
          </a:ln>
        </p:spPr>
      </p:pic>
      <p:cxnSp>
        <p:nvCxnSpPr>
          <p:cNvPr id="816" name="Google Shape;816;p56"/>
          <p:cNvCxnSpPr/>
          <p:nvPr/>
        </p:nvCxnSpPr>
        <p:spPr>
          <a:xfrm rot="10800000">
            <a:off x="335825" y="4801200"/>
            <a:ext cx="0" cy="342300"/>
          </a:xfrm>
          <a:prstGeom prst="straightConnector1">
            <a:avLst/>
          </a:prstGeom>
          <a:noFill/>
          <a:ln cap="flat" cmpd="sng" w="9525">
            <a:solidFill>
              <a:srgbClr val="EE0000"/>
            </a:solidFill>
            <a:prstDash val="solid"/>
            <a:round/>
            <a:headEnd len="med" w="med" type="none"/>
            <a:tailEnd len="med" w="med" type="none"/>
          </a:ln>
        </p:spPr>
      </p:cxnSp>
      <p:sp>
        <p:nvSpPr>
          <p:cNvPr id="817" name="Google Shape;817;p56"/>
          <p:cNvSpPr txBox="1"/>
          <p:nvPr>
            <p:ph idx="12" type="sldNum"/>
          </p:nvPr>
        </p:nvSpPr>
        <p:spPr>
          <a:xfrm>
            <a:off x="61481" y="4627167"/>
            <a:ext cx="548700" cy="107700"/>
          </a:xfrm>
          <a:prstGeom prst="rect">
            <a:avLst/>
          </a:prstGeom>
          <a:noFill/>
          <a:ln>
            <a:noFill/>
          </a:ln>
        </p:spPr>
        <p:txBody>
          <a:bodyPr anchorCtr="0" anchor="b" bIns="0" lIns="0" spcFirstLastPara="1" rIns="0" wrap="square" tIns="0">
            <a:noAutofit/>
          </a:bodyPr>
          <a:lstStyle>
            <a:lvl1pPr lvl="0" algn="ctr">
              <a:buNone/>
              <a:defRPr sz="600">
                <a:latin typeface="Red Hat Text Medium"/>
                <a:ea typeface="Red Hat Text Medium"/>
                <a:cs typeface="Red Hat Text Medium"/>
                <a:sym typeface="Red Hat Text Medium"/>
              </a:defRPr>
            </a:lvl1pPr>
            <a:lvl2pPr lvl="1" algn="ctr">
              <a:buNone/>
              <a:defRPr sz="600">
                <a:latin typeface="Red Hat Text Medium"/>
                <a:ea typeface="Red Hat Text Medium"/>
                <a:cs typeface="Red Hat Text Medium"/>
                <a:sym typeface="Red Hat Text Medium"/>
              </a:defRPr>
            </a:lvl2pPr>
            <a:lvl3pPr lvl="2" algn="ctr">
              <a:buNone/>
              <a:defRPr sz="600">
                <a:latin typeface="Red Hat Text Medium"/>
                <a:ea typeface="Red Hat Text Medium"/>
                <a:cs typeface="Red Hat Text Medium"/>
                <a:sym typeface="Red Hat Text Medium"/>
              </a:defRPr>
            </a:lvl3pPr>
            <a:lvl4pPr lvl="3" algn="ctr">
              <a:buNone/>
              <a:defRPr sz="600">
                <a:latin typeface="Red Hat Text Medium"/>
                <a:ea typeface="Red Hat Text Medium"/>
                <a:cs typeface="Red Hat Text Medium"/>
                <a:sym typeface="Red Hat Text Medium"/>
              </a:defRPr>
            </a:lvl4pPr>
            <a:lvl5pPr lvl="4" algn="ctr">
              <a:buNone/>
              <a:defRPr sz="600">
                <a:latin typeface="Red Hat Text Medium"/>
                <a:ea typeface="Red Hat Text Medium"/>
                <a:cs typeface="Red Hat Text Medium"/>
                <a:sym typeface="Red Hat Text Medium"/>
              </a:defRPr>
            </a:lvl5pPr>
            <a:lvl6pPr lvl="5" algn="ctr">
              <a:buNone/>
              <a:defRPr sz="600">
                <a:latin typeface="Red Hat Text Medium"/>
                <a:ea typeface="Red Hat Text Medium"/>
                <a:cs typeface="Red Hat Text Medium"/>
                <a:sym typeface="Red Hat Text Medium"/>
              </a:defRPr>
            </a:lvl6pPr>
            <a:lvl7pPr lvl="6" algn="ctr">
              <a:buNone/>
              <a:defRPr sz="600">
                <a:latin typeface="Red Hat Text Medium"/>
                <a:ea typeface="Red Hat Text Medium"/>
                <a:cs typeface="Red Hat Text Medium"/>
                <a:sym typeface="Red Hat Text Medium"/>
              </a:defRPr>
            </a:lvl7pPr>
            <a:lvl8pPr lvl="7" algn="ctr">
              <a:buNone/>
              <a:defRPr sz="600">
                <a:latin typeface="Red Hat Text Medium"/>
                <a:ea typeface="Red Hat Text Medium"/>
                <a:cs typeface="Red Hat Text Medium"/>
                <a:sym typeface="Red Hat Text Medium"/>
              </a:defRPr>
            </a:lvl8pPr>
            <a:lvl9pPr lvl="8" algn="ctr">
              <a:buNone/>
              <a:defRPr sz="6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56" Type="http://schemas.openxmlformats.org/officeDocument/2006/relationships/theme" Target="../theme/theme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30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2600"/>
              <a:buFont typeface="Red Hat Display"/>
              <a:buNone/>
              <a:defRPr sz="2600">
                <a:solidFill>
                  <a:schemeClr val="dk1"/>
                </a:solidFill>
                <a:latin typeface="Red Hat Display"/>
                <a:ea typeface="Red Hat Display"/>
                <a:cs typeface="Red Hat Display"/>
                <a:sym typeface="Red Hat Display"/>
              </a:defRPr>
            </a:lvl1pPr>
            <a:lvl2pPr lvl="1">
              <a:spcBef>
                <a:spcPts val="0"/>
              </a:spcBef>
              <a:spcAft>
                <a:spcPts val="0"/>
              </a:spcAft>
              <a:buClr>
                <a:schemeClr val="dk1"/>
              </a:buClr>
              <a:buSzPts val="2600"/>
              <a:buFont typeface="Red Hat Display"/>
              <a:buNone/>
              <a:defRPr sz="2600">
                <a:solidFill>
                  <a:schemeClr val="dk1"/>
                </a:solidFill>
                <a:latin typeface="Red Hat Display"/>
                <a:ea typeface="Red Hat Display"/>
                <a:cs typeface="Red Hat Display"/>
                <a:sym typeface="Red Hat Display"/>
              </a:defRPr>
            </a:lvl2pPr>
            <a:lvl3pPr lvl="2">
              <a:spcBef>
                <a:spcPts val="0"/>
              </a:spcBef>
              <a:spcAft>
                <a:spcPts val="0"/>
              </a:spcAft>
              <a:buClr>
                <a:schemeClr val="dk1"/>
              </a:buClr>
              <a:buSzPts val="2600"/>
              <a:buFont typeface="Red Hat Display"/>
              <a:buNone/>
              <a:defRPr sz="2600">
                <a:solidFill>
                  <a:schemeClr val="dk1"/>
                </a:solidFill>
                <a:latin typeface="Red Hat Display"/>
                <a:ea typeface="Red Hat Display"/>
                <a:cs typeface="Red Hat Display"/>
                <a:sym typeface="Red Hat Display"/>
              </a:defRPr>
            </a:lvl3pPr>
            <a:lvl4pPr lvl="3">
              <a:spcBef>
                <a:spcPts val="0"/>
              </a:spcBef>
              <a:spcAft>
                <a:spcPts val="0"/>
              </a:spcAft>
              <a:buClr>
                <a:schemeClr val="dk1"/>
              </a:buClr>
              <a:buSzPts val="2600"/>
              <a:buFont typeface="Red Hat Display"/>
              <a:buNone/>
              <a:defRPr sz="2600">
                <a:solidFill>
                  <a:schemeClr val="dk1"/>
                </a:solidFill>
                <a:latin typeface="Red Hat Display"/>
                <a:ea typeface="Red Hat Display"/>
                <a:cs typeface="Red Hat Display"/>
                <a:sym typeface="Red Hat Display"/>
              </a:defRPr>
            </a:lvl4pPr>
            <a:lvl5pPr lvl="4">
              <a:spcBef>
                <a:spcPts val="0"/>
              </a:spcBef>
              <a:spcAft>
                <a:spcPts val="0"/>
              </a:spcAft>
              <a:buClr>
                <a:schemeClr val="dk1"/>
              </a:buClr>
              <a:buSzPts val="2600"/>
              <a:buFont typeface="Red Hat Display"/>
              <a:buNone/>
              <a:defRPr sz="2600">
                <a:solidFill>
                  <a:schemeClr val="dk1"/>
                </a:solidFill>
                <a:latin typeface="Red Hat Display"/>
                <a:ea typeface="Red Hat Display"/>
                <a:cs typeface="Red Hat Display"/>
                <a:sym typeface="Red Hat Display"/>
              </a:defRPr>
            </a:lvl5pPr>
            <a:lvl6pPr lvl="5">
              <a:spcBef>
                <a:spcPts val="0"/>
              </a:spcBef>
              <a:spcAft>
                <a:spcPts val="0"/>
              </a:spcAft>
              <a:buClr>
                <a:schemeClr val="dk1"/>
              </a:buClr>
              <a:buSzPts val="2600"/>
              <a:buFont typeface="Red Hat Display"/>
              <a:buNone/>
              <a:defRPr sz="2600">
                <a:solidFill>
                  <a:schemeClr val="dk1"/>
                </a:solidFill>
                <a:latin typeface="Red Hat Display"/>
                <a:ea typeface="Red Hat Display"/>
                <a:cs typeface="Red Hat Display"/>
                <a:sym typeface="Red Hat Display"/>
              </a:defRPr>
            </a:lvl6pPr>
            <a:lvl7pPr lvl="6">
              <a:spcBef>
                <a:spcPts val="0"/>
              </a:spcBef>
              <a:spcAft>
                <a:spcPts val="0"/>
              </a:spcAft>
              <a:buClr>
                <a:schemeClr val="dk1"/>
              </a:buClr>
              <a:buSzPts val="2600"/>
              <a:buFont typeface="Red Hat Display"/>
              <a:buNone/>
              <a:defRPr sz="2600">
                <a:solidFill>
                  <a:schemeClr val="dk1"/>
                </a:solidFill>
                <a:latin typeface="Red Hat Display"/>
                <a:ea typeface="Red Hat Display"/>
                <a:cs typeface="Red Hat Display"/>
                <a:sym typeface="Red Hat Display"/>
              </a:defRPr>
            </a:lvl7pPr>
            <a:lvl8pPr lvl="7">
              <a:spcBef>
                <a:spcPts val="0"/>
              </a:spcBef>
              <a:spcAft>
                <a:spcPts val="0"/>
              </a:spcAft>
              <a:buClr>
                <a:schemeClr val="dk1"/>
              </a:buClr>
              <a:buSzPts val="2600"/>
              <a:buFont typeface="Red Hat Display"/>
              <a:buNone/>
              <a:defRPr sz="2600">
                <a:solidFill>
                  <a:schemeClr val="dk1"/>
                </a:solidFill>
                <a:latin typeface="Red Hat Display"/>
                <a:ea typeface="Red Hat Display"/>
                <a:cs typeface="Red Hat Display"/>
                <a:sym typeface="Red Hat Display"/>
              </a:defRPr>
            </a:lvl8pPr>
            <a:lvl9pPr lvl="8">
              <a:spcBef>
                <a:spcPts val="0"/>
              </a:spcBef>
              <a:spcAft>
                <a:spcPts val="0"/>
              </a:spcAft>
              <a:buClr>
                <a:schemeClr val="dk1"/>
              </a:buClr>
              <a:buSzPts val="2600"/>
              <a:buFont typeface="Red Hat Display"/>
              <a:buNone/>
              <a:defRPr sz="2600">
                <a:solidFill>
                  <a:schemeClr val="dk1"/>
                </a:solidFill>
                <a:latin typeface="Red Hat Display"/>
                <a:ea typeface="Red Hat Display"/>
                <a:cs typeface="Red Hat Display"/>
                <a:sym typeface="Red Hat Displ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lvl1pPr indent="-317500" lvl="0" marL="457200">
              <a:lnSpc>
                <a:spcPct val="140000"/>
              </a:lnSpc>
              <a:spcBef>
                <a:spcPts val="0"/>
              </a:spcBef>
              <a:spcAft>
                <a:spcPts val="0"/>
              </a:spcAft>
              <a:buClr>
                <a:schemeClr val="accent1"/>
              </a:buClr>
              <a:buSzPts val="1400"/>
              <a:buFont typeface="Red Hat Display"/>
              <a:buChar char="▸"/>
              <a:defRPr sz="1400">
                <a:latin typeface="Red Hat Display"/>
                <a:ea typeface="Red Hat Display"/>
                <a:cs typeface="Red Hat Display"/>
                <a:sym typeface="Red Hat Display"/>
              </a:defRPr>
            </a:lvl1pPr>
            <a:lvl2pPr indent="-317500" lvl="1" marL="914400">
              <a:lnSpc>
                <a:spcPct val="140000"/>
              </a:lnSpc>
              <a:spcBef>
                <a:spcPts val="400"/>
              </a:spcBef>
              <a:spcAft>
                <a:spcPts val="0"/>
              </a:spcAft>
              <a:buSzPts val="1400"/>
              <a:buFont typeface="Red Hat Display"/>
              <a:buChar char="･"/>
              <a:defRPr sz="1400">
                <a:latin typeface="Red Hat Display"/>
                <a:ea typeface="Red Hat Display"/>
                <a:cs typeface="Red Hat Display"/>
                <a:sym typeface="Red Hat Display"/>
              </a:defRPr>
            </a:lvl2pPr>
            <a:lvl3pPr indent="-317500" lvl="2" marL="1371600">
              <a:lnSpc>
                <a:spcPct val="140000"/>
              </a:lnSpc>
              <a:spcBef>
                <a:spcPts val="400"/>
              </a:spcBef>
              <a:spcAft>
                <a:spcPts val="0"/>
              </a:spcAft>
              <a:buSzPts val="1400"/>
              <a:buFont typeface="Red Hat Display"/>
              <a:buChar char="･"/>
              <a:defRPr sz="1400">
                <a:latin typeface="Red Hat Display"/>
                <a:ea typeface="Red Hat Display"/>
                <a:cs typeface="Red Hat Display"/>
                <a:sym typeface="Red Hat Display"/>
              </a:defRPr>
            </a:lvl3pPr>
            <a:lvl4pPr indent="-317500" lvl="3" marL="1828800">
              <a:lnSpc>
                <a:spcPct val="140000"/>
              </a:lnSpc>
              <a:spcBef>
                <a:spcPts val="400"/>
              </a:spcBef>
              <a:spcAft>
                <a:spcPts val="0"/>
              </a:spcAft>
              <a:buSzPts val="1400"/>
              <a:buFont typeface="Red Hat Display"/>
              <a:buChar char="･"/>
              <a:defRPr sz="1400">
                <a:latin typeface="Red Hat Display"/>
                <a:ea typeface="Red Hat Display"/>
                <a:cs typeface="Red Hat Display"/>
                <a:sym typeface="Red Hat Display"/>
              </a:defRPr>
            </a:lvl4pPr>
            <a:lvl5pPr indent="-317500" lvl="4" marL="2286000">
              <a:lnSpc>
                <a:spcPct val="140000"/>
              </a:lnSpc>
              <a:spcBef>
                <a:spcPts val="400"/>
              </a:spcBef>
              <a:spcAft>
                <a:spcPts val="0"/>
              </a:spcAft>
              <a:buSzPts val="1400"/>
              <a:buFont typeface="Red Hat Display"/>
              <a:buChar char="･"/>
              <a:defRPr sz="1400">
                <a:latin typeface="Red Hat Display"/>
                <a:ea typeface="Red Hat Display"/>
                <a:cs typeface="Red Hat Display"/>
                <a:sym typeface="Red Hat Display"/>
              </a:defRPr>
            </a:lvl5pPr>
            <a:lvl6pPr indent="-317500" lvl="5" marL="2743200">
              <a:lnSpc>
                <a:spcPct val="140000"/>
              </a:lnSpc>
              <a:spcBef>
                <a:spcPts val="400"/>
              </a:spcBef>
              <a:spcAft>
                <a:spcPts val="0"/>
              </a:spcAft>
              <a:buSzPts val="1400"/>
              <a:buFont typeface="Red Hat Display"/>
              <a:buChar char="･"/>
              <a:defRPr sz="1400">
                <a:latin typeface="Red Hat Display"/>
                <a:ea typeface="Red Hat Display"/>
                <a:cs typeface="Red Hat Display"/>
                <a:sym typeface="Red Hat Display"/>
              </a:defRPr>
            </a:lvl6pPr>
            <a:lvl7pPr indent="-317500" lvl="6" marL="3200400">
              <a:lnSpc>
                <a:spcPct val="140000"/>
              </a:lnSpc>
              <a:spcBef>
                <a:spcPts val="400"/>
              </a:spcBef>
              <a:spcAft>
                <a:spcPts val="0"/>
              </a:spcAft>
              <a:buSzPts val="1400"/>
              <a:buFont typeface="Red Hat Display"/>
              <a:buChar char="･"/>
              <a:defRPr sz="1400">
                <a:latin typeface="Red Hat Display"/>
                <a:ea typeface="Red Hat Display"/>
                <a:cs typeface="Red Hat Display"/>
                <a:sym typeface="Red Hat Display"/>
              </a:defRPr>
            </a:lvl7pPr>
            <a:lvl8pPr indent="-317500" lvl="7" marL="3657600">
              <a:lnSpc>
                <a:spcPct val="140000"/>
              </a:lnSpc>
              <a:spcBef>
                <a:spcPts val="400"/>
              </a:spcBef>
              <a:spcAft>
                <a:spcPts val="0"/>
              </a:spcAft>
              <a:buSzPts val="1400"/>
              <a:buFont typeface="Red Hat Display"/>
              <a:buChar char="･"/>
              <a:defRPr sz="1400">
                <a:latin typeface="Red Hat Display"/>
                <a:ea typeface="Red Hat Display"/>
                <a:cs typeface="Red Hat Display"/>
                <a:sym typeface="Red Hat Display"/>
              </a:defRPr>
            </a:lvl8pPr>
            <a:lvl9pPr indent="-317500" lvl="8" marL="4114800">
              <a:lnSpc>
                <a:spcPct val="140000"/>
              </a:lnSpc>
              <a:spcBef>
                <a:spcPts val="400"/>
              </a:spcBef>
              <a:spcAft>
                <a:spcPts val="400"/>
              </a:spcAft>
              <a:buSzPts val="1400"/>
              <a:buFont typeface="Red Hat Display"/>
              <a:buChar char="･"/>
              <a:defRPr sz="1400">
                <a:latin typeface="Red Hat Display"/>
                <a:ea typeface="Red Hat Display"/>
                <a:cs typeface="Red Hat Display"/>
                <a:sym typeface="Red Hat Displ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slide" Target="/ppt/slides/slide34.xml"/><Relationship Id="rId5" Type="http://schemas.openxmlformats.org/officeDocument/2006/relationships/hyperlink" Target="https://docs.google.com/presentation/d/1DRT4G3i2f1xFbZZzWbuzJAiOm3vy38g02lXYk2zpCvc/edit#slide=id.g13ad3cdd9cf_1_767"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 Id="rId3" Type="http://schemas.openxmlformats.org/officeDocument/2006/relationships/image" Target="../media/image3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xml"/><Relationship Id="rId3" Type="http://schemas.openxmlformats.org/officeDocument/2006/relationships/hyperlink" Target="https://docs.google.com/presentation/d/1l5fwLo2LE6ZySA6ubqb1iWBgt3NHCFVdACeuLfaY_nk/edit#slide=id.gd9e55a649f_5_138" TargetMode="External"/><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3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4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image" Target="../media/image4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 Id="rId3" Type="http://schemas.openxmlformats.org/officeDocument/2006/relationships/image" Target="../media/image4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 Id="rId3" Type="http://schemas.openxmlformats.org/officeDocument/2006/relationships/image" Target="../media/image4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image" Target="../media/image4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 Id="rId3" Type="http://schemas.openxmlformats.org/officeDocument/2006/relationships/image" Target="../media/image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 Id="rId3"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 Id="rId3" Type="http://schemas.openxmlformats.org/officeDocument/2006/relationships/slide" Target="/ppt/slides/slide22.xml"/><Relationship Id="rId4" Type="http://schemas.openxmlformats.org/officeDocument/2006/relationships/hyperlink" Target="https://portfoliohub.redhat.com/v3/search-kits" TargetMode="External"/><Relationship Id="rId5" Type="http://schemas.openxmlformats.org/officeDocument/2006/relationships/image" Target="../media/image4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 Id="rId3" Type="http://schemas.openxmlformats.org/officeDocument/2006/relationships/hyperlink" Target="https://docs.google.com/spreadsheets/d/1s01cGUhDrOXSl50BG50lfbYbvAOZA55K9vFdQWnEIQA/edit#gid=632499722" TargetMode="External"/><Relationship Id="rId4" Type="http://schemas.openxmlformats.org/officeDocument/2006/relationships/hyperlink" Target="https://docs.google.com/presentation/d/1J3qhdLYYCTpJVNngDyofM2rXCyWlZF3kRQD7GhZzgNU/edit#slide=id.g245859c1b44_0_0" TargetMode="External"/><Relationship Id="rId5" Type="http://schemas.openxmlformats.org/officeDocument/2006/relationships/hyperlink" Target="https://docs.google.com/presentation/d/1J3qhdLYYCTpJVNngDyofM2rXCyWlZF3kRQD7GhZzgNU/edit#slide=id.g245859c1b44_0_39" TargetMode="External"/><Relationship Id="rId6" Type="http://schemas.openxmlformats.org/officeDocument/2006/relationships/hyperlink" Target="https://docs.google.com/presentation/d/1J3qhdLYYCTpJVNngDyofM2rXCyWlZF3kRQD7GhZzgNU/edit#slide=id.g245859c1b44_0_53"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0.xml"/><Relationship Id="rId3" Type="http://schemas.openxmlformats.org/officeDocument/2006/relationships/hyperlink" Target="https://docs.google.com/presentation/d/1BLjWcsU27puWhfGr5aukmedHSU9STcFLTQm1-m4qgAw/edit?usp=sharing" TargetMode="External"/><Relationship Id="rId4" Type="http://schemas.openxmlformats.org/officeDocument/2006/relationships/hyperlink" Target="https://docs.google.com/presentation/d/1BLjWcsU27puWhfGr5aukmedHSU9STcFLTQm1-m4qgAw/edit?usp=sharing" TargetMode="External"/><Relationship Id="rId9" Type="http://schemas.openxmlformats.org/officeDocument/2006/relationships/hyperlink" Target="https://docs.google.com/presentation/d/1aE3kpGtChUJApTZTjg_Cg_pZcw4mUAeJnJVLwSkDYWc/edit?usp=sharing" TargetMode="External"/><Relationship Id="rId5" Type="http://schemas.openxmlformats.org/officeDocument/2006/relationships/hyperlink" Target="https://drive.google.com/open?id=1k2--k8ds3Xl0_F_x4bkzB4Iw2eh5fqci" TargetMode="External"/><Relationship Id="rId6" Type="http://schemas.openxmlformats.org/officeDocument/2006/relationships/hyperlink" Target="https://drive.google.com/open?id=1k2--k8ds3Xl0_F_x4bkzB4Iw2eh5fqci" TargetMode="External"/><Relationship Id="rId7" Type="http://schemas.openxmlformats.org/officeDocument/2006/relationships/hyperlink" Target="https://mojo.redhat.com/docs/DOC-1196971" TargetMode="External"/><Relationship Id="rId8" Type="http://schemas.openxmlformats.org/officeDocument/2006/relationships/hyperlink" Target="https://docs.google.com/presentation/d/1aE3kpGtChUJApTZTjg_Cg_pZcw4mUAeJnJVLwSkDYWc/edit?usp=sharing" TargetMode="External"/><Relationship Id="rId11" Type="http://schemas.openxmlformats.org/officeDocument/2006/relationships/hyperlink" Target="https://drive.google.com/open?id=1PlxQwE6ehndj9NBII0ezyCH9KnjpJGCNLaWN-B5vCUw" TargetMode="External"/><Relationship Id="rId10" Type="http://schemas.openxmlformats.org/officeDocument/2006/relationships/hyperlink" Target="https://docs.google.com/presentation/d/1-7LlOTv_APc_-N29YZmYtaAszfCfTsie1H7SpKF7D80/edit#slide=id.g7eedd54ec7_0_0" TargetMode="External"/><Relationship Id="rId13" Type="http://schemas.openxmlformats.org/officeDocument/2006/relationships/hyperlink" Target="https://docs.google.com/presentation/d/1RzQ-FWGn_r_Eirge4aquzMFYzkyytm49t81A0mXKR5M/edit#slide=id.g7f39a0c766_0_722" TargetMode="External"/><Relationship Id="rId12" Type="http://schemas.openxmlformats.org/officeDocument/2006/relationships/hyperlink" Target="https://mojo.redhat.com/docs/DOC-1187030" TargetMode="External"/><Relationship Id="rId14" Type="http://schemas.openxmlformats.org/officeDocument/2006/relationships/hyperlink" Target="https://mojo.redhat.com/docs/DOC-1187030"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 Id="rId3" Type="http://schemas.openxmlformats.org/officeDocument/2006/relationships/hyperlink" Target="https://portfoliohub.redhat.com/v3/serviceskit/identity_management_idm_pilot" TargetMode="External"/><Relationship Id="rId4" Type="http://schemas.openxmlformats.org/officeDocument/2006/relationships/hyperlink" Target="https://portfoliohub.redhat.com/v3/serviceskit/soe_provisioning_for_rhel" TargetMode="External"/><Relationship Id="rId9" Type="http://schemas.openxmlformats.org/officeDocument/2006/relationships/hyperlink" Target="https://portfoliohub.redhat.com/v3/serviceskit/convert_to_rhel_from_centos__oracle_linux" TargetMode="External"/><Relationship Id="rId5" Type="http://schemas.openxmlformats.org/officeDocument/2006/relationships/hyperlink" Target="https://portfoliohub.redhat.com/v3/serviceskit/ansible_faststart" TargetMode="External"/><Relationship Id="rId6" Type="http://schemas.openxmlformats.org/officeDocument/2006/relationships/hyperlink" Target="https://portfoliohub.redhat.com/v3/serviceskit/automate_rhel_patching_compliance" TargetMode="External"/><Relationship Id="rId7" Type="http://schemas.openxmlformats.org/officeDocument/2006/relationships/hyperlink" Target="https://portfoliohub.redhat.com/v3/serviceskit/automation_adoption" TargetMode="External"/><Relationship Id="rId8" Type="http://schemas.openxmlformats.org/officeDocument/2006/relationships/hyperlink" Target="https://portfoliohub.redhat.com/v3/serviceskit/rhel_ipu" TargetMode="External"/><Relationship Id="rId10"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 Id="rId3" Type="http://schemas.openxmlformats.org/officeDocument/2006/relationships/hyperlink" Target="https://miro.com/app/board/uXjVNPQ5ENE=/" TargetMode="External"/><Relationship Id="rId4" Type="http://schemas.openxmlformats.org/officeDocument/2006/relationships/hyperlink" Target="https://docs.google.com/presentation/d/1IkR9V7pSwUpyG3xTebSuizY872H0v0IfSjWk7JmAmp0"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 Id="rId3" Type="http://schemas.openxmlformats.org/officeDocument/2006/relationships/hyperlink" Target="https://content.redhat.com/us/en/product/products-and-cloud-services/products-rhel.html" TargetMode="External"/><Relationship Id="rId4" Type="http://schemas.openxmlformats.org/officeDocument/2006/relationships/hyperlink" Target="https://docs.google.com/presentation/d/1VuTBUNWYoytm94Jr2yXl-RKhxzEc3zIiWYaVIDmZ_ts/edit#slide=id.g280c953e714_1_0" TargetMode="External"/><Relationship Id="rId9" Type="http://schemas.openxmlformats.org/officeDocument/2006/relationships/hyperlink" Target="https://content.redhat.com/us/en/product/products-and-cloud-services/products-insights.html" TargetMode="External"/><Relationship Id="rId5" Type="http://schemas.openxmlformats.org/officeDocument/2006/relationships/hyperlink" Target="https://content.redhat.com/us/en/product/products-and-cloud-services/products-rhel.html" TargetMode="External"/><Relationship Id="rId6" Type="http://schemas.openxmlformats.org/officeDocument/2006/relationships/hyperlink" Target="https://content.redhat.com/us/en/product/products-and-cloud-services/products-satellite.html" TargetMode="External"/><Relationship Id="rId7" Type="http://schemas.openxmlformats.org/officeDocument/2006/relationships/hyperlink" Target="https://content.redhat.com/us/en/product/products-and-cloud-services/products-ansible.html" TargetMode="External"/><Relationship Id="rId8" Type="http://schemas.openxmlformats.org/officeDocument/2006/relationships/hyperlink" Target="https://content.redhat.com/us/en/assets/display.html?id=62326168-03e9-4593-b98b-9edf4b24fb77"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 Id="rId3" Type="http://schemas.openxmlformats.org/officeDocument/2006/relationships/image" Target="../media/image44.png"/><Relationship Id="rId4" Type="http://schemas.openxmlformats.org/officeDocument/2006/relationships/image" Target="../media/image51.png"/><Relationship Id="rId5" Type="http://schemas.openxmlformats.org/officeDocument/2006/relationships/image" Target="../media/image65.png"/><Relationship Id="rId6" Type="http://schemas.openxmlformats.org/officeDocument/2006/relationships/image" Target="../media/image53.png"/><Relationship Id="rId7"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52.png"/><Relationship Id="rId4" Type="http://schemas.openxmlformats.org/officeDocument/2006/relationships/hyperlink" Target="http://www.redhat.com/business-value-satellite" TargetMode="External"/><Relationship Id="rId9" Type="http://schemas.openxmlformats.org/officeDocument/2006/relationships/image" Target="../media/image68.png"/><Relationship Id="rId5" Type="http://schemas.openxmlformats.org/officeDocument/2006/relationships/hyperlink" Target="http://www.redhat.com/business-value-satellite" TargetMode="External"/><Relationship Id="rId6" Type="http://schemas.openxmlformats.org/officeDocument/2006/relationships/hyperlink" Target="http://www.redhat.com/business-value-satellite" TargetMode="External"/><Relationship Id="rId7" Type="http://schemas.openxmlformats.org/officeDocument/2006/relationships/image" Target="../media/image61.png"/><Relationship Id="rId8" Type="http://schemas.openxmlformats.org/officeDocument/2006/relationships/image" Target="../media/image62.png"/><Relationship Id="rId11" Type="http://schemas.openxmlformats.org/officeDocument/2006/relationships/image" Target="../media/image77.png"/><Relationship Id="rId10"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 Id="rId3" Type="http://schemas.openxmlformats.org/officeDocument/2006/relationships/image" Target="../media/image55.png"/><Relationship Id="rId4" Type="http://schemas.openxmlformats.org/officeDocument/2006/relationships/image" Target="../media/image54.png"/><Relationship Id="rId9" Type="http://schemas.openxmlformats.org/officeDocument/2006/relationships/image" Target="../media/image64.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11" Type="http://schemas.openxmlformats.org/officeDocument/2006/relationships/image" Target="../media/image79.png"/><Relationship Id="rId10" Type="http://schemas.openxmlformats.org/officeDocument/2006/relationships/image" Target="../media/image63.png"/><Relationship Id="rId13" Type="http://schemas.openxmlformats.org/officeDocument/2006/relationships/image" Target="../media/image78.png"/><Relationship Id="rId12" Type="http://schemas.openxmlformats.org/officeDocument/2006/relationships/image" Target="../media/image8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 Id="rId3" Type="http://schemas.openxmlformats.org/officeDocument/2006/relationships/image" Target="../media/image67.png"/><Relationship Id="rId4" Type="http://schemas.openxmlformats.org/officeDocument/2006/relationships/image" Target="../media/image66.png"/><Relationship Id="rId9" Type="http://schemas.openxmlformats.org/officeDocument/2006/relationships/hyperlink" Target="https://lab.redhat.com/ansible-idm" TargetMode="External"/><Relationship Id="rId5" Type="http://schemas.openxmlformats.org/officeDocument/2006/relationships/image" Target="../media/image72.png"/><Relationship Id="rId6" Type="http://schemas.openxmlformats.org/officeDocument/2006/relationships/image" Target="../media/image74.png"/><Relationship Id="rId7" Type="http://schemas.openxmlformats.org/officeDocument/2006/relationships/image" Target="../media/image71.png"/><Relationship Id="rId8" Type="http://schemas.openxmlformats.org/officeDocument/2006/relationships/image" Target="../media/image69.png"/><Relationship Id="rId11" Type="http://schemas.openxmlformats.org/officeDocument/2006/relationships/image" Target="../media/image41.png"/><Relationship Id="rId10"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9.xml"/><Relationship Id="rId3" Type="http://schemas.openxmlformats.org/officeDocument/2006/relationships/hyperlink" Target="https://portfoliohub.redhat.com/v3/search-kits" TargetMode="External"/><Relationship Id="rId4" Type="http://schemas.openxmlformats.org/officeDocument/2006/relationships/hyperlink" Target="https://portfoliohub.redhat.com/v3/serviceskit/identity_management_idm_pilot" TargetMode="External"/><Relationship Id="rId9" Type="http://schemas.openxmlformats.org/officeDocument/2006/relationships/hyperlink" Target="https://portfoliohub.redhat.com/v3/serviceskit/rhel_ipu" TargetMode="External"/><Relationship Id="rId5" Type="http://schemas.openxmlformats.org/officeDocument/2006/relationships/hyperlink" Target="https://portfoliohub.redhat.com/v3/serviceskit/soe_provisioning_for_rhel" TargetMode="External"/><Relationship Id="rId6" Type="http://schemas.openxmlformats.org/officeDocument/2006/relationships/hyperlink" Target="https://portfoliohub.redhat.com/v3/serviceskit/ansible_faststart" TargetMode="External"/><Relationship Id="rId7" Type="http://schemas.openxmlformats.org/officeDocument/2006/relationships/hyperlink" Target="https://portfoliohub.redhat.com/v3/serviceskit/automate_rhel_patching_compliance" TargetMode="External"/><Relationship Id="rId8" Type="http://schemas.openxmlformats.org/officeDocument/2006/relationships/hyperlink" Target="https://portfoliohub.redhat.com/v3/serviceskit/automation_adoption" TargetMode="External"/><Relationship Id="rId10" Type="http://schemas.openxmlformats.org/officeDocument/2006/relationships/hyperlink" Target="https://portfoliohub.redhat.com/v3/serviceskit/convert_to_rhel_from_centos__oracle_linux"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 Id="rId3" Type="http://schemas.openxmlformats.org/officeDocument/2006/relationships/hyperlink" Target="https://docs.google.com/presentation/d/1HGPE-Wod7XO9WRCCnnga3Qy3mcoifyusVlRaRAu_Pak"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4.xml"/><Relationship Id="rId3" Type="http://schemas.openxmlformats.org/officeDocument/2006/relationships/hyperlink" Target="mailto:parmstro@redhat.com" TargetMode="External"/><Relationship Id="rId4" Type="http://schemas.openxmlformats.org/officeDocument/2006/relationships/hyperlink" Target="mailto:krhendri@redhat.com" TargetMode="External"/><Relationship Id="rId5" Type="http://schemas.openxmlformats.org/officeDocument/2006/relationships/hyperlink" Target="mailto:msavage@redhat.com" TargetMode="External"/><Relationship Id="rId6" Type="http://schemas.openxmlformats.org/officeDocument/2006/relationships/hyperlink" Target="mailto:jyoung@redhat.com" TargetMode="External"/><Relationship Id="rId7" Type="http://schemas.openxmlformats.org/officeDocument/2006/relationships/hyperlink" Target="mailto:mtenheuv@redhat.co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5.xml"/><Relationship Id="rId3" Type="http://schemas.openxmlformats.org/officeDocument/2006/relationships/hyperlink" Target="https://docs.google.com/presentation/d/1WyxmOHYqPdJ8qfjJf-gRz3bmbmsAWaVTRSsTd1DanT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1" name="Shape 821"/>
        <p:cNvGrpSpPr/>
        <p:nvPr/>
      </p:nvGrpSpPr>
      <p:grpSpPr>
        <a:xfrm>
          <a:off x="0" y="0"/>
          <a:ext cx="0" cy="0"/>
          <a:chOff x="0" y="0"/>
          <a:chExt cx="0" cy="0"/>
        </a:xfrm>
      </p:grpSpPr>
      <p:sp>
        <p:nvSpPr>
          <p:cNvPr id="822" name="Google Shape;822;p57"/>
          <p:cNvSpPr txBox="1"/>
          <p:nvPr>
            <p:ph idx="12" type="sldNum"/>
          </p:nvPr>
        </p:nvSpPr>
        <p:spPr>
          <a:xfrm>
            <a:off x="61481" y="4627167"/>
            <a:ext cx="548700" cy="107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823" name="Google Shape;823;p57"/>
          <p:cNvPicPr preferRelativeResize="0"/>
          <p:nvPr/>
        </p:nvPicPr>
        <p:blipFill>
          <a:blip r:embed="rId3">
            <a:alphaModFix/>
          </a:blip>
          <a:stretch>
            <a:fillRect/>
          </a:stretch>
        </p:blipFill>
        <p:spPr>
          <a:xfrm>
            <a:off x="2837648" y="2793423"/>
            <a:ext cx="3468749" cy="820500"/>
          </a:xfrm>
          <a:prstGeom prst="rect">
            <a:avLst/>
          </a:prstGeom>
          <a:noFill/>
          <a:ln>
            <a:noFill/>
          </a:ln>
        </p:spPr>
      </p:pic>
      <p:sp>
        <p:nvSpPr>
          <p:cNvPr id="824" name="Google Shape;824;p57"/>
          <p:cNvSpPr txBox="1"/>
          <p:nvPr/>
        </p:nvSpPr>
        <p:spPr>
          <a:xfrm>
            <a:off x="896238" y="189800"/>
            <a:ext cx="7351500" cy="1549500"/>
          </a:xfrm>
          <a:prstGeom prst="rect">
            <a:avLst/>
          </a:prstGeom>
          <a:solidFill>
            <a:schemeClr val="lt2"/>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ed Hat Display"/>
                <a:ea typeface="Red Hat Display"/>
                <a:cs typeface="Red Hat Display"/>
                <a:sym typeface="Red Hat Display"/>
              </a:rPr>
              <a:t>Document version: </a:t>
            </a:r>
            <a:r>
              <a:rPr b="1" lang="en" sz="1200">
                <a:solidFill>
                  <a:schemeClr val="dk1"/>
                </a:solidFill>
                <a:latin typeface="Red Hat Display"/>
                <a:ea typeface="Red Hat Display"/>
                <a:cs typeface="Red Hat Display"/>
                <a:sym typeface="Red Hat Display"/>
              </a:rPr>
              <a:t>CURRENT</a:t>
            </a:r>
            <a:endParaRPr b="1" sz="1200">
              <a:solidFill>
                <a:schemeClr val="dk1"/>
              </a:solidFill>
              <a:latin typeface="Red Hat Display"/>
              <a:ea typeface="Red Hat Display"/>
              <a:cs typeface="Red Hat Display"/>
              <a:sym typeface="Red Hat Display"/>
            </a:endParaRPr>
          </a:p>
          <a:p>
            <a:pPr indent="0" lvl="0" marL="0" rtl="0" algn="l">
              <a:spcBef>
                <a:spcPts val="0"/>
              </a:spcBef>
              <a:spcAft>
                <a:spcPts val="0"/>
              </a:spcAft>
              <a:buClr>
                <a:schemeClr val="dk1"/>
              </a:buClr>
              <a:buSzPts val="1100"/>
              <a:buFont typeface="Arial"/>
              <a:buNone/>
            </a:pPr>
            <a:r>
              <a:rPr lang="en" sz="1200">
                <a:solidFill>
                  <a:schemeClr val="dk1"/>
                </a:solidFill>
                <a:latin typeface="Red Hat Display"/>
                <a:ea typeface="Red Hat Display"/>
                <a:cs typeface="Red Hat Display"/>
                <a:sym typeface="Red Hat Display"/>
              </a:rPr>
              <a:t>Document Owner: Paul Armstrong &lt;parmstro@redhat.com&gt;</a:t>
            </a:r>
            <a:endParaRPr sz="12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b="1" lang="en" sz="1200">
                <a:latin typeface="Red Hat Display"/>
                <a:ea typeface="Red Hat Display"/>
                <a:cs typeface="Red Hat Display"/>
                <a:sym typeface="Red Hat Display"/>
              </a:rPr>
              <a:t>Current Recommended Version</a:t>
            </a:r>
            <a:r>
              <a:rPr lang="en" sz="1200">
                <a:latin typeface="Red Hat Display"/>
                <a:ea typeface="Red Hat Display"/>
                <a:cs typeface="Red Hat Display"/>
                <a:sym typeface="Red Hat Display"/>
              </a:rPr>
              <a:t>:</a:t>
            </a:r>
            <a:r>
              <a:rPr lang="en" sz="1200">
                <a:solidFill>
                  <a:schemeClr val="dk1"/>
                </a:solidFill>
                <a:latin typeface="Red Hat Display"/>
                <a:ea typeface="Red Hat Display"/>
                <a:cs typeface="Red Hat Display"/>
                <a:sym typeface="Red Hat Display"/>
              </a:rPr>
              <a:t> This document</a:t>
            </a:r>
            <a:endParaRPr sz="1200">
              <a:latin typeface="Red Hat Display"/>
              <a:ea typeface="Red Hat Display"/>
              <a:cs typeface="Red Hat Display"/>
              <a:sym typeface="Red Hat Display"/>
            </a:endParaRPr>
          </a:p>
          <a:p>
            <a:pPr indent="0" lvl="0" marL="0" rtl="0" algn="l">
              <a:spcBef>
                <a:spcPts val="0"/>
              </a:spcBef>
              <a:spcAft>
                <a:spcPts val="0"/>
              </a:spcAft>
              <a:buNone/>
            </a:pPr>
            <a:r>
              <a:rPr lang="en" sz="1200">
                <a:latin typeface="Red Hat Display"/>
                <a:ea typeface="Red Hat Display"/>
                <a:cs typeface="Red Hat Display"/>
                <a:sym typeface="Red Hat Display"/>
              </a:rPr>
              <a:t>Content Owner: The user responsible for each slide’s content is marked in the speaker notes</a:t>
            </a:r>
            <a:endParaRPr sz="1200">
              <a:latin typeface="Red Hat Display"/>
              <a:ea typeface="Red Hat Display"/>
              <a:cs typeface="Red Hat Display"/>
              <a:sym typeface="Red Hat Display"/>
            </a:endParaRPr>
          </a:p>
          <a:p>
            <a:pPr indent="0" lvl="0" marL="0" rtl="0" algn="l">
              <a:spcBef>
                <a:spcPts val="0"/>
              </a:spcBef>
              <a:spcAft>
                <a:spcPts val="0"/>
              </a:spcAft>
              <a:buNone/>
            </a:pPr>
            <a:r>
              <a:rPr lang="en" sz="1200">
                <a:latin typeface="Red Hat Display"/>
                <a:ea typeface="Red Hat Display"/>
                <a:cs typeface="Red Hat Display"/>
                <a:sym typeface="Red Hat Display"/>
              </a:rPr>
              <a:t>See: </a:t>
            </a:r>
            <a:r>
              <a:rPr lang="en" sz="1200" u="sng">
                <a:solidFill>
                  <a:schemeClr val="hlink"/>
                </a:solidFill>
                <a:latin typeface="Red Hat Display"/>
                <a:ea typeface="Red Hat Display"/>
                <a:cs typeface="Red Hat Display"/>
                <a:sym typeface="Red Hat Display"/>
                <a:hlinkClick action="ppaction://hlinksldjump" r:id="rId4"/>
              </a:rPr>
              <a:t>Contributors page</a:t>
            </a:r>
            <a:endParaRPr sz="1200">
              <a:latin typeface="Red Hat Display"/>
              <a:ea typeface="Red Hat Display"/>
              <a:cs typeface="Red Hat Display"/>
              <a:sym typeface="Red Hat Display"/>
            </a:endParaRPr>
          </a:p>
          <a:p>
            <a:pPr indent="0" lvl="0" marL="0" rtl="0" algn="l">
              <a:spcBef>
                <a:spcPts val="0"/>
              </a:spcBef>
              <a:spcAft>
                <a:spcPts val="0"/>
              </a:spcAft>
              <a:buNone/>
            </a:pPr>
            <a:r>
              <a:t/>
            </a:r>
            <a:endParaRPr sz="1200">
              <a:latin typeface="Red Hat Display"/>
              <a:ea typeface="Red Hat Display"/>
              <a:cs typeface="Red Hat Display"/>
              <a:sym typeface="Red Hat Display"/>
            </a:endParaRPr>
          </a:p>
          <a:p>
            <a:pPr indent="0" lvl="0" marL="0" rtl="0" algn="l">
              <a:lnSpc>
                <a:spcPct val="135000"/>
              </a:lnSpc>
              <a:spcBef>
                <a:spcPts val="800"/>
              </a:spcBef>
              <a:spcAft>
                <a:spcPts val="800"/>
              </a:spcAft>
              <a:buClr>
                <a:schemeClr val="dk1"/>
              </a:buClr>
              <a:buSzPts val="1100"/>
              <a:buFont typeface="Arial"/>
              <a:buNone/>
            </a:pPr>
            <a:r>
              <a:rPr i="1" lang="en" sz="1000">
                <a:latin typeface="Red Hat Display"/>
                <a:ea typeface="Red Hat Display"/>
                <a:cs typeface="Red Hat Display"/>
                <a:sym typeface="Red Hat Display"/>
              </a:rPr>
              <a:t>This document follows the </a:t>
            </a:r>
            <a:r>
              <a:rPr i="1" lang="en" sz="1000" u="sng">
                <a:solidFill>
                  <a:schemeClr val="accent1"/>
                </a:solidFill>
                <a:latin typeface="Red Hat Display"/>
                <a:ea typeface="Red Hat Display"/>
                <a:cs typeface="Red Hat Display"/>
                <a:sym typeface="Red Hat Display"/>
                <a:hlinkClick r:id="rId5">
                  <a:extLst>
                    <a:ext uri="{A12FA001-AC4F-418D-AE19-62706E023703}">
                      <ahyp:hlinkClr val="tx"/>
                    </a:ext>
                  </a:extLst>
                </a:hlinkClick>
              </a:rPr>
              <a:t>ABCD Versioning Notation Lifecycle</a:t>
            </a:r>
            <a:endParaRPr i="1" sz="1000">
              <a:latin typeface="Red Hat Display"/>
              <a:ea typeface="Red Hat Display"/>
              <a:cs typeface="Red Hat Display"/>
              <a:sym typeface="Red Hat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pic>
        <p:nvPicPr>
          <p:cNvPr id="829" name="Google Shape;829;p58"/>
          <p:cNvPicPr preferRelativeResize="0"/>
          <p:nvPr/>
        </p:nvPicPr>
        <p:blipFill>
          <a:blip r:embed="rId3">
            <a:alphaModFix/>
          </a:blip>
          <a:stretch>
            <a:fillRect/>
          </a:stretch>
        </p:blipFill>
        <p:spPr>
          <a:xfrm>
            <a:off x="0" y="0"/>
            <a:ext cx="9144003" cy="5143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59"/>
          <p:cNvSpPr txBox="1"/>
          <p:nvPr>
            <p:ph idx="12" type="sldNum"/>
          </p:nvPr>
        </p:nvSpPr>
        <p:spPr>
          <a:xfrm>
            <a:off x="61481" y="4627167"/>
            <a:ext cx="548700" cy="107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000000"/>
                </a:solidFill>
              </a:rPr>
              <a:t>‹#›</a:t>
            </a:fld>
            <a:endParaRPr>
              <a:solidFill>
                <a:srgbClr val="000000"/>
              </a:solidFill>
            </a:endParaRPr>
          </a:p>
        </p:txBody>
      </p:sp>
      <p:sp>
        <p:nvSpPr>
          <p:cNvPr id="835" name="Google Shape;835;p59"/>
          <p:cNvSpPr txBox="1"/>
          <p:nvPr>
            <p:ph idx="1" type="subTitle"/>
          </p:nvPr>
        </p:nvSpPr>
        <p:spPr>
          <a:xfrm>
            <a:off x="1562794" y="2641369"/>
            <a:ext cx="5649900" cy="685800"/>
          </a:xfrm>
          <a:prstGeom prst="rect">
            <a:avLst/>
          </a:prstGeom>
        </p:spPr>
        <p:txBody>
          <a:bodyPr anchorCtr="0" anchor="t" bIns="0" lIns="0" spcFirstLastPara="1" rIns="0" wrap="square" tIns="0">
            <a:noAutofit/>
          </a:bodyPr>
          <a:lstStyle/>
          <a:p>
            <a:pPr indent="0" lvl="0" marL="0" rtl="0" algn="l">
              <a:lnSpc>
                <a:spcPct val="135000"/>
              </a:lnSpc>
              <a:spcBef>
                <a:spcPts val="0"/>
              </a:spcBef>
              <a:spcAft>
                <a:spcPts val="0"/>
              </a:spcAft>
              <a:buNone/>
            </a:pPr>
            <a:r>
              <a:rPr lang="en" sz="2100"/>
              <a:t>Services Seller Enablement</a:t>
            </a:r>
            <a:endParaRPr sz="2100">
              <a:latin typeface="Red Hat Display"/>
              <a:ea typeface="Red Hat Display"/>
              <a:cs typeface="Red Hat Display"/>
              <a:sym typeface="Red Hat Display"/>
            </a:endParaRPr>
          </a:p>
        </p:txBody>
      </p:sp>
      <p:sp>
        <p:nvSpPr>
          <p:cNvPr id="836" name="Google Shape;836;p59"/>
          <p:cNvSpPr txBox="1"/>
          <p:nvPr>
            <p:ph idx="2" type="subTitle"/>
          </p:nvPr>
        </p:nvSpPr>
        <p:spPr>
          <a:xfrm>
            <a:off x="1562794" y="3454125"/>
            <a:ext cx="1530300" cy="45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Last Updated: 2026-01-20</a:t>
            </a:r>
            <a:endParaRPr/>
          </a:p>
        </p:txBody>
      </p:sp>
      <p:sp>
        <p:nvSpPr>
          <p:cNvPr id="837" name="Google Shape;837;p59"/>
          <p:cNvSpPr txBox="1"/>
          <p:nvPr>
            <p:ph type="title"/>
          </p:nvPr>
        </p:nvSpPr>
        <p:spPr>
          <a:xfrm>
            <a:off x="1562906" y="1307719"/>
            <a:ext cx="5649900" cy="1200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Red Hat </a:t>
            </a:r>
            <a:endParaRPr/>
          </a:p>
          <a:p>
            <a:pPr indent="0" lvl="0" marL="0" rtl="0" algn="l">
              <a:spcBef>
                <a:spcPts val="0"/>
              </a:spcBef>
              <a:spcAft>
                <a:spcPts val="0"/>
              </a:spcAft>
              <a:buNone/>
            </a:pPr>
            <a:r>
              <a:rPr lang="en"/>
              <a:t>Infrastructure Standard </a:t>
            </a:r>
            <a:endParaRPr/>
          </a:p>
          <a:p>
            <a:pPr indent="0" lvl="0" marL="0" rtl="0" algn="l">
              <a:spcBef>
                <a:spcPts val="0"/>
              </a:spcBef>
              <a:spcAft>
                <a:spcPts val="0"/>
              </a:spcAft>
              <a:buNone/>
            </a:pPr>
            <a:r>
              <a:rPr lang="en"/>
              <a:t>Adoption Model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60"/>
          <p:cNvSpPr txBox="1"/>
          <p:nvPr>
            <p:ph idx="12" type="sldNum"/>
          </p:nvPr>
        </p:nvSpPr>
        <p:spPr>
          <a:xfrm>
            <a:off x="61481" y="4627167"/>
            <a:ext cx="548700" cy="107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843" name="Google Shape;843;p60"/>
          <p:cNvSpPr txBox="1"/>
          <p:nvPr>
            <p:ph idx="4" type="body"/>
          </p:nvPr>
        </p:nvSpPr>
        <p:spPr>
          <a:xfrm>
            <a:off x="2933850" y="1403950"/>
            <a:ext cx="3276300" cy="2743200"/>
          </a:xfrm>
          <a:prstGeom prst="rect">
            <a:avLst/>
          </a:prstGeom>
        </p:spPr>
        <p:txBody>
          <a:bodyPr anchorCtr="0" anchor="t" bIns="0" lIns="0" spcFirstLastPara="1" rIns="0" wrap="square" tIns="0">
            <a:noAutofit/>
          </a:bodyPr>
          <a:lstStyle/>
          <a:p>
            <a:pPr indent="-254000" lvl="0" marL="254000" rtl="0" algn="l">
              <a:lnSpc>
                <a:spcPct val="115000"/>
              </a:lnSpc>
              <a:spcBef>
                <a:spcPts val="800"/>
              </a:spcBef>
              <a:spcAft>
                <a:spcPts val="0"/>
              </a:spcAft>
              <a:buSzPts val="1400"/>
              <a:buChar char="▸"/>
            </a:pPr>
            <a:r>
              <a:rPr lang="en"/>
              <a:t>Primary audience</a:t>
            </a:r>
            <a:endParaRPr/>
          </a:p>
          <a:p>
            <a:pPr indent="-254000" lvl="1" marL="685800" rtl="0" algn="l">
              <a:lnSpc>
                <a:spcPct val="115000"/>
              </a:lnSpc>
              <a:spcBef>
                <a:spcPts val="800"/>
              </a:spcBef>
              <a:spcAft>
                <a:spcPts val="0"/>
              </a:spcAft>
              <a:buSzPts val="1400"/>
              <a:buChar char="･"/>
            </a:pPr>
            <a:r>
              <a:rPr lang="en"/>
              <a:t>Territory Service Managers</a:t>
            </a:r>
            <a:endParaRPr/>
          </a:p>
          <a:p>
            <a:pPr indent="-254000" lvl="1" marL="685800" rtl="0" algn="l">
              <a:lnSpc>
                <a:spcPct val="115000"/>
              </a:lnSpc>
              <a:spcBef>
                <a:spcPts val="800"/>
              </a:spcBef>
              <a:spcAft>
                <a:spcPts val="0"/>
              </a:spcAft>
              <a:buSzPts val="1400"/>
              <a:buChar char="･"/>
            </a:pPr>
            <a:r>
              <a:rPr lang="en"/>
              <a:t>Account Executives</a:t>
            </a:r>
            <a:endParaRPr/>
          </a:p>
          <a:p>
            <a:pPr indent="-254000" lvl="0" marL="254000" rtl="0" algn="l">
              <a:lnSpc>
                <a:spcPct val="115000"/>
              </a:lnSpc>
              <a:spcBef>
                <a:spcPts val="800"/>
              </a:spcBef>
              <a:spcAft>
                <a:spcPts val="0"/>
              </a:spcAft>
              <a:buSzPts val="1400"/>
              <a:buChar char="▸"/>
            </a:pPr>
            <a:r>
              <a:rPr lang="en"/>
              <a:t>Secondary </a:t>
            </a:r>
            <a:r>
              <a:rPr lang="en">
                <a:solidFill>
                  <a:schemeClr val="dk1"/>
                </a:solidFill>
              </a:rPr>
              <a:t>audience</a:t>
            </a:r>
            <a:endParaRPr/>
          </a:p>
          <a:p>
            <a:pPr indent="-254000" lvl="1" marL="685800" rtl="0" algn="l">
              <a:lnSpc>
                <a:spcPct val="115000"/>
              </a:lnSpc>
              <a:spcBef>
                <a:spcPts val="800"/>
              </a:spcBef>
              <a:spcAft>
                <a:spcPts val="0"/>
              </a:spcAft>
              <a:buSzPts val="1400"/>
              <a:buChar char="･"/>
            </a:pPr>
            <a:r>
              <a:rPr lang="en"/>
              <a:t>Consulting</a:t>
            </a:r>
            <a:r>
              <a:rPr lang="en"/>
              <a:t> Architects</a:t>
            </a:r>
            <a:endParaRPr/>
          </a:p>
          <a:p>
            <a:pPr indent="-254000" lvl="1" marL="685800" rtl="0" algn="l">
              <a:lnSpc>
                <a:spcPct val="115000"/>
              </a:lnSpc>
              <a:spcBef>
                <a:spcPts val="800"/>
              </a:spcBef>
              <a:spcAft>
                <a:spcPts val="0"/>
              </a:spcAft>
              <a:buSzPts val="1400"/>
              <a:buChar char="･"/>
            </a:pPr>
            <a:r>
              <a:rPr lang="en"/>
              <a:t>Solution Architects</a:t>
            </a:r>
            <a:endParaRPr/>
          </a:p>
          <a:p>
            <a:pPr indent="-254000" lvl="1" marL="685800" rtl="0" algn="l">
              <a:lnSpc>
                <a:spcPct val="115000"/>
              </a:lnSpc>
              <a:spcBef>
                <a:spcPts val="800"/>
              </a:spcBef>
              <a:spcAft>
                <a:spcPts val="0"/>
              </a:spcAft>
              <a:buSzPts val="1400"/>
              <a:buChar char="･"/>
            </a:pPr>
            <a:r>
              <a:rPr lang="en"/>
              <a:t>Specialist Solution Architects</a:t>
            </a:r>
            <a:endParaRPr/>
          </a:p>
          <a:p>
            <a:pPr indent="-254000" lvl="1" marL="685800" rtl="0" algn="l">
              <a:lnSpc>
                <a:spcPct val="115000"/>
              </a:lnSpc>
              <a:spcBef>
                <a:spcPts val="800"/>
              </a:spcBef>
              <a:spcAft>
                <a:spcPts val="800"/>
              </a:spcAft>
              <a:buSzPts val="1400"/>
              <a:buChar char="･"/>
            </a:pPr>
            <a:r>
              <a:rPr lang="en">
                <a:solidFill>
                  <a:schemeClr val="dk1"/>
                </a:solidFill>
              </a:rPr>
              <a:t>Sales Specialist</a:t>
            </a:r>
            <a:endParaRPr/>
          </a:p>
        </p:txBody>
      </p:sp>
      <p:sp>
        <p:nvSpPr>
          <p:cNvPr id="844" name="Google Shape;844;p60"/>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400"/>
              <a:t>Who is this enablement for?</a:t>
            </a:r>
            <a:endParaRPr sz="2400"/>
          </a:p>
        </p:txBody>
      </p:sp>
      <p:sp>
        <p:nvSpPr>
          <p:cNvPr id="845" name="Google Shape;845;p60"/>
          <p:cNvSpPr txBox="1"/>
          <p:nvPr/>
        </p:nvSpPr>
        <p:spPr>
          <a:xfrm>
            <a:off x="336500" y="0"/>
            <a:ext cx="2902800" cy="661500"/>
          </a:xfrm>
          <a:prstGeom prst="rect">
            <a:avLst/>
          </a:prstGeom>
          <a:noFill/>
          <a:ln>
            <a:noFill/>
          </a:ln>
        </p:spPr>
        <p:txBody>
          <a:bodyPr anchorCtr="0" anchor="ctr" bIns="91425" lIns="438900" spcFirstLastPara="1" rIns="91425" wrap="square" tIns="91425">
            <a:noAutofit/>
          </a:bodyPr>
          <a:lstStyle/>
          <a:p>
            <a:pPr indent="0" lvl="0" marL="0" rtl="0" algn="l">
              <a:spcBef>
                <a:spcPts val="0"/>
              </a:spcBef>
              <a:spcAft>
                <a:spcPts val="0"/>
              </a:spcAft>
              <a:buNone/>
            </a:pPr>
            <a:r>
              <a:rPr lang="en" sz="800">
                <a:solidFill>
                  <a:srgbClr val="EE0000"/>
                </a:solidFill>
                <a:latin typeface="Red Hat Display Medium"/>
                <a:ea typeface="Red Hat Display Medium"/>
                <a:cs typeface="Red Hat Display Medium"/>
                <a:sym typeface="Red Hat Display Medium"/>
              </a:rPr>
              <a:t>Red Hat Infrastructure Standard Adoption Model</a:t>
            </a:r>
            <a:endParaRPr sz="800">
              <a:solidFill>
                <a:srgbClr val="EE0000"/>
              </a:solidFill>
              <a:latin typeface="Red Hat Display Medium"/>
              <a:ea typeface="Red Hat Display Medium"/>
              <a:cs typeface="Red Hat Display Medium"/>
              <a:sym typeface="Red Hat Display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61"/>
          <p:cNvSpPr txBox="1"/>
          <p:nvPr>
            <p:ph idx="12" type="sldNum"/>
          </p:nvPr>
        </p:nvSpPr>
        <p:spPr>
          <a:xfrm>
            <a:off x="61481" y="4627167"/>
            <a:ext cx="548700" cy="107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851" name="Google Shape;851;p61"/>
          <p:cNvSpPr txBox="1"/>
          <p:nvPr>
            <p:ph type="title"/>
          </p:nvPr>
        </p:nvSpPr>
        <p:spPr>
          <a:xfrm>
            <a:off x="335831" y="813421"/>
            <a:ext cx="5118900" cy="1578900"/>
          </a:xfrm>
          <a:prstGeom prst="rect">
            <a:avLst/>
          </a:prstGeom>
        </p:spPr>
        <p:txBody>
          <a:bodyPr anchorCtr="0" anchor="t" bIns="68575" lIns="329175" spcFirstLastPara="1" rIns="68575" wrap="square" tIns="68575">
            <a:noAutofit/>
          </a:bodyPr>
          <a:lstStyle/>
          <a:p>
            <a:pPr indent="0" lvl="0" marL="0" rtl="0" algn="l">
              <a:spcBef>
                <a:spcPts val="0"/>
              </a:spcBef>
              <a:spcAft>
                <a:spcPts val="0"/>
              </a:spcAft>
              <a:buClr>
                <a:schemeClr val="dk1"/>
              </a:buClr>
              <a:buSzPts val="1100"/>
              <a:buFont typeface="Arial"/>
              <a:buNone/>
            </a:pPr>
            <a:r>
              <a:rPr lang="en" sz="4100">
                <a:latin typeface="Red Hat Display"/>
                <a:ea typeface="Red Hat Display"/>
                <a:cs typeface="Red Hat Display"/>
                <a:sym typeface="Red Hat Display"/>
              </a:rPr>
              <a:t>Services Solution Overview</a:t>
            </a:r>
            <a:endParaRPr sz="4100">
              <a:latin typeface="Red Hat Display"/>
              <a:ea typeface="Red Hat Display"/>
              <a:cs typeface="Red Hat Display"/>
              <a:sym typeface="Red Hat Displ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62"/>
          <p:cNvSpPr txBox="1"/>
          <p:nvPr>
            <p:ph idx="12" type="sldNum"/>
          </p:nvPr>
        </p:nvSpPr>
        <p:spPr>
          <a:xfrm>
            <a:off x="61481" y="4627167"/>
            <a:ext cx="548700" cy="107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857" name="Google Shape;857;p62"/>
          <p:cNvSpPr txBox="1"/>
          <p:nvPr>
            <p:ph type="title"/>
          </p:nvPr>
        </p:nvSpPr>
        <p:spPr>
          <a:xfrm>
            <a:off x="229200" y="825275"/>
            <a:ext cx="8685600" cy="426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400"/>
              <a:t>Services Solution Description</a:t>
            </a:r>
            <a:endParaRPr sz="2400">
              <a:highlight>
                <a:srgbClr val="FFFF00"/>
              </a:highlight>
            </a:endParaRPr>
          </a:p>
        </p:txBody>
      </p:sp>
      <p:graphicFrame>
        <p:nvGraphicFramePr>
          <p:cNvPr id="858" name="Google Shape;858;p62"/>
          <p:cNvGraphicFramePr/>
          <p:nvPr/>
        </p:nvGraphicFramePr>
        <p:xfrm>
          <a:off x="808800" y="1754975"/>
          <a:ext cx="3000000" cy="3000000"/>
        </p:xfrm>
        <a:graphic>
          <a:graphicData uri="http://schemas.openxmlformats.org/drawingml/2006/table">
            <a:tbl>
              <a:tblPr>
                <a:noFill/>
                <a:tableStyleId>{5EC515FB-DDC0-4654-8D68-7B917B50A50D}</a:tableStyleId>
              </a:tblPr>
              <a:tblGrid>
                <a:gridCol w="7526400"/>
              </a:tblGrid>
              <a:tr h="2236500">
                <a:tc>
                  <a:txBody>
                    <a:bodyPr/>
                    <a:lstStyle/>
                    <a:p>
                      <a:pPr indent="0" lvl="0" marL="0" rtl="0" algn="l">
                        <a:lnSpc>
                          <a:spcPct val="115000"/>
                        </a:lnSpc>
                        <a:spcBef>
                          <a:spcPts val="0"/>
                        </a:spcBef>
                        <a:spcAft>
                          <a:spcPts val="0"/>
                        </a:spcAft>
                        <a:buNone/>
                      </a:pPr>
                      <a:r>
                        <a:rPr lang="en">
                          <a:latin typeface="Red Hat Text"/>
                          <a:ea typeface="Red Hat Text"/>
                          <a:cs typeface="Red Hat Text"/>
                          <a:sym typeface="Red Hat Text"/>
                        </a:rPr>
                        <a:t>The Red Hat Infrastructure Standard Adoption Model is an opinionated model for the deployment, configuration and use of Red Hat Identity Management, Red Hat Satellite, and Red Hat Ansible Automation Platform, additionally leveraging the Red Hat Hybrid Cloud Console, to deploy, patch, maintain, secure, automate and ensure compliance of Red Hat Enterprise Linux systems across a Hybrid Multi-cloud environment - anywhere. GitOps methodologies are used to define the state and testing of management infrastructure and managed systems to drive an Infrastructure as Code (IaC) pipeline.</a:t>
                      </a:r>
                      <a:endParaRPr>
                        <a:latin typeface="Red Hat Text"/>
                        <a:ea typeface="Red Hat Text"/>
                        <a:cs typeface="Red Hat Text"/>
                        <a:sym typeface="Red Hat Text"/>
                      </a:endParaRPr>
                    </a:p>
                  </a:txBody>
                  <a:tcPr marT="19050" marB="19050" marR="28575" marL="28575"/>
                </a:tc>
              </a:tr>
            </a:tbl>
          </a:graphicData>
        </a:graphic>
      </p:graphicFrame>
      <p:sp>
        <p:nvSpPr>
          <p:cNvPr id="859" name="Google Shape;859;p62"/>
          <p:cNvSpPr txBox="1"/>
          <p:nvPr/>
        </p:nvSpPr>
        <p:spPr>
          <a:xfrm>
            <a:off x="336500" y="0"/>
            <a:ext cx="2902800" cy="661500"/>
          </a:xfrm>
          <a:prstGeom prst="rect">
            <a:avLst/>
          </a:prstGeom>
          <a:noFill/>
          <a:ln>
            <a:noFill/>
          </a:ln>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accent1"/>
                </a:solidFill>
                <a:latin typeface="Red Hat Display Medium"/>
                <a:ea typeface="Red Hat Display Medium"/>
                <a:cs typeface="Red Hat Display Medium"/>
                <a:sym typeface="Red Hat Display Medium"/>
              </a:rPr>
              <a:t>Red Hat Infrastructure Standard Adoption Model</a:t>
            </a:r>
            <a:endParaRPr sz="800">
              <a:solidFill>
                <a:srgbClr val="EE0000"/>
              </a:solidFill>
              <a:latin typeface="Red Hat Display Medium"/>
              <a:ea typeface="Red Hat Display Medium"/>
              <a:cs typeface="Red Hat Display Medium"/>
              <a:sym typeface="Red Hat Display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63"/>
          <p:cNvSpPr txBox="1"/>
          <p:nvPr>
            <p:ph idx="3" type="body"/>
          </p:nvPr>
        </p:nvSpPr>
        <p:spPr>
          <a:xfrm>
            <a:off x="805832" y="1718375"/>
            <a:ext cx="7674600" cy="2795400"/>
          </a:xfrm>
          <a:prstGeom prst="rect">
            <a:avLst/>
          </a:prstGeom>
        </p:spPr>
        <p:txBody>
          <a:bodyPr anchorCtr="0" anchor="t" bIns="0" lIns="0" spcFirstLastPara="1" rIns="0" wrap="square" tIns="0">
            <a:noAutofit/>
          </a:bodyPr>
          <a:lstStyle/>
          <a:p>
            <a:pPr indent="-311150" lvl="0" marL="457200" rtl="0" algn="l">
              <a:lnSpc>
                <a:spcPct val="100000"/>
              </a:lnSpc>
              <a:spcBef>
                <a:spcPts val="800"/>
              </a:spcBef>
              <a:spcAft>
                <a:spcPts val="0"/>
              </a:spcAft>
              <a:buSzPts val="1300"/>
              <a:buChar char="▸"/>
            </a:pPr>
            <a:r>
              <a:rPr lang="en" sz="1300">
                <a:solidFill>
                  <a:schemeClr val="dk1"/>
                </a:solidFill>
              </a:rPr>
              <a:t>Enterprise Architect Leader</a:t>
            </a:r>
            <a:endParaRPr sz="1300">
              <a:solidFill>
                <a:schemeClr val="dk1"/>
              </a:solidFill>
            </a:endParaRPr>
          </a:p>
          <a:p>
            <a:pPr indent="-311150" lvl="0" marL="457200" rtl="0" algn="l">
              <a:lnSpc>
                <a:spcPct val="100000"/>
              </a:lnSpc>
              <a:spcBef>
                <a:spcPts val="1000"/>
              </a:spcBef>
              <a:spcAft>
                <a:spcPts val="0"/>
              </a:spcAft>
              <a:buSzPts val="1300"/>
              <a:buChar char="▸"/>
            </a:pPr>
            <a:r>
              <a:rPr lang="en" sz="1300">
                <a:solidFill>
                  <a:schemeClr val="dk1"/>
                </a:solidFill>
              </a:rPr>
              <a:t>IT Security Practitioner / Compliance &amp; Auditor</a:t>
            </a:r>
            <a:endParaRPr sz="1300">
              <a:solidFill>
                <a:schemeClr val="dk1"/>
              </a:solidFill>
            </a:endParaRPr>
          </a:p>
          <a:p>
            <a:pPr indent="-311150" lvl="0" marL="457200" rtl="0" algn="l">
              <a:lnSpc>
                <a:spcPct val="100000"/>
              </a:lnSpc>
              <a:spcBef>
                <a:spcPts val="1000"/>
              </a:spcBef>
              <a:spcAft>
                <a:spcPts val="0"/>
              </a:spcAft>
              <a:buSzPts val="1300"/>
              <a:buChar char="▸"/>
            </a:pPr>
            <a:r>
              <a:rPr lang="en" sz="1300">
                <a:solidFill>
                  <a:schemeClr val="dk1"/>
                </a:solidFill>
              </a:rPr>
              <a:t>IT Operations Leader</a:t>
            </a:r>
            <a:endParaRPr sz="1300">
              <a:solidFill>
                <a:schemeClr val="dk1"/>
              </a:solidFill>
            </a:endParaRPr>
          </a:p>
          <a:p>
            <a:pPr indent="-311150" lvl="0" marL="457200" rtl="0" algn="l">
              <a:lnSpc>
                <a:spcPct val="100000"/>
              </a:lnSpc>
              <a:spcBef>
                <a:spcPts val="1000"/>
              </a:spcBef>
              <a:spcAft>
                <a:spcPts val="0"/>
              </a:spcAft>
              <a:buSzPts val="1300"/>
              <a:buChar char="▸"/>
            </a:pPr>
            <a:r>
              <a:rPr lang="en" sz="1300">
                <a:solidFill>
                  <a:schemeClr val="dk1"/>
                </a:solidFill>
              </a:rPr>
              <a:t>Automation Architect</a:t>
            </a:r>
            <a:endParaRPr sz="1300">
              <a:solidFill>
                <a:schemeClr val="dk1"/>
              </a:solidFill>
            </a:endParaRPr>
          </a:p>
          <a:p>
            <a:pPr indent="-311150" lvl="0" marL="457200" rtl="0" algn="l">
              <a:lnSpc>
                <a:spcPct val="100000"/>
              </a:lnSpc>
              <a:spcBef>
                <a:spcPts val="1000"/>
              </a:spcBef>
              <a:spcAft>
                <a:spcPts val="0"/>
              </a:spcAft>
              <a:buSzPts val="1300"/>
              <a:buChar char="▸"/>
            </a:pPr>
            <a:r>
              <a:rPr lang="en" sz="1300">
                <a:solidFill>
                  <a:schemeClr val="dk1"/>
                </a:solidFill>
              </a:rPr>
              <a:t>Cloud Administrator</a:t>
            </a:r>
            <a:endParaRPr sz="1300">
              <a:solidFill>
                <a:schemeClr val="dk1"/>
              </a:solidFill>
            </a:endParaRPr>
          </a:p>
          <a:p>
            <a:pPr indent="-311150" lvl="0" marL="457200" rtl="0" algn="l">
              <a:lnSpc>
                <a:spcPct val="100000"/>
              </a:lnSpc>
              <a:spcBef>
                <a:spcPts val="1000"/>
              </a:spcBef>
              <a:spcAft>
                <a:spcPts val="0"/>
              </a:spcAft>
              <a:buSzPts val="1300"/>
              <a:buChar char="▸"/>
            </a:pPr>
            <a:r>
              <a:rPr lang="en" sz="1300">
                <a:solidFill>
                  <a:schemeClr val="dk1"/>
                </a:solidFill>
              </a:rPr>
              <a:t>SysAdmin</a:t>
            </a:r>
            <a:endParaRPr sz="1300">
              <a:solidFill>
                <a:schemeClr val="dk1"/>
              </a:solidFill>
            </a:endParaRPr>
          </a:p>
          <a:p>
            <a:pPr indent="0" lvl="0" marL="0" rtl="0" algn="l">
              <a:spcBef>
                <a:spcPts val="1000"/>
              </a:spcBef>
              <a:spcAft>
                <a:spcPts val="800"/>
              </a:spcAft>
              <a:buNone/>
            </a:pPr>
            <a:r>
              <a:t/>
            </a:r>
            <a:endParaRPr/>
          </a:p>
        </p:txBody>
      </p:sp>
      <p:sp>
        <p:nvSpPr>
          <p:cNvPr id="865" name="Google Shape;865;p63"/>
          <p:cNvSpPr txBox="1"/>
          <p:nvPr>
            <p:ph idx="12" type="sldNum"/>
          </p:nvPr>
        </p:nvSpPr>
        <p:spPr>
          <a:xfrm>
            <a:off x="61481" y="4627167"/>
            <a:ext cx="548700" cy="107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866" name="Google Shape;866;p63"/>
          <p:cNvSpPr txBox="1"/>
          <p:nvPr>
            <p:ph type="title"/>
          </p:nvPr>
        </p:nvSpPr>
        <p:spPr>
          <a:xfrm>
            <a:off x="331200" y="825275"/>
            <a:ext cx="8685600" cy="420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400"/>
              <a:t>Target Client Stakeholder Personas</a:t>
            </a:r>
            <a:endParaRPr sz="2400">
              <a:highlight>
                <a:srgbClr val="FFFF00"/>
              </a:highlight>
            </a:endParaRPr>
          </a:p>
        </p:txBody>
      </p:sp>
      <p:sp>
        <p:nvSpPr>
          <p:cNvPr id="867" name="Google Shape;867;p63"/>
          <p:cNvSpPr txBox="1"/>
          <p:nvPr>
            <p:ph idx="1" type="subTitle"/>
          </p:nvPr>
        </p:nvSpPr>
        <p:spPr>
          <a:xfrm>
            <a:off x="943302" y="4628273"/>
            <a:ext cx="6001800" cy="420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800" u="sng">
                <a:solidFill>
                  <a:schemeClr val="hlink"/>
                </a:solidFill>
                <a:hlinkClick r:id="rId3"/>
              </a:rPr>
              <a:t>List of All Persona Definitions</a:t>
            </a:r>
            <a:endParaRPr sz="800"/>
          </a:p>
        </p:txBody>
      </p:sp>
      <p:sp>
        <p:nvSpPr>
          <p:cNvPr id="868" name="Google Shape;868;p63"/>
          <p:cNvSpPr txBox="1"/>
          <p:nvPr>
            <p:ph idx="5"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People at the Client to talk to that may have drivers or goals aligned </a:t>
            </a:r>
            <a:r>
              <a:rPr lang="en"/>
              <a:t>with this solution</a:t>
            </a:r>
            <a:endParaRPr/>
          </a:p>
        </p:txBody>
      </p:sp>
      <p:pic>
        <p:nvPicPr>
          <p:cNvPr id="869" name="Google Shape;869;p63"/>
          <p:cNvPicPr preferRelativeResize="0"/>
          <p:nvPr/>
        </p:nvPicPr>
        <p:blipFill rotWithShape="1">
          <a:blip r:embed="rId4">
            <a:alphaModFix/>
          </a:blip>
          <a:srcRect b="0" l="0" r="0" t="0"/>
          <a:stretch/>
        </p:blipFill>
        <p:spPr>
          <a:xfrm>
            <a:off x="4297650" y="276575"/>
            <a:ext cx="548700" cy="548700"/>
          </a:xfrm>
          <a:prstGeom prst="rect">
            <a:avLst/>
          </a:prstGeom>
          <a:noFill/>
          <a:ln>
            <a:noFill/>
          </a:ln>
        </p:spPr>
      </p:pic>
      <p:sp>
        <p:nvSpPr>
          <p:cNvPr id="870" name="Google Shape;870;p63"/>
          <p:cNvSpPr txBox="1"/>
          <p:nvPr/>
        </p:nvSpPr>
        <p:spPr>
          <a:xfrm>
            <a:off x="331200" y="0"/>
            <a:ext cx="3145800" cy="661500"/>
          </a:xfrm>
          <a:prstGeom prst="rect">
            <a:avLst/>
          </a:prstGeom>
          <a:noFill/>
          <a:ln>
            <a:noFill/>
          </a:ln>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accent1"/>
                </a:solidFill>
                <a:latin typeface="Red Hat Display Medium"/>
                <a:ea typeface="Red Hat Display Medium"/>
                <a:cs typeface="Red Hat Display Medium"/>
                <a:sym typeface="Red Hat Display Medium"/>
              </a:rPr>
              <a:t>Red Hat Infrastructure Standard Adoption Model</a:t>
            </a:r>
            <a:endParaRPr sz="800">
              <a:solidFill>
                <a:srgbClr val="EE0000"/>
              </a:solidFill>
              <a:latin typeface="Red Hat Display Medium"/>
              <a:ea typeface="Red Hat Display Medium"/>
              <a:cs typeface="Red Hat Display Medium"/>
              <a:sym typeface="Red Hat Display Mediu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4"/>
                                        </p:tgtEl>
                                        <p:attrNameLst>
                                          <p:attrName>style.visibility</p:attrName>
                                        </p:attrNameLst>
                                      </p:cBhvr>
                                      <p:to>
                                        <p:strVal val="visible"/>
                                      </p:to>
                                    </p:set>
                                    <p:animEffect filter="fade" transition="in">
                                      <p:cBhvr>
                                        <p:cTn dur="1"/>
                                        <p:tgtEl>
                                          <p:spTgt spid="8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64"/>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Common Client Drivers</a:t>
            </a:r>
            <a:endParaRPr/>
          </a:p>
        </p:txBody>
      </p:sp>
      <p:sp>
        <p:nvSpPr>
          <p:cNvPr id="876" name="Google Shape;876;p64"/>
          <p:cNvSpPr txBox="1"/>
          <p:nvPr>
            <p:ph idx="2"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Client’s external or internal conditions to </a:t>
            </a:r>
            <a:r>
              <a:rPr lang="en"/>
              <a:t>listen</a:t>
            </a:r>
            <a:r>
              <a:rPr lang="en"/>
              <a:t> for to align this solution with their needs</a:t>
            </a:r>
            <a:endParaRPr/>
          </a:p>
        </p:txBody>
      </p:sp>
      <p:grpSp>
        <p:nvGrpSpPr>
          <p:cNvPr id="877" name="Google Shape;877;p64"/>
          <p:cNvGrpSpPr/>
          <p:nvPr/>
        </p:nvGrpSpPr>
        <p:grpSpPr>
          <a:xfrm>
            <a:off x="4267239" y="190583"/>
            <a:ext cx="609529" cy="609529"/>
            <a:chOff x="10635225" y="2269157"/>
            <a:chExt cx="427200" cy="427200"/>
          </a:xfrm>
        </p:grpSpPr>
        <p:sp>
          <p:nvSpPr>
            <p:cNvPr id="878" name="Google Shape;878;p64"/>
            <p:cNvSpPr/>
            <p:nvPr/>
          </p:nvSpPr>
          <p:spPr>
            <a:xfrm>
              <a:off x="10702869" y="2336656"/>
              <a:ext cx="291900" cy="291900"/>
            </a:xfrm>
            <a:prstGeom prst="ellipse">
              <a:avLst/>
            </a:prstGeom>
            <a:noFill/>
            <a:ln cap="flat" cmpd="sng" w="7620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64"/>
            <p:cNvSpPr/>
            <p:nvPr/>
          </p:nvSpPr>
          <p:spPr>
            <a:xfrm>
              <a:off x="10805625" y="2439557"/>
              <a:ext cx="86100" cy="86100"/>
            </a:xfrm>
            <a:prstGeom prst="ellipse">
              <a:avLst/>
            </a:prstGeom>
            <a:solidFill>
              <a:srgbClr val="EE0000"/>
            </a:solidFill>
            <a:ln cap="flat" cmpd="sng" w="9525">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0" name="Google Shape;880;p64"/>
            <p:cNvCxnSpPr>
              <a:stCxn id="879" idx="2"/>
            </p:cNvCxnSpPr>
            <p:nvPr/>
          </p:nvCxnSpPr>
          <p:spPr>
            <a:xfrm rot="10800000">
              <a:off x="10635225" y="2482607"/>
              <a:ext cx="170400" cy="0"/>
            </a:xfrm>
            <a:prstGeom prst="straightConnector1">
              <a:avLst/>
            </a:prstGeom>
            <a:noFill/>
            <a:ln cap="flat" cmpd="sng" w="9525">
              <a:solidFill>
                <a:srgbClr val="EE0000"/>
              </a:solidFill>
              <a:prstDash val="solid"/>
              <a:round/>
              <a:headEnd len="med" w="med" type="none"/>
              <a:tailEnd len="med" w="med" type="none"/>
            </a:ln>
          </p:spPr>
        </p:cxnSp>
        <p:cxnSp>
          <p:nvCxnSpPr>
            <p:cNvPr id="881" name="Google Shape;881;p64"/>
            <p:cNvCxnSpPr>
              <a:stCxn id="879" idx="0"/>
            </p:cNvCxnSpPr>
            <p:nvPr/>
          </p:nvCxnSpPr>
          <p:spPr>
            <a:xfrm rot="10800000">
              <a:off x="10848675" y="2269157"/>
              <a:ext cx="0" cy="170400"/>
            </a:xfrm>
            <a:prstGeom prst="straightConnector1">
              <a:avLst/>
            </a:prstGeom>
            <a:noFill/>
            <a:ln cap="flat" cmpd="sng" w="9525">
              <a:solidFill>
                <a:srgbClr val="EE0000"/>
              </a:solidFill>
              <a:prstDash val="solid"/>
              <a:round/>
              <a:headEnd len="med" w="med" type="none"/>
              <a:tailEnd len="med" w="med" type="none"/>
            </a:ln>
          </p:spPr>
        </p:cxnSp>
        <p:cxnSp>
          <p:nvCxnSpPr>
            <p:cNvPr id="882" name="Google Shape;882;p64"/>
            <p:cNvCxnSpPr>
              <a:stCxn id="879" idx="1"/>
            </p:cNvCxnSpPr>
            <p:nvPr/>
          </p:nvCxnSpPr>
          <p:spPr>
            <a:xfrm rot="10800000">
              <a:off x="10697634" y="2331566"/>
              <a:ext cx="120600" cy="120600"/>
            </a:xfrm>
            <a:prstGeom prst="straightConnector1">
              <a:avLst/>
            </a:prstGeom>
            <a:noFill/>
            <a:ln cap="flat" cmpd="sng" w="9525">
              <a:solidFill>
                <a:srgbClr val="EE0000"/>
              </a:solidFill>
              <a:prstDash val="solid"/>
              <a:round/>
              <a:headEnd len="med" w="med" type="none"/>
              <a:tailEnd len="med" w="med" type="none"/>
            </a:ln>
          </p:spPr>
        </p:cxnSp>
        <p:cxnSp>
          <p:nvCxnSpPr>
            <p:cNvPr id="883" name="Google Shape;883;p64"/>
            <p:cNvCxnSpPr>
              <a:stCxn id="879" idx="4"/>
            </p:cNvCxnSpPr>
            <p:nvPr/>
          </p:nvCxnSpPr>
          <p:spPr>
            <a:xfrm>
              <a:off x="10848675" y="2525657"/>
              <a:ext cx="0" cy="170700"/>
            </a:xfrm>
            <a:prstGeom prst="straightConnector1">
              <a:avLst/>
            </a:prstGeom>
            <a:noFill/>
            <a:ln cap="flat" cmpd="sng" w="9525">
              <a:solidFill>
                <a:srgbClr val="EE0000"/>
              </a:solidFill>
              <a:prstDash val="solid"/>
              <a:round/>
              <a:headEnd len="med" w="med" type="none"/>
              <a:tailEnd len="med" w="med" type="none"/>
            </a:ln>
          </p:spPr>
        </p:cxnSp>
        <p:cxnSp>
          <p:nvCxnSpPr>
            <p:cNvPr id="884" name="Google Shape;884;p64"/>
            <p:cNvCxnSpPr>
              <a:stCxn id="879" idx="3"/>
            </p:cNvCxnSpPr>
            <p:nvPr/>
          </p:nvCxnSpPr>
          <p:spPr>
            <a:xfrm flipH="1">
              <a:off x="10697634" y="2513048"/>
              <a:ext cx="120600" cy="120600"/>
            </a:xfrm>
            <a:prstGeom prst="straightConnector1">
              <a:avLst/>
            </a:prstGeom>
            <a:noFill/>
            <a:ln cap="flat" cmpd="sng" w="9525">
              <a:solidFill>
                <a:srgbClr val="EE0000"/>
              </a:solidFill>
              <a:prstDash val="solid"/>
              <a:round/>
              <a:headEnd len="med" w="med" type="none"/>
              <a:tailEnd len="med" w="med" type="none"/>
            </a:ln>
          </p:spPr>
        </p:cxnSp>
        <p:cxnSp>
          <p:nvCxnSpPr>
            <p:cNvPr id="885" name="Google Shape;885;p64"/>
            <p:cNvCxnSpPr>
              <a:stCxn id="879" idx="5"/>
            </p:cNvCxnSpPr>
            <p:nvPr/>
          </p:nvCxnSpPr>
          <p:spPr>
            <a:xfrm>
              <a:off x="10879116" y="2513048"/>
              <a:ext cx="120600" cy="120600"/>
            </a:xfrm>
            <a:prstGeom prst="straightConnector1">
              <a:avLst/>
            </a:prstGeom>
            <a:noFill/>
            <a:ln cap="flat" cmpd="sng" w="9525">
              <a:solidFill>
                <a:srgbClr val="EE0000"/>
              </a:solidFill>
              <a:prstDash val="solid"/>
              <a:round/>
              <a:headEnd len="med" w="med" type="none"/>
              <a:tailEnd len="med" w="med" type="none"/>
            </a:ln>
          </p:spPr>
        </p:cxnSp>
        <p:cxnSp>
          <p:nvCxnSpPr>
            <p:cNvPr id="886" name="Google Shape;886;p64"/>
            <p:cNvCxnSpPr>
              <a:stCxn id="879" idx="6"/>
            </p:cNvCxnSpPr>
            <p:nvPr/>
          </p:nvCxnSpPr>
          <p:spPr>
            <a:xfrm>
              <a:off x="10891725" y="2482607"/>
              <a:ext cx="170700" cy="0"/>
            </a:xfrm>
            <a:prstGeom prst="straightConnector1">
              <a:avLst/>
            </a:prstGeom>
            <a:noFill/>
            <a:ln cap="flat" cmpd="sng" w="9525">
              <a:solidFill>
                <a:srgbClr val="EE0000"/>
              </a:solidFill>
              <a:prstDash val="solid"/>
              <a:round/>
              <a:headEnd len="med" w="med" type="none"/>
              <a:tailEnd len="med" w="med" type="none"/>
            </a:ln>
          </p:spPr>
        </p:cxnSp>
        <p:cxnSp>
          <p:nvCxnSpPr>
            <p:cNvPr id="887" name="Google Shape;887;p64"/>
            <p:cNvCxnSpPr>
              <a:stCxn id="879" idx="7"/>
            </p:cNvCxnSpPr>
            <p:nvPr/>
          </p:nvCxnSpPr>
          <p:spPr>
            <a:xfrm flipH="1" rot="10800000">
              <a:off x="10879116" y="2331566"/>
              <a:ext cx="120600" cy="120600"/>
            </a:xfrm>
            <a:prstGeom prst="straightConnector1">
              <a:avLst/>
            </a:prstGeom>
            <a:noFill/>
            <a:ln cap="flat" cmpd="sng" w="9525">
              <a:solidFill>
                <a:srgbClr val="EE0000"/>
              </a:solidFill>
              <a:prstDash val="solid"/>
              <a:round/>
              <a:headEnd len="med" w="med" type="none"/>
              <a:tailEnd len="med" w="med" type="none"/>
            </a:ln>
          </p:spPr>
        </p:cxnSp>
      </p:grpSp>
      <p:sp>
        <p:nvSpPr>
          <p:cNvPr id="888" name="Google Shape;888;p64"/>
          <p:cNvSpPr txBox="1"/>
          <p:nvPr>
            <p:ph idx="4" type="body"/>
          </p:nvPr>
        </p:nvSpPr>
        <p:spPr>
          <a:xfrm>
            <a:off x="675625" y="1709700"/>
            <a:ext cx="3453900" cy="3227400"/>
          </a:xfrm>
          <a:prstGeom prst="rect">
            <a:avLst/>
          </a:prstGeom>
        </p:spPr>
        <p:txBody>
          <a:bodyPr anchorCtr="0" anchor="t" bIns="0" lIns="0" spcFirstLastPara="1" rIns="0" wrap="square" tIns="0">
            <a:noAutofit/>
          </a:bodyPr>
          <a:lstStyle/>
          <a:p>
            <a:pPr indent="0" lvl="0" marL="0" rtl="0" algn="l">
              <a:lnSpc>
                <a:spcPct val="100000"/>
              </a:lnSpc>
              <a:spcBef>
                <a:spcPts val="800"/>
              </a:spcBef>
              <a:spcAft>
                <a:spcPts val="0"/>
              </a:spcAft>
              <a:buNone/>
            </a:pPr>
            <a:r>
              <a:rPr b="1" lang="en" sz="1000">
                <a:solidFill>
                  <a:schemeClr val="dk1"/>
                </a:solidFill>
              </a:rPr>
              <a:t>D</a:t>
            </a:r>
            <a:r>
              <a:rPr b="1" lang="en" sz="1000">
                <a:solidFill>
                  <a:schemeClr val="dk1"/>
                </a:solidFill>
              </a:rPr>
              <a:t>ecrease costs</a:t>
            </a:r>
            <a:endParaRPr b="1" sz="1000">
              <a:solidFill>
                <a:schemeClr val="dk1"/>
              </a:solidFill>
            </a:endParaRPr>
          </a:p>
          <a:p>
            <a:pPr indent="-292100" lvl="0" marL="457200" rtl="0" algn="l">
              <a:lnSpc>
                <a:spcPct val="100000"/>
              </a:lnSpc>
              <a:spcBef>
                <a:spcPts val="800"/>
              </a:spcBef>
              <a:spcAft>
                <a:spcPts val="0"/>
              </a:spcAft>
              <a:buSzPts val="1000"/>
              <a:buChar char="▸"/>
            </a:pPr>
            <a:r>
              <a:rPr lang="en" sz="1000">
                <a:solidFill>
                  <a:schemeClr val="dk1"/>
                </a:solidFill>
              </a:rPr>
              <a:t>Patching issues causing downtime</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Delivering new systems takes weeks and increases costs</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Inconsistent Systems cause difficult to diagnose issues</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Too many unique, fragile builds increasing complexity and cost</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Complex manual processes increase cost</a:t>
            </a:r>
            <a:endParaRPr sz="1000">
              <a:solidFill>
                <a:schemeClr val="dk1"/>
              </a:solidFill>
            </a:endParaRPr>
          </a:p>
          <a:p>
            <a:pPr indent="0" lvl="0" marL="457200" rtl="0" algn="l">
              <a:lnSpc>
                <a:spcPct val="100000"/>
              </a:lnSpc>
              <a:spcBef>
                <a:spcPts val="400"/>
              </a:spcBef>
              <a:spcAft>
                <a:spcPts val="0"/>
              </a:spcAft>
              <a:buNone/>
            </a:pPr>
            <a:r>
              <a:t/>
            </a:r>
            <a:endParaRPr sz="1000">
              <a:solidFill>
                <a:schemeClr val="dk1"/>
              </a:solidFill>
            </a:endParaRPr>
          </a:p>
          <a:p>
            <a:pPr indent="0" lvl="0" marL="0" rtl="0" algn="l">
              <a:lnSpc>
                <a:spcPct val="100000"/>
              </a:lnSpc>
              <a:spcBef>
                <a:spcPts val="400"/>
              </a:spcBef>
              <a:spcAft>
                <a:spcPts val="0"/>
              </a:spcAft>
              <a:buNone/>
            </a:pPr>
            <a:r>
              <a:t/>
            </a:r>
            <a:endParaRPr sz="1000">
              <a:solidFill>
                <a:schemeClr val="dk1"/>
              </a:solidFill>
            </a:endParaRPr>
          </a:p>
          <a:p>
            <a:pPr indent="0" lvl="0" marL="0" rtl="0" algn="l">
              <a:lnSpc>
                <a:spcPct val="100000"/>
              </a:lnSpc>
              <a:spcBef>
                <a:spcPts val="800"/>
              </a:spcBef>
              <a:spcAft>
                <a:spcPts val="0"/>
              </a:spcAft>
              <a:buNone/>
            </a:pPr>
            <a:r>
              <a:rPr b="1" lang="en" sz="1000">
                <a:solidFill>
                  <a:schemeClr val="dk1"/>
                </a:solidFill>
              </a:rPr>
              <a:t>Enter New Markets</a:t>
            </a:r>
            <a:endParaRPr b="1" sz="1000">
              <a:solidFill>
                <a:schemeClr val="dk1"/>
              </a:solidFill>
            </a:endParaRPr>
          </a:p>
          <a:p>
            <a:pPr indent="-292100" lvl="0" marL="457200" rtl="0" algn="l">
              <a:lnSpc>
                <a:spcPct val="100000"/>
              </a:lnSpc>
              <a:spcBef>
                <a:spcPts val="800"/>
              </a:spcBef>
              <a:spcAft>
                <a:spcPts val="0"/>
              </a:spcAft>
              <a:buSzPts val="1000"/>
              <a:buChar char="▸"/>
            </a:pPr>
            <a:r>
              <a:rPr lang="en" sz="1000">
                <a:solidFill>
                  <a:schemeClr val="dk1"/>
                </a:solidFill>
              </a:rPr>
              <a:t>Slow Delivery</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Difficult to pivot or expand fleet</a:t>
            </a:r>
            <a:endParaRPr sz="1000">
              <a:solidFill>
                <a:schemeClr val="dk1"/>
              </a:solidFill>
            </a:endParaRPr>
          </a:p>
          <a:p>
            <a:pPr indent="0" lvl="0" marL="457200" rtl="0" algn="l">
              <a:lnSpc>
                <a:spcPct val="100000"/>
              </a:lnSpc>
              <a:spcBef>
                <a:spcPts val="400"/>
              </a:spcBef>
              <a:spcAft>
                <a:spcPts val="0"/>
              </a:spcAft>
              <a:buNone/>
            </a:pPr>
            <a:r>
              <a:t/>
            </a:r>
            <a:endParaRPr sz="1000">
              <a:solidFill>
                <a:schemeClr val="dk1"/>
              </a:solidFill>
            </a:endParaRPr>
          </a:p>
          <a:p>
            <a:pPr indent="0" lvl="0" marL="457200" rtl="0" algn="l">
              <a:lnSpc>
                <a:spcPct val="100000"/>
              </a:lnSpc>
              <a:spcBef>
                <a:spcPts val="400"/>
              </a:spcBef>
              <a:spcAft>
                <a:spcPts val="400"/>
              </a:spcAft>
              <a:buNone/>
            </a:pPr>
            <a:r>
              <a:t/>
            </a:r>
            <a:endParaRPr sz="1000">
              <a:solidFill>
                <a:schemeClr val="dk1"/>
              </a:solidFill>
            </a:endParaRPr>
          </a:p>
        </p:txBody>
      </p:sp>
      <p:sp>
        <p:nvSpPr>
          <p:cNvPr id="889" name="Google Shape;889;p64"/>
          <p:cNvSpPr txBox="1"/>
          <p:nvPr>
            <p:ph idx="4" type="body"/>
          </p:nvPr>
        </p:nvSpPr>
        <p:spPr>
          <a:xfrm>
            <a:off x="5208300" y="1709700"/>
            <a:ext cx="3692400" cy="3170700"/>
          </a:xfrm>
          <a:prstGeom prst="rect">
            <a:avLst/>
          </a:prstGeom>
        </p:spPr>
        <p:txBody>
          <a:bodyPr anchorCtr="0" anchor="t" bIns="0" lIns="0" spcFirstLastPara="1" rIns="0" wrap="square" tIns="0">
            <a:noAutofit/>
          </a:bodyPr>
          <a:lstStyle/>
          <a:p>
            <a:pPr indent="0" lvl="0" marL="0" rtl="0" algn="l">
              <a:spcBef>
                <a:spcPts val="800"/>
              </a:spcBef>
              <a:spcAft>
                <a:spcPts val="0"/>
              </a:spcAft>
              <a:buNone/>
            </a:pPr>
            <a:r>
              <a:rPr b="1" lang="en" sz="1000">
                <a:solidFill>
                  <a:schemeClr val="dk1"/>
                </a:solidFill>
              </a:rPr>
              <a:t>A</a:t>
            </a:r>
            <a:r>
              <a:rPr b="1" lang="en" sz="1000">
                <a:solidFill>
                  <a:schemeClr val="dk1"/>
                </a:solidFill>
              </a:rPr>
              <a:t>ttract &amp; retain talent</a:t>
            </a:r>
            <a:endParaRPr b="1" sz="1000">
              <a:solidFill>
                <a:schemeClr val="dk1"/>
              </a:solidFill>
            </a:endParaRPr>
          </a:p>
          <a:p>
            <a:pPr indent="-292100" lvl="0" marL="457200" rtl="0" algn="l">
              <a:lnSpc>
                <a:spcPct val="100000"/>
              </a:lnSpc>
              <a:spcBef>
                <a:spcPts val="800"/>
              </a:spcBef>
              <a:spcAft>
                <a:spcPts val="0"/>
              </a:spcAft>
              <a:buSzPts val="1000"/>
              <a:buChar char="▸"/>
            </a:pPr>
            <a:r>
              <a:rPr lang="en" sz="1000">
                <a:solidFill>
                  <a:schemeClr val="dk1"/>
                </a:solidFill>
              </a:rPr>
              <a:t>Tribal Knowledge</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On-boarding takes many weeks</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Engineering/Operations/Business owner dissatisfaction</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Retention Issues</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Technical Debt Increasing</a:t>
            </a:r>
            <a:endParaRPr sz="1000">
              <a:solidFill>
                <a:schemeClr val="dk1"/>
              </a:solidFill>
            </a:endParaRPr>
          </a:p>
          <a:p>
            <a:pPr indent="0" lvl="0" marL="0" rtl="0" algn="l">
              <a:spcBef>
                <a:spcPts val="800"/>
              </a:spcBef>
              <a:spcAft>
                <a:spcPts val="0"/>
              </a:spcAft>
              <a:buNone/>
            </a:pPr>
            <a:r>
              <a:t/>
            </a:r>
            <a:endParaRPr sz="1000">
              <a:solidFill>
                <a:schemeClr val="dk1"/>
              </a:solidFill>
            </a:endParaRPr>
          </a:p>
          <a:p>
            <a:pPr indent="0" lvl="0" marL="0" rtl="0" algn="l">
              <a:spcBef>
                <a:spcPts val="800"/>
              </a:spcBef>
              <a:spcAft>
                <a:spcPts val="0"/>
              </a:spcAft>
              <a:buNone/>
            </a:pPr>
            <a:r>
              <a:rPr b="1" lang="en" sz="1000">
                <a:solidFill>
                  <a:schemeClr val="dk1"/>
                </a:solidFill>
              </a:rPr>
              <a:t>G</a:t>
            </a:r>
            <a:r>
              <a:rPr b="1" lang="en" sz="1000">
                <a:solidFill>
                  <a:schemeClr val="dk1"/>
                </a:solidFill>
              </a:rPr>
              <a:t>et / stay compliant</a:t>
            </a:r>
            <a:endParaRPr b="1" sz="1000">
              <a:solidFill>
                <a:schemeClr val="dk1"/>
              </a:solidFill>
            </a:endParaRPr>
          </a:p>
          <a:p>
            <a:pPr indent="-292100" lvl="0" marL="457200" rtl="0" algn="l">
              <a:lnSpc>
                <a:spcPct val="100000"/>
              </a:lnSpc>
              <a:spcBef>
                <a:spcPts val="800"/>
              </a:spcBef>
              <a:spcAft>
                <a:spcPts val="0"/>
              </a:spcAft>
              <a:buSzPts val="1000"/>
              <a:buChar char="▸"/>
            </a:pPr>
            <a:r>
              <a:rPr lang="en" sz="1000">
                <a:solidFill>
                  <a:schemeClr val="dk1"/>
                </a:solidFill>
              </a:rPr>
              <a:t>Inconsistent delivery - standards/compliance/flight checks</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High rate of system config drift.</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Difficulty tracking anomalies</a:t>
            </a:r>
            <a:endParaRPr sz="1000">
              <a:solidFill>
                <a:schemeClr val="dk1"/>
              </a:solidFill>
            </a:endParaRPr>
          </a:p>
          <a:p>
            <a:pPr indent="-292100" lvl="0" marL="457200" rtl="0" algn="l">
              <a:lnSpc>
                <a:spcPct val="100000"/>
              </a:lnSpc>
              <a:spcBef>
                <a:spcPts val="400"/>
              </a:spcBef>
              <a:spcAft>
                <a:spcPts val="400"/>
              </a:spcAft>
              <a:buSzPts val="1000"/>
              <a:buChar char="▸"/>
            </a:pPr>
            <a:r>
              <a:rPr lang="en" sz="1000">
                <a:solidFill>
                  <a:schemeClr val="dk1"/>
                </a:solidFill>
              </a:rPr>
              <a:t>Inaccurate/Out of Date Reporting</a:t>
            </a:r>
            <a:br>
              <a:rPr lang="en" sz="1000">
                <a:solidFill>
                  <a:schemeClr val="dk1"/>
                </a:solidFill>
              </a:rPr>
            </a:br>
            <a:endParaRPr sz="1000">
              <a:solidFill>
                <a:schemeClr val="dk1"/>
              </a:solidFill>
            </a:endParaRPr>
          </a:p>
        </p:txBody>
      </p:sp>
      <p:pic>
        <p:nvPicPr>
          <p:cNvPr id="890" name="Google Shape;890;p64"/>
          <p:cNvPicPr preferRelativeResize="0"/>
          <p:nvPr/>
        </p:nvPicPr>
        <p:blipFill rotWithShape="1">
          <a:blip r:embed="rId3">
            <a:alphaModFix/>
          </a:blip>
          <a:srcRect b="0" l="0" r="0" t="0"/>
          <a:stretch/>
        </p:blipFill>
        <p:spPr>
          <a:xfrm>
            <a:off x="127181" y="1709688"/>
            <a:ext cx="420012" cy="420000"/>
          </a:xfrm>
          <a:prstGeom prst="rect">
            <a:avLst/>
          </a:prstGeom>
          <a:noFill/>
          <a:ln>
            <a:noFill/>
          </a:ln>
        </p:spPr>
      </p:pic>
      <p:pic>
        <p:nvPicPr>
          <p:cNvPr id="891" name="Google Shape;891;p64"/>
          <p:cNvPicPr preferRelativeResize="0"/>
          <p:nvPr/>
        </p:nvPicPr>
        <p:blipFill rotWithShape="1">
          <a:blip r:embed="rId4">
            <a:alphaModFix/>
          </a:blip>
          <a:srcRect b="0" l="0" r="0" t="0"/>
          <a:stretch/>
        </p:blipFill>
        <p:spPr>
          <a:xfrm>
            <a:off x="4712076" y="1680917"/>
            <a:ext cx="420025" cy="420025"/>
          </a:xfrm>
          <a:prstGeom prst="rect">
            <a:avLst/>
          </a:prstGeom>
          <a:noFill/>
          <a:ln>
            <a:noFill/>
          </a:ln>
        </p:spPr>
      </p:pic>
      <p:pic>
        <p:nvPicPr>
          <p:cNvPr id="892" name="Google Shape;892;p64"/>
          <p:cNvPicPr preferRelativeResize="0"/>
          <p:nvPr/>
        </p:nvPicPr>
        <p:blipFill>
          <a:blip r:embed="rId5">
            <a:alphaModFix/>
          </a:blip>
          <a:stretch>
            <a:fillRect/>
          </a:stretch>
        </p:blipFill>
        <p:spPr>
          <a:xfrm>
            <a:off x="4712075" y="3361895"/>
            <a:ext cx="420025" cy="420025"/>
          </a:xfrm>
          <a:prstGeom prst="rect">
            <a:avLst/>
          </a:prstGeom>
          <a:noFill/>
          <a:ln>
            <a:noFill/>
          </a:ln>
        </p:spPr>
      </p:pic>
      <p:pic>
        <p:nvPicPr>
          <p:cNvPr id="893" name="Google Shape;893;p64"/>
          <p:cNvPicPr preferRelativeResize="0"/>
          <p:nvPr/>
        </p:nvPicPr>
        <p:blipFill rotWithShape="1">
          <a:blip r:embed="rId6">
            <a:alphaModFix/>
          </a:blip>
          <a:srcRect b="0" l="0" r="0" t="0"/>
          <a:stretch/>
        </p:blipFill>
        <p:spPr>
          <a:xfrm>
            <a:off x="127177" y="3867419"/>
            <a:ext cx="420025" cy="420013"/>
          </a:xfrm>
          <a:prstGeom prst="rect">
            <a:avLst/>
          </a:prstGeom>
          <a:noFill/>
          <a:ln>
            <a:noFill/>
          </a:ln>
        </p:spPr>
      </p:pic>
      <p:sp>
        <p:nvSpPr>
          <p:cNvPr id="894" name="Google Shape;894;p64"/>
          <p:cNvSpPr txBox="1"/>
          <p:nvPr/>
        </p:nvSpPr>
        <p:spPr>
          <a:xfrm>
            <a:off x="331200" y="0"/>
            <a:ext cx="3297300" cy="661500"/>
          </a:xfrm>
          <a:prstGeom prst="rect">
            <a:avLst/>
          </a:prstGeom>
          <a:noFill/>
          <a:ln>
            <a:noFill/>
          </a:ln>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accent1"/>
                </a:solidFill>
                <a:latin typeface="Red Hat Display Medium"/>
                <a:ea typeface="Red Hat Display Medium"/>
                <a:cs typeface="Red Hat Display Medium"/>
                <a:sym typeface="Red Hat Display Medium"/>
              </a:rPr>
              <a:t>Red Hat Infrastructure Standard Adoption Model</a:t>
            </a:r>
            <a:endParaRPr sz="800">
              <a:solidFill>
                <a:srgbClr val="EE0000"/>
              </a:solidFill>
              <a:latin typeface="Red Hat Display Medium"/>
              <a:ea typeface="Red Hat Display Medium"/>
              <a:cs typeface="Red Hat Display Medium"/>
              <a:sym typeface="Red Hat Display Medium"/>
            </a:endParaRPr>
          </a:p>
        </p:txBody>
      </p:sp>
      <p:sp>
        <p:nvSpPr>
          <p:cNvPr id="895" name="Google Shape;895;p64"/>
          <p:cNvSpPr txBox="1"/>
          <p:nvPr>
            <p:ph idx="3" type="subTitle"/>
          </p:nvPr>
        </p:nvSpPr>
        <p:spPr>
          <a:xfrm>
            <a:off x="663800" y="4627175"/>
            <a:ext cx="6186000" cy="420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 Driver (e.g. mission statement) represents an external or internal condition that motivates an organization to define its goals and implement the changes necessary to achieve them.</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65"/>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Common Client Goals</a:t>
            </a:r>
            <a:endParaRPr/>
          </a:p>
        </p:txBody>
      </p:sp>
      <p:sp>
        <p:nvSpPr>
          <p:cNvPr id="901" name="Google Shape;901;p65"/>
          <p:cNvSpPr txBox="1"/>
          <p:nvPr>
            <p:ph idx="2"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Client’s intent or desired end state to listen for to align this solution with their needs</a:t>
            </a:r>
            <a:endParaRPr/>
          </a:p>
        </p:txBody>
      </p:sp>
      <p:sp>
        <p:nvSpPr>
          <p:cNvPr id="902" name="Google Shape;902;p65"/>
          <p:cNvSpPr txBox="1"/>
          <p:nvPr>
            <p:ph idx="3" type="subTitle"/>
          </p:nvPr>
        </p:nvSpPr>
        <p:spPr>
          <a:xfrm>
            <a:off x="663800" y="4627175"/>
            <a:ext cx="6649500" cy="420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 Goal represents a high-level statement of intent, direction, or desired end state for an organization and its stakeholders.  An end can represent anything a stakeholder may desire, such as a state of affairs, or a produced value. Goals are typically used to measure success of an organization.</a:t>
            </a:r>
            <a:endParaRPr/>
          </a:p>
        </p:txBody>
      </p:sp>
      <p:sp>
        <p:nvSpPr>
          <p:cNvPr id="903" name="Google Shape;903;p65"/>
          <p:cNvSpPr txBox="1"/>
          <p:nvPr>
            <p:ph idx="4" type="body"/>
          </p:nvPr>
        </p:nvSpPr>
        <p:spPr>
          <a:xfrm>
            <a:off x="739650" y="1649200"/>
            <a:ext cx="3434700" cy="2573400"/>
          </a:xfrm>
          <a:prstGeom prst="rect">
            <a:avLst/>
          </a:prstGeom>
        </p:spPr>
        <p:txBody>
          <a:bodyPr anchorCtr="0" anchor="t" bIns="0" lIns="0" spcFirstLastPara="1" rIns="0" wrap="square" tIns="0">
            <a:noAutofit/>
          </a:bodyPr>
          <a:lstStyle/>
          <a:p>
            <a:pPr indent="-311150" lvl="0" marL="457200" rtl="0" algn="l">
              <a:lnSpc>
                <a:spcPct val="100000"/>
              </a:lnSpc>
              <a:spcBef>
                <a:spcPts val="400"/>
              </a:spcBef>
              <a:spcAft>
                <a:spcPts val="0"/>
              </a:spcAft>
              <a:buSzPts val="1300"/>
              <a:buChar char="▸"/>
            </a:pPr>
            <a:r>
              <a:rPr lang="en" sz="1000">
                <a:solidFill>
                  <a:schemeClr val="dk1"/>
                </a:solidFill>
              </a:rPr>
              <a:t>Reduce Down Time</a:t>
            </a:r>
            <a:endParaRPr sz="1000">
              <a:solidFill>
                <a:schemeClr val="dk1"/>
              </a:solidFill>
            </a:endParaRPr>
          </a:p>
          <a:p>
            <a:pPr indent="-311150" lvl="0" marL="457200" rtl="0" algn="l">
              <a:lnSpc>
                <a:spcPct val="100000"/>
              </a:lnSpc>
              <a:spcBef>
                <a:spcPts val="400"/>
              </a:spcBef>
              <a:spcAft>
                <a:spcPts val="0"/>
              </a:spcAft>
              <a:buSzPts val="1300"/>
              <a:buChar char="▸"/>
            </a:pPr>
            <a:r>
              <a:rPr lang="en" sz="1000">
                <a:solidFill>
                  <a:schemeClr val="dk1"/>
                </a:solidFill>
              </a:rPr>
              <a:t>Increases Operations / Helpdesk Throughput </a:t>
            </a:r>
            <a:endParaRPr sz="1000">
              <a:solidFill>
                <a:schemeClr val="dk1"/>
              </a:solidFill>
            </a:endParaRPr>
          </a:p>
          <a:p>
            <a:pPr indent="-311150" lvl="0" marL="457200" rtl="0" algn="l">
              <a:lnSpc>
                <a:spcPct val="100000"/>
              </a:lnSpc>
              <a:spcBef>
                <a:spcPts val="400"/>
              </a:spcBef>
              <a:spcAft>
                <a:spcPts val="0"/>
              </a:spcAft>
              <a:buSzPts val="1300"/>
              <a:buChar char="▸"/>
            </a:pPr>
            <a:r>
              <a:rPr lang="en" sz="1000">
                <a:solidFill>
                  <a:schemeClr val="dk1"/>
                </a:solidFill>
              </a:rPr>
              <a:t>Streamline Delivery and Operations</a:t>
            </a:r>
            <a:endParaRPr sz="1000">
              <a:solidFill>
                <a:schemeClr val="dk1"/>
              </a:solidFill>
            </a:endParaRPr>
          </a:p>
          <a:p>
            <a:pPr indent="-311150" lvl="0" marL="457200" rtl="0" algn="l">
              <a:lnSpc>
                <a:spcPct val="100000"/>
              </a:lnSpc>
              <a:spcBef>
                <a:spcPts val="400"/>
              </a:spcBef>
              <a:spcAft>
                <a:spcPts val="0"/>
              </a:spcAft>
              <a:buSzPts val="1300"/>
              <a:buChar char="▸"/>
            </a:pPr>
            <a:r>
              <a:rPr lang="en" sz="1000">
                <a:solidFill>
                  <a:schemeClr val="dk1"/>
                </a:solidFill>
              </a:rPr>
              <a:t>Develop Sustainable Automation</a:t>
            </a:r>
            <a:endParaRPr sz="1000">
              <a:solidFill>
                <a:schemeClr val="dk1"/>
              </a:solidFill>
            </a:endParaRPr>
          </a:p>
          <a:p>
            <a:pPr indent="-311150" lvl="0" marL="457200" rtl="0" algn="l">
              <a:lnSpc>
                <a:spcPct val="100000"/>
              </a:lnSpc>
              <a:spcBef>
                <a:spcPts val="400"/>
              </a:spcBef>
              <a:spcAft>
                <a:spcPts val="0"/>
              </a:spcAft>
              <a:buSzPts val="1300"/>
              <a:buChar char="▸"/>
            </a:pPr>
            <a:r>
              <a:rPr lang="en" sz="1000">
                <a:solidFill>
                  <a:schemeClr val="dk1"/>
                </a:solidFill>
              </a:rPr>
              <a:t>Reliable, Repeatable Infrastructure Management</a:t>
            </a:r>
            <a:endParaRPr sz="1000">
              <a:solidFill>
                <a:schemeClr val="dk1"/>
              </a:solidFill>
            </a:endParaRPr>
          </a:p>
          <a:p>
            <a:pPr indent="-311150" lvl="0" marL="457200" rtl="0" algn="l">
              <a:lnSpc>
                <a:spcPct val="100000"/>
              </a:lnSpc>
              <a:spcBef>
                <a:spcPts val="400"/>
              </a:spcBef>
              <a:spcAft>
                <a:spcPts val="0"/>
              </a:spcAft>
              <a:buSzPts val="1300"/>
              <a:buChar char="▸"/>
            </a:pPr>
            <a:r>
              <a:rPr lang="en" sz="1000">
                <a:solidFill>
                  <a:schemeClr val="dk1"/>
                </a:solidFill>
              </a:rPr>
              <a:t>Develop Event Driven Response</a:t>
            </a:r>
            <a:endParaRPr sz="1000">
              <a:solidFill>
                <a:schemeClr val="dk1"/>
              </a:solidFill>
            </a:endParaRPr>
          </a:p>
          <a:p>
            <a:pPr indent="0" lvl="0" marL="0" rtl="0" algn="l">
              <a:lnSpc>
                <a:spcPct val="115000"/>
              </a:lnSpc>
              <a:spcBef>
                <a:spcPts val="800"/>
              </a:spcBef>
              <a:spcAft>
                <a:spcPts val="1000"/>
              </a:spcAft>
              <a:buNone/>
            </a:pPr>
            <a:r>
              <a:t/>
            </a:r>
            <a:endParaRPr>
              <a:solidFill>
                <a:schemeClr val="dk1"/>
              </a:solidFill>
            </a:endParaRPr>
          </a:p>
        </p:txBody>
      </p:sp>
      <p:grpSp>
        <p:nvGrpSpPr>
          <p:cNvPr id="904" name="Google Shape;904;p65"/>
          <p:cNvGrpSpPr/>
          <p:nvPr/>
        </p:nvGrpSpPr>
        <p:grpSpPr>
          <a:xfrm>
            <a:off x="4333338" y="282450"/>
            <a:ext cx="477300" cy="477300"/>
            <a:chOff x="294013" y="1714500"/>
            <a:chExt cx="477300" cy="477300"/>
          </a:xfrm>
        </p:grpSpPr>
        <p:sp>
          <p:nvSpPr>
            <p:cNvPr id="905" name="Google Shape;905;p65"/>
            <p:cNvSpPr/>
            <p:nvPr/>
          </p:nvSpPr>
          <p:spPr>
            <a:xfrm>
              <a:off x="368823" y="1789310"/>
              <a:ext cx="327600" cy="327600"/>
            </a:xfrm>
            <a:prstGeom prst="ellipse">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65"/>
            <p:cNvSpPr/>
            <p:nvPr/>
          </p:nvSpPr>
          <p:spPr>
            <a:xfrm>
              <a:off x="294013" y="1714500"/>
              <a:ext cx="477300" cy="477300"/>
            </a:xfrm>
            <a:prstGeom prst="ellipse">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65"/>
            <p:cNvSpPr/>
            <p:nvPr/>
          </p:nvSpPr>
          <p:spPr>
            <a:xfrm>
              <a:off x="444656" y="1865143"/>
              <a:ext cx="175800" cy="175800"/>
            </a:xfrm>
            <a:prstGeom prst="ellipse">
              <a:avLst/>
            </a:prstGeom>
            <a:solidFill>
              <a:srgbClr val="EE0000"/>
            </a:solid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8" name="Google Shape;908;p65"/>
          <p:cNvSpPr txBox="1"/>
          <p:nvPr>
            <p:ph idx="4" type="body"/>
          </p:nvPr>
        </p:nvSpPr>
        <p:spPr>
          <a:xfrm>
            <a:off x="4538575" y="1690500"/>
            <a:ext cx="3434700" cy="2532000"/>
          </a:xfrm>
          <a:prstGeom prst="rect">
            <a:avLst/>
          </a:prstGeom>
        </p:spPr>
        <p:txBody>
          <a:bodyPr anchorCtr="0" anchor="t" bIns="0" lIns="0" spcFirstLastPara="1" rIns="0" wrap="square" tIns="0">
            <a:noAutofit/>
          </a:bodyPr>
          <a:lstStyle/>
          <a:p>
            <a:pPr indent="-311150" lvl="0" marL="457200" rtl="0" algn="l">
              <a:lnSpc>
                <a:spcPct val="100000"/>
              </a:lnSpc>
              <a:spcBef>
                <a:spcPts val="400"/>
              </a:spcBef>
              <a:spcAft>
                <a:spcPts val="0"/>
              </a:spcAft>
              <a:buSzPts val="1300"/>
              <a:buChar char="▸"/>
            </a:pPr>
            <a:r>
              <a:rPr lang="en" sz="1000">
                <a:solidFill>
                  <a:schemeClr val="dk1"/>
                </a:solidFill>
              </a:rPr>
              <a:t>Decrease Time to Resolution for Performance and Security Events</a:t>
            </a:r>
            <a:endParaRPr sz="1000">
              <a:solidFill>
                <a:schemeClr val="dk1"/>
              </a:solidFill>
            </a:endParaRPr>
          </a:p>
          <a:p>
            <a:pPr indent="-311150" lvl="0" marL="457200" rtl="0" algn="l">
              <a:lnSpc>
                <a:spcPct val="100000"/>
              </a:lnSpc>
              <a:spcBef>
                <a:spcPts val="400"/>
              </a:spcBef>
              <a:spcAft>
                <a:spcPts val="0"/>
              </a:spcAft>
              <a:buSzPts val="1300"/>
              <a:buChar char="▸"/>
            </a:pPr>
            <a:r>
              <a:rPr lang="en" sz="1000">
                <a:solidFill>
                  <a:schemeClr val="dk1"/>
                </a:solidFill>
              </a:rPr>
              <a:t>Consistent Patch Implementation/Delivery</a:t>
            </a:r>
            <a:endParaRPr sz="1000">
              <a:solidFill>
                <a:schemeClr val="dk1"/>
              </a:solidFill>
            </a:endParaRPr>
          </a:p>
          <a:p>
            <a:pPr indent="-311150" lvl="0" marL="457200" rtl="0" algn="l">
              <a:lnSpc>
                <a:spcPct val="100000"/>
              </a:lnSpc>
              <a:spcBef>
                <a:spcPts val="400"/>
              </a:spcBef>
              <a:spcAft>
                <a:spcPts val="0"/>
              </a:spcAft>
              <a:buSzPts val="1300"/>
              <a:buChar char="▸"/>
            </a:pPr>
            <a:r>
              <a:rPr lang="en" sz="1000">
                <a:solidFill>
                  <a:schemeClr val="dk1"/>
                </a:solidFill>
              </a:rPr>
              <a:t>Eliminate Configuration Drift</a:t>
            </a:r>
            <a:endParaRPr sz="1000">
              <a:solidFill>
                <a:schemeClr val="dk1"/>
              </a:solidFill>
            </a:endParaRPr>
          </a:p>
          <a:p>
            <a:pPr indent="-311150" lvl="0" marL="457200" rtl="0" algn="l">
              <a:lnSpc>
                <a:spcPct val="100000"/>
              </a:lnSpc>
              <a:spcBef>
                <a:spcPts val="400"/>
              </a:spcBef>
              <a:spcAft>
                <a:spcPts val="0"/>
              </a:spcAft>
              <a:buSzPts val="1300"/>
              <a:buChar char="▸"/>
            </a:pPr>
            <a:r>
              <a:rPr lang="en" sz="1000">
                <a:solidFill>
                  <a:schemeClr val="dk1"/>
                </a:solidFill>
              </a:rPr>
              <a:t>Consistently meet Compliance Standards</a:t>
            </a:r>
            <a:endParaRPr sz="1000">
              <a:solidFill>
                <a:schemeClr val="dk1"/>
              </a:solidFill>
            </a:endParaRPr>
          </a:p>
          <a:p>
            <a:pPr indent="-311150" lvl="0" marL="457200" rtl="0" algn="l">
              <a:lnSpc>
                <a:spcPct val="100000"/>
              </a:lnSpc>
              <a:spcBef>
                <a:spcPts val="400"/>
              </a:spcBef>
              <a:spcAft>
                <a:spcPts val="0"/>
              </a:spcAft>
              <a:buSzPts val="1300"/>
              <a:buChar char="▸"/>
            </a:pPr>
            <a:r>
              <a:rPr lang="en" sz="1000">
                <a:solidFill>
                  <a:schemeClr val="dk1"/>
                </a:solidFill>
              </a:rPr>
              <a:t>Faster Security Anomaly Detection</a:t>
            </a:r>
            <a:endParaRPr sz="1000">
              <a:solidFill>
                <a:schemeClr val="dk1"/>
              </a:solidFill>
            </a:endParaRPr>
          </a:p>
          <a:p>
            <a:pPr indent="-311150" lvl="0" marL="457200" rtl="0" algn="l">
              <a:lnSpc>
                <a:spcPct val="100000"/>
              </a:lnSpc>
              <a:spcBef>
                <a:spcPts val="400"/>
              </a:spcBef>
              <a:spcAft>
                <a:spcPts val="0"/>
              </a:spcAft>
              <a:buSzPts val="1300"/>
              <a:buChar char="▸"/>
            </a:pPr>
            <a:r>
              <a:rPr lang="en" sz="1000">
                <a:solidFill>
                  <a:schemeClr val="dk1"/>
                </a:solidFill>
              </a:rPr>
              <a:t>Decrease </a:t>
            </a:r>
            <a:r>
              <a:rPr lang="en" sz="1000">
                <a:solidFill>
                  <a:schemeClr val="dk1"/>
                </a:solidFill>
              </a:rPr>
              <a:t>New Solution Time to Market</a:t>
            </a:r>
            <a:endParaRPr sz="1000">
              <a:solidFill>
                <a:schemeClr val="dk1"/>
              </a:solidFill>
            </a:endParaRPr>
          </a:p>
          <a:p>
            <a:pPr indent="0" lvl="0" marL="457200" rtl="0" algn="l">
              <a:lnSpc>
                <a:spcPct val="100000"/>
              </a:lnSpc>
              <a:spcBef>
                <a:spcPts val="400"/>
              </a:spcBef>
              <a:spcAft>
                <a:spcPts val="400"/>
              </a:spcAft>
              <a:buNone/>
            </a:pPr>
            <a:r>
              <a:t/>
            </a:r>
            <a:endParaRPr sz="1000">
              <a:solidFill>
                <a:schemeClr val="dk1"/>
              </a:solidFill>
            </a:endParaRPr>
          </a:p>
        </p:txBody>
      </p:sp>
      <p:sp>
        <p:nvSpPr>
          <p:cNvPr id="909" name="Google Shape;909;p65"/>
          <p:cNvSpPr txBox="1"/>
          <p:nvPr/>
        </p:nvSpPr>
        <p:spPr>
          <a:xfrm>
            <a:off x="331200" y="0"/>
            <a:ext cx="3195900" cy="661500"/>
          </a:xfrm>
          <a:prstGeom prst="rect">
            <a:avLst/>
          </a:prstGeom>
          <a:noFill/>
          <a:ln>
            <a:noFill/>
          </a:ln>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accent1"/>
                </a:solidFill>
                <a:latin typeface="Red Hat Display Medium"/>
                <a:ea typeface="Red Hat Display Medium"/>
                <a:cs typeface="Red Hat Display Medium"/>
                <a:sym typeface="Red Hat Display Medium"/>
              </a:rPr>
              <a:t>Red Hat Infrastructure Standard Adoption Model</a:t>
            </a:r>
            <a:endParaRPr sz="800">
              <a:solidFill>
                <a:srgbClr val="EE0000"/>
              </a:solidFill>
              <a:latin typeface="Red Hat Display Medium"/>
              <a:ea typeface="Red Hat Display Medium"/>
              <a:cs typeface="Red Hat Display Medium"/>
              <a:sym typeface="Red Hat Display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66"/>
          <p:cNvSpPr txBox="1"/>
          <p:nvPr>
            <p:ph idx="3" type="subTitle"/>
          </p:nvPr>
        </p:nvSpPr>
        <p:spPr>
          <a:xfrm>
            <a:off x="663788" y="4627163"/>
            <a:ext cx="6001800" cy="420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An Outcome (e.g. milestone, success criteria) represents high-level, business-oriented measurable results produced by capabilities of an organization.</a:t>
            </a:r>
            <a:endParaRPr/>
          </a:p>
        </p:txBody>
      </p:sp>
      <p:sp>
        <p:nvSpPr>
          <p:cNvPr id="915" name="Google Shape;915;p66"/>
          <p:cNvSpPr txBox="1"/>
          <p:nvPr>
            <p:ph idx="4" type="body"/>
          </p:nvPr>
        </p:nvSpPr>
        <p:spPr>
          <a:xfrm>
            <a:off x="345450" y="1714500"/>
            <a:ext cx="3972900" cy="2743200"/>
          </a:xfrm>
          <a:prstGeom prst="rect">
            <a:avLst/>
          </a:prstGeom>
        </p:spPr>
        <p:txBody>
          <a:bodyPr anchorCtr="0" anchor="t" bIns="0" lIns="0" spcFirstLastPara="1" rIns="0" wrap="square" tIns="0">
            <a:noAutofit/>
          </a:bodyPr>
          <a:lstStyle/>
          <a:p>
            <a:pPr indent="0" lvl="0" marL="0" rtl="0" algn="l">
              <a:spcBef>
                <a:spcPts val="800"/>
              </a:spcBef>
              <a:spcAft>
                <a:spcPts val="0"/>
              </a:spcAft>
              <a:buNone/>
            </a:pPr>
            <a:r>
              <a:rPr b="1" lang="en" sz="1000">
                <a:solidFill>
                  <a:schemeClr val="dk1"/>
                </a:solidFill>
              </a:rPr>
              <a:t>Building a Red Hat Standard Infrastructure</a:t>
            </a:r>
            <a:endParaRPr b="1" sz="1000">
              <a:solidFill>
                <a:schemeClr val="dk1"/>
              </a:solidFill>
            </a:endParaRPr>
          </a:p>
          <a:p>
            <a:pPr indent="0" lvl="0" marL="0" rtl="0" algn="l">
              <a:spcBef>
                <a:spcPts val="800"/>
              </a:spcBef>
              <a:spcAft>
                <a:spcPts val="0"/>
              </a:spcAft>
              <a:buNone/>
            </a:pPr>
            <a:r>
              <a:rPr lang="en" sz="1000">
                <a:solidFill>
                  <a:schemeClr val="dk1"/>
                </a:solidFill>
              </a:rPr>
              <a:t>Client has demonstrated:</a:t>
            </a:r>
            <a:endParaRPr sz="1000">
              <a:solidFill>
                <a:schemeClr val="dk1"/>
              </a:solidFill>
            </a:endParaRPr>
          </a:p>
          <a:p>
            <a:pPr indent="-292100" lvl="0" marL="457200" rtl="0" algn="l">
              <a:lnSpc>
                <a:spcPct val="100000"/>
              </a:lnSpc>
              <a:spcBef>
                <a:spcPts val="800"/>
              </a:spcBef>
              <a:spcAft>
                <a:spcPts val="0"/>
              </a:spcAft>
              <a:buSzPts val="1000"/>
              <a:buChar char="▸"/>
            </a:pPr>
            <a:r>
              <a:rPr lang="en" sz="1000">
                <a:solidFill>
                  <a:schemeClr val="dk1"/>
                </a:solidFill>
              </a:rPr>
              <a:t>Designing and planning for an integrated deployment and management  environment for traditional Linux workloads using Identity Management, Satellite and AAP with appropriate lifecycle environments.</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Define and track data points to measure impact and suggest target metrics for measured improvement.</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Executing a pilot deployment of the above environment to serve as a template for production. </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Design, Develop and Deliver an automated pipeline for content delivery of selected application SOE deployment with tests.</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Operationalize the automated testing, delivery and production patching of the selected application SOE.</a:t>
            </a:r>
            <a:endParaRPr sz="1000">
              <a:solidFill>
                <a:schemeClr val="dk1"/>
              </a:solidFill>
            </a:endParaRPr>
          </a:p>
          <a:p>
            <a:pPr indent="0" lvl="0" marL="0" rtl="0" algn="l">
              <a:spcBef>
                <a:spcPts val="800"/>
              </a:spcBef>
              <a:spcAft>
                <a:spcPts val="800"/>
              </a:spcAft>
              <a:buNone/>
            </a:pPr>
            <a:r>
              <a:t/>
            </a:r>
            <a:endParaRPr sz="1000"/>
          </a:p>
        </p:txBody>
      </p:sp>
      <p:sp>
        <p:nvSpPr>
          <p:cNvPr id="916" name="Google Shape;916;p66"/>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Outcomes</a:t>
            </a:r>
            <a:endParaRPr/>
          </a:p>
        </p:txBody>
      </p:sp>
      <p:sp>
        <p:nvSpPr>
          <p:cNvPr id="917" name="Google Shape;917;p66"/>
          <p:cNvSpPr txBox="1"/>
          <p:nvPr>
            <p:ph idx="2"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Measurable</a:t>
            </a:r>
            <a:r>
              <a:rPr lang="en"/>
              <a:t> standard results of this solution which progress Client towards their Goals</a:t>
            </a:r>
            <a:endParaRPr/>
          </a:p>
        </p:txBody>
      </p:sp>
      <p:sp>
        <p:nvSpPr>
          <p:cNvPr id="918" name="Google Shape;918;p66"/>
          <p:cNvSpPr txBox="1"/>
          <p:nvPr>
            <p:ph idx="4" type="body"/>
          </p:nvPr>
        </p:nvSpPr>
        <p:spPr>
          <a:xfrm>
            <a:off x="4572000" y="1751750"/>
            <a:ext cx="3972900" cy="2743200"/>
          </a:xfrm>
          <a:prstGeom prst="rect">
            <a:avLst/>
          </a:prstGeom>
        </p:spPr>
        <p:txBody>
          <a:bodyPr anchorCtr="0" anchor="t" bIns="0" lIns="0" spcFirstLastPara="1" rIns="0" wrap="square" tIns="0">
            <a:noAutofit/>
          </a:bodyPr>
          <a:lstStyle/>
          <a:p>
            <a:pPr indent="0" lvl="0" marL="0" rtl="0" algn="l">
              <a:spcBef>
                <a:spcPts val="800"/>
              </a:spcBef>
              <a:spcAft>
                <a:spcPts val="0"/>
              </a:spcAft>
              <a:buClr>
                <a:schemeClr val="dk1"/>
              </a:buClr>
              <a:buSzPts val="1100"/>
              <a:buFont typeface="Arial"/>
              <a:buNone/>
            </a:pPr>
            <a:r>
              <a:rPr b="1" lang="en" sz="1000">
                <a:solidFill>
                  <a:schemeClr val="dk1"/>
                </a:solidFill>
              </a:rPr>
              <a:t>Integrating Team</a:t>
            </a:r>
            <a:endParaRPr b="1" sz="1000">
              <a:solidFill>
                <a:schemeClr val="dk1"/>
              </a:solidFill>
            </a:endParaRPr>
          </a:p>
          <a:p>
            <a:pPr indent="0" lvl="0" marL="0" rtl="0" algn="l">
              <a:spcBef>
                <a:spcPts val="800"/>
              </a:spcBef>
              <a:spcAft>
                <a:spcPts val="0"/>
              </a:spcAft>
              <a:buNone/>
            </a:pPr>
            <a:r>
              <a:rPr lang="en" sz="1000">
                <a:solidFill>
                  <a:schemeClr val="dk1"/>
                </a:solidFill>
              </a:rPr>
              <a:t>Client has demonstrated:</a:t>
            </a:r>
            <a:endParaRPr sz="1000">
              <a:solidFill>
                <a:schemeClr val="dk1"/>
              </a:solidFill>
            </a:endParaRPr>
          </a:p>
          <a:p>
            <a:pPr indent="-292100" lvl="0" marL="457200" rtl="0" algn="l">
              <a:lnSpc>
                <a:spcPct val="100000"/>
              </a:lnSpc>
              <a:spcBef>
                <a:spcPts val="800"/>
              </a:spcBef>
              <a:spcAft>
                <a:spcPts val="0"/>
              </a:spcAft>
              <a:buSzPts val="1000"/>
              <a:buChar char="▸"/>
            </a:pPr>
            <a:r>
              <a:rPr lang="en" sz="1000">
                <a:solidFill>
                  <a:schemeClr val="dk1"/>
                </a:solidFill>
              </a:rPr>
              <a:t>On-boarding of system, automation and security admins to the new standard</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Consistent adoption and use of gitOps methodology for delivery of systems, change management and configuration.</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Migrate existing systems within the selected application SOE scope to the new standard </a:t>
            </a:r>
            <a:endParaRPr sz="1000">
              <a:solidFill>
                <a:schemeClr val="dk1"/>
              </a:solidFill>
            </a:endParaRPr>
          </a:p>
          <a:p>
            <a:pPr indent="-292100" lvl="0" marL="457200" rtl="0" algn="l">
              <a:lnSpc>
                <a:spcPct val="100000"/>
              </a:lnSpc>
              <a:spcBef>
                <a:spcPts val="400"/>
              </a:spcBef>
              <a:spcAft>
                <a:spcPts val="0"/>
              </a:spcAft>
              <a:buSzPts val="1000"/>
              <a:buChar char="▸"/>
            </a:pPr>
            <a:r>
              <a:rPr lang="en" sz="1000">
                <a:solidFill>
                  <a:schemeClr val="dk1"/>
                </a:solidFill>
              </a:rPr>
              <a:t>Consistently achieve target metrics</a:t>
            </a:r>
            <a:endParaRPr sz="1000">
              <a:solidFill>
                <a:schemeClr val="dk1"/>
              </a:solidFill>
            </a:endParaRPr>
          </a:p>
          <a:p>
            <a:pPr indent="0" lvl="0" marL="0" rtl="0" algn="l">
              <a:lnSpc>
                <a:spcPct val="100000"/>
              </a:lnSpc>
              <a:spcBef>
                <a:spcPts val="800"/>
              </a:spcBef>
              <a:spcAft>
                <a:spcPts val="0"/>
              </a:spcAft>
              <a:buNone/>
            </a:pPr>
            <a:r>
              <a:t/>
            </a:r>
            <a:endParaRPr sz="1000"/>
          </a:p>
          <a:p>
            <a:pPr indent="0" lvl="0" marL="0" rtl="0" algn="l">
              <a:spcBef>
                <a:spcPts val="800"/>
              </a:spcBef>
              <a:spcAft>
                <a:spcPts val="800"/>
              </a:spcAft>
              <a:buNone/>
            </a:pPr>
            <a:r>
              <a:t/>
            </a:r>
            <a:endParaRPr sz="1000"/>
          </a:p>
        </p:txBody>
      </p:sp>
      <p:sp>
        <p:nvSpPr>
          <p:cNvPr id="919" name="Google Shape;919;p66"/>
          <p:cNvSpPr txBox="1"/>
          <p:nvPr/>
        </p:nvSpPr>
        <p:spPr>
          <a:xfrm>
            <a:off x="331200" y="0"/>
            <a:ext cx="2986200" cy="661500"/>
          </a:xfrm>
          <a:prstGeom prst="rect">
            <a:avLst/>
          </a:prstGeom>
          <a:noFill/>
          <a:ln>
            <a:noFill/>
          </a:ln>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accent1"/>
                </a:solidFill>
                <a:latin typeface="Red Hat Display Medium"/>
                <a:ea typeface="Red Hat Display Medium"/>
                <a:cs typeface="Red Hat Display Medium"/>
                <a:sym typeface="Red Hat Display Medium"/>
              </a:rPr>
              <a:t>Red Hat Infrastructure Standard Adoption Model</a:t>
            </a:r>
            <a:endParaRPr sz="800">
              <a:solidFill>
                <a:srgbClr val="EE0000"/>
              </a:solidFill>
              <a:latin typeface="Red Hat Display Medium"/>
              <a:ea typeface="Red Hat Display Medium"/>
              <a:cs typeface="Red Hat Display Medium"/>
              <a:sym typeface="Red Hat Display Medium"/>
            </a:endParaRPr>
          </a:p>
        </p:txBody>
      </p:sp>
      <p:pic>
        <p:nvPicPr>
          <p:cNvPr id="920" name="Google Shape;920;p66"/>
          <p:cNvPicPr preferRelativeResize="0"/>
          <p:nvPr/>
        </p:nvPicPr>
        <p:blipFill rotWithShape="1">
          <a:blip r:embed="rId3">
            <a:alphaModFix/>
          </a:blip>
          <a:srcRect b="0" l="0" r="0" t="0"/>
          <a:stretch/>
        </p:blipFill>
        <p:spPr>
          <a:xfrm>
            <a:off x="4267238" y="215750"/>
            <a:ext cx="609525" cy="609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67"/>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Words that may indicate Risk or need for Specific Scoping Option</a:t>
            </a:r>
            <a:endParaRPr/>
          </a:p>
        </p:txBody>
      </p:sp>
      <p:sp>
        <p:nvSpPr>
          <p:cNvPr id="926" name="Google Shape;926;p67"/>
          <p:cNvSpPr txBox="1"/>
          <p:nvPr>
            <p:ph idx="2"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If you hear any of these during scoping think needs for tailoring or inclusion of additional options</a:t>
            </a:r>
            <a:endParaRPr/>
          </a:p>
        </p:txBody>
      </p:sp>
      <p:sp>
        <p:nvSpPr>
          <p:cNvPr id="927" name="Google Shape;927;p67"/>
          <p:cNvSpPr txBox="1"/>
          <p:nvPr>
            <p:ph idx="4" type="body"/>
          </p:nvPr>
        </p:nvSpPr>
        <p:spPr>
          <a:xfrm>
            <a:off x="183075" y="1728900"/>
            <a:ext cx="4279200" cy="3006900"/>
          </a:xfrm>
          <a:prstGeom prst="rect">
            <a:avLst/>
          </a:prstGeom>
        </p:spPr>
        <p:txBody>
          <a:bodyPr anchorCtr="0" anchor="t" bIns="0" lIns="0" spcFirstLastPara="1" rIns="0" wrap="square" tIns="0">
            <a:noAutofit/>
          </a:bodyPr>
          <a:lstStyle/>
          <a:p>
            <a:pPr indent="-311150" lvl="0" marL="457200" rtl="0" algn="l">
              <a:lnSpc>
                <a:spcPct val="100000"/>
              </a:lnSpc>
              <a:spcBef>
                <a:spcPts val="0"/>
              </a:spcBef>
              <a:spcAft>
                <a:spcPts val="0"/>
              </a:spcAft>
              <a:buSzPts val="1300"/>
              <a:buChar char="▸"/>
            </a:pPr>
            <a:r>
              <a:rPr lang="en" sz="1300"/>
              <a:t>Disconnected Environments</a:t>
            </a:r>
            <a:endParaRPr sz="1300"/>
          </a:p>
          <a:p>
            <a:pPr indent="-311150" lvl="0" marL="457200" rtl="0" algn="l">
              <a:lnSpc>
                <a:spcPct val="100000"/>
              </a:lnSpc>
              <a:spcBef>
                <a:spcPts val="1000"/>
              </a:spcBef>
              <a:spcAft>
                <a:spcPts val="0"/>
              </a:spcAft>
              <a:buSzPts val="1300"/>
              <a:buChar char="▸"/>
            </a:pPr>
            <a:r>
              <a:rPr lang="en" sz="1300"/>
              <a:t>Third Party Authentication Systems other than Microsoft AD or OID systems</a:t>
            </a:r>
            <a:endParaRPr sz="1300"/>
          </a:p>
          <a:p>
            <a:pPr indent="-311150" lvl="0" marL="457200" rtl="0" algn="l">
              <a:lnSpc>
                <a:spcPct val="100000"/>
              </a:lnSpc>
              <a:spcBef>
                <a:spcPts val="1000"/>
              </a:spcBef>
              <a:spcAft>
                <a:spcPts val="0"/>
              </a:spcAft>
              <a:buSzPts val="1300"/>
              <a:buChar char="▸"/>
            </a:pPr>
            <a:r>
              <a:rPr lang="en" sz="1300"/>
              <a:t>Non-Red Hat Linux management requirement (this is doable, but clients are not supported)</a:t>
            </a:r>
            <a:endParaRPr sz="1300"/>
          </a:p>
          <a:p>
            <a:pPr indent="-311150" lvl="0" marL="457200" rtl="0" algn="l">
              <a:lnSpc>
                <a:spcPct val="100000"/>
              </a:lnSpc>
              <a:spcBef>
                <a:spcPts val="1000"/>
              </a:spcBef>
              <a:spcAft>
                <a:spcPts val="1000"/>
              </a:spcAft>
              <a:buSzPts val="1300"/>
              <a:buChar char="▸"/>
            </a:pPr>
            <a:r>
              <a:rPr lang="en" sz="1300"/>
              <a:t>Hybrid Cloud Deployment - supported, but strong skill set required</a:t>
            </a:r>
            <a:endParaRPr sz="1300"/>
          </a:p>
        </p:txBody>
      </p:sp>
      <p:pic>
        <p:nvPicPr>
          <p:cNvPr id="928" name="Google Shape;928;p67"/>
          <p:cNvPicPr preferRelativeResize="0"/>
          <p:nvPr/>
        </p:nvPicPr>
        <p:blipFill rotWithShape="1">
          <a:blip r:embed="rId3">
            <a:alphaModFix/>
          </a:blip>
          <a:srcRect b="0" l="0" r="0" t="0"/>
          <a:stretch/>
        </p:blipFill>
        <p:spPr>
          <a:xfrm>
            <a:off x="4267240" y="194171"/>
            <a:ext cx="609525" cy="609525"/>
          </a:xfrm>
          <a:prstGeom prst="rect">
            <a:avLst/>
          </a:prstGeom>
          <a:noFill/>
          <a:ln>
            <a:noFill/>
          </a:ln>
        </p:spPr>
      </p:pic>
      <p:sp>
        <p:nvSpPr>
          <p:cNvPr id="929" name="Google Shape;929;p67"/>
          <p:cNvSpPr txBox="1"/>
          <p:nvPr/>
        </p:nvSpPr>
        <p:spPr>
          <a:xfrm>
            <a:off x="4687675" y="1703300"/>
            <a:ext cx="3422100" cy="20484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Clr>
                <a:schemeClr val="accent1"/>
              </a:buClr>
              <a:buSzPts val="1300"/>
              <a:buFont typeface="Red Hat Display"/>
              <a:buChar char="▸"/>
            </a:pPr>
            <a:r>
              <a:rPr lang="en" sz="1300">
                <a:solidFill>
                  <a:schemeClr val="dk1"/>
                </a:solidFill>
                <a:latin typeface="Red Hat Display"/>
                <a:ea typeface="Red Hat Display"/>
                <a:cs typeface="Red Hat Display"/>
                <a:sym typeface="Red Hat Display"/>
              </a:rPr>
              <a:t>Generally “a lot of ‘talk’ about”</a:t>
            </a:r>
            <a:endParaRPr sz="1300">
              <a:solidFill>
                <a:schemeClr val="dk1"/>
              </a:solidFill>
              <a:latin typeface="Red Hat Display"/>
              <a:ea typeface="Red Hat Display"/>
              <a:cs typeface="Red Hat Display"/>
              <a:sym typeface="Red Hat Display"/>
            </a:endParaRPr>
          </a:p>
          <a:p>
            <a:pPr indent="-311150" lvl="1" marL="914400" rtl="0" algn="l">
              <a:lnSpc>
                <a:spcPct val="115000"/>
              </a:lnSpc>
              <a:spcBef>
                <a:spcPts val="100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networking complexity</a:t>
            </a:r>
            <a:endParaRPr sz="1300">
              <a:solidFill>
                <a:schemeClr val="dk1"/>
              </a:solidFill>
              <a:latin typeface="Red Hat Display"/>
              <a:ea typeface="Red Hat Display"/>
              <a:cs typeface="Red Hat Display"/>
              <a:sym typeface="Red Hat Display"/>
            </a:endParaRPr>
          </a:p>
          <a:p>
            <a:pPr indent="-311150" lvl="1" marL="914400" rtl="0" algn="l">
              <a:lnSpc>
                <a:spcPct val="115000"/>
              </a:lnSpc>
              <a:spcBef>
                <a:spcPts val="100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change management</a:t>
            </a:r>
            <a:endParaRPr sz="1300">
              <a:solidFill>
                <a:schemeClr val="dk1"/>
              </a:solidFill>
              <a:latin typeface="Red Hat Display"/>
              <a:ea typeface="Red Hat Display"/>
              <a:cs typeface="Red Hat Display"/>
              <a:sym typeface="Red Hat Display"/>
            </a:endParaRPr>
          </a:p>
          <a:p>
            <a:pPr indent="-311150" lvl="1" marL="914400" rtl="0" algn="l">
              <a:lnSpc>
                <a:spcPct val="115000"/>
              </a:lnSpc>
              <a:spcBef>
                <a:spcPts val="1000"/>
              </a:spcBef>
              <a:spcAft>
                <a:spcPts val="0"/>
              </a:spcAft>
              <a:buClr>
                <a:schemeClr val="dk1"/>
              </a:buClr>
              <a:buSzPts val="1300"/>
              <a:buFont typeface="Red Hat Display"/>
              <a:buChar char="･"/>
            </a:pPr>
            <a:r>
              <a:rPr lang="en" sz="1300">
                <a:solidFill>
                  <a:schemeClr val="dk1"/>
                </a:solidFill>
                <a:latin typeface="Red Hat Display"/>
                <a:ea typeface="Red Hat Display"/>
                <a:cs typeface="Red Hat Display"/>
                <a:sym typeface="Red Hat Display"/>
              </a:rPr>
              <a:t>complex applications</a:t>
            </a:r>
            <a:endParaRPr sz="1300">
              <a:solidFill>
                <a:schemeClr val="dk1"/>
              </a:solidFill>
              <a:latin typeface="Red Hat Display"/>
              <a:ea typeface="Red Hat Display"/>
              <a:cs typeface="Red Hat Display"/>
              <a:sym typeface="Red Hat Display"/>
            </a:endParaRPr>
          </a:p>
          <a:p>
            <a:pPr indent="0" lvl="0" marL="0" rtl="0" algn="l">
              <a:lnSpc>
                <a:spcPct val="115000"/>
              </a:lnSpc>
              <a:spcBef>
                <a:spcPts val="1000"/>
              </a:spcBef>
              <a:spcAft>
                <a:spcPts val="1000"/>
              </a:spcAft>
              <a:buNone/>
            </a:pPr>
            <a:r>
              <a:rPr lang="en" sz="1300">
                <a:solidFill>
                  <a:schemeClr val="dk1"/>
                </a:solidFill>
                <a:latin typeface="Red Hat Display"/>
                <a:ea typeface="Red Hat Display"/>
                <a:cs typeface="Red Hat Display"/>
                <a:sym typeface="Red Hat Display"/>
              </a:rPr>
              <a:t>a.k.a. “Change Allergy” - reluctance of admins to change</a:t>
            </a:r>
            <a:endParaRPr sz="1300">
              <a:solidFill>
                <a:schemeClr val="dk1"/>
              </a:solidFill>
              <a:latin typeface="Red Hat Display"/>
              <a:ea typeface="Red Hat Display"/>
              <a:cs typeface="Red Hat Display"/>
              <a:sym typeface="Red Hat Display"/>
            </a:endParaRPr>
          </a:p>
        </p:txBody>
      </p:sp>
      <p:sp>
        <p:nvSpPr>
          <p:cNvPr id="930" name="Google Shape;930;p67"/>
          <p:cNvSpPr txBox="1"/>
          <p:nvPr/>
        </p:nvSpPr>
        <p:spPr>
          <a:xfrm>
            <a:off x="331200" y="0"/>
            <a:ext cx="2986200" cy="661500"/>
          </a:xfrm>
          <a:prstGeom prst="rect">
            <a:avLst/>
          </a:prstGeom>
          <a:noFill/>
          <a:ln>
            <a:noFill/>
          </a:ln>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accent1"/>
                </a:solidFill>
                <a:latin typeface="Red Hat Display Medium"/>
                <a:ea typeface="Red Hat Display Medium"/>
                <a:cs typeface="Red Hat Display Medium"/>
                <a:sym typeface="Red Hat Display Medium"/>
              </a:rPr>
              <a:t>Red Hat Infrastructure Standard Adoption Model</a:t>
            </a:r>
            <a:endParaRPr sz="800">
              <a:solidFill>
                <a:srgbClr val="EE0000"/>
              </a:solidFill>
              <a:latin typeface="Red Hat Display Medium"/>
              <a:ea typeface="Red Hat Display Medium"/>
              <a:cs typeface="Red Hat Display Medium"/>
              <a:sym typeface="Red Hat Display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68"/>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Common R</a:t>
            </a:r>
            <a:r>
              <a:rPr lang="en"/>
              <a:t>isks</a:t>
            </a:r>
            <a:endParaRPr/>
          </a:p>
        </p:txBody>
      </p:sp>
      <p:sp>
        <p:nvSpPr>
          <p:cNvPr id="936" name="Google Shape;936;p68"/>
          <p:cNvSpPr txBox="1"/>
          <p:nvPr>
            <p:ph idx="2"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Things to be </a:t>
            </a:r>
            <a:r>
              <a:rPr lang="en"/>
              <a:t>wary</a:t>
            </a:r>
            <a:r>
              <a:rPr lang="en"/>
              <a:t> of when scoping or delivering this solution </a:t>
            </a:r>
            <a:r>
              <a:rPr lang="en"/>
              <a:t>which</a:t>
            </a:r>
            <a:r>
              <a:rPr lang="en"/>
              <a:t> indicate possible future failure</a:t>
            </a:r>
            <a:endParaRPr/>
          </a:p>
        </p:txBody>
      </p:sp>
      <p:sp>
        <p:nvSpPr>
          <p:cNvPr id="937" name="Google Shape;937;p68"/>
          <p:cNvSpPr txBox="1"/>
          <p:nvPr>
            <p:ph idx="4" type="body"/>
          </p:nvPr>
        </p:nvSpPr>
        <p:spPr>
          <a:xfrm>
            <a:off x="786400" y="1714500"/>
            <a:ext cx="7571400" cy="3054600"/>
          </a:xfrm>
          <a:prstGeom prst="rect">
            <a:avLst/>
          </a:prstGeom>
        </p:spPr>
        <p:txBody>
          <a:bodyPr anchorCtr="0" anchor="t" bIns="0" lIns="0" spcFirstLastPara="1" rIns="0" wrap="square" tIns="0">
            <a:noAutofit/>
          </a:bodyPr>
          <a:lstStyle/>
          <a:p>
            <a:pPr indent="-317500" lvl="0" marL="457200" rtl="0" algn="l">
              <a:lnSpc>
                <a:spcPct val="115000"/>
              </a:lnSpc>
              <a:spcBef>
                <a:spcPts val="400"/>
              </a:spcBef>
              <a:spcAft>
                <a:spcPts val="0"/>
              </a:spcAft>
              <a:buSzPts val="1400"/>
              <a:buChar char="▸"/>
            </a:pPr>
            <a:r>
              <a:rPr lang="en">
                <a:solidFill>
                  <a:schemeClr val="dk1"/>
                </a:solidFill>
              </a:rPr>
              <a:t>Application owners not involved/ included in scoping</a:t>
            </a:r>
            <a:endParaRPr>
              <a:solidFill>
                <a:schemeClr val="dk1"/>
              </a:solidFill>
            </a:endParaRPr>
          </a:p>
          <a:p>
            <a:pPr indent="-317500" lvl="0" marL="457200" rtl="0" algn="l">
              <a:lnSpc>
                <a:spcPct val="115000"/>
              </a:lnSpc>
              <a:spcBef>
                <a:spcPts val="400"/>
              </a:spcBef>
              <a:spcAft>
                <a:spcPts val="0"/>
              </a:spcAft>
              <a:buSzPts val="1400"/>
              <a:buChar char="▸"/>
            </a:pPr>
            <a:r>
              <a:rPr lang="en">
                <a:solidFill>
                  <a:schemeClr val="dk1"/>
                </a:solidFill>
              </a:rPr>
              <a:t>Security-Compliance not involved / included in scoping</a:t>
            </a:r>
            <a:endParaRPr>
              <a:solidFill>
                <a:schemeClr val="dk1"/>
              </a:solidFill>
            </a:endParaRPr>
          </a:p>
          <a:p>
            <a:pPr indent="-317500" lvl="1" marL="914400" rtl="0" algn="l">
              <a:lnSpc>
                <a:spcPct val="115000"/>
              </a:lnSpc>
              <a:spcBef>
                <a:spcPts val="400"/>
              </a:spcBef>
              <a:spcAft>
                <a:spcPts val="0"/>
              </a:spcAft>
              <a:buClr>
                <a:schemeClr val="dk1"/>
              </a:buClr>
              <a:buSzPts val="1400"/>
              <a:buChar char="･"/>
            </a:pPr>
            <a:r>
              <a:rPr b="1" lang="en">
                <a:solidFill>
                  <a:srgbClr val="F1C232"/>
                </a:solidFill>
              </a:rPr>
              <a:t>WARNING</a:t>
            </a:r>
            <a:r>
              <a:rPr lang="en">
                <a:solidFill>
                  <a:schemeClr val="dk1"/>
                </a:solidFill>
              </a:rPr>
              <a:t>: This is a yellow flag. The customer may only be partially successful and not see the full benefit. This may lead to dissatisfaction</a:t>
            </a:r>
            <a:endParaRPr>
              <a:solidFill>
                <a:schemeClr val="dk1"/>
              </a:solidFill>
            </a:endParaRPr>
          </a:p>
          <a:p>
            <a:pPr indent="-317500" lvl="0" marL="457200" rtl="0" algn="l">
              <a:lnSpc>
                <a:spcPct val="115000"/>
              </a:lnSpc>
              <a:spcBef>
                <a:spcPts val="400"/>
              </a:spcBef>
              <a:spcAft>
                <a:spcPts val="0"/>
              </a:spcAft>
              <a:buSzPts val="1400"/>
              <a:buChar char="▸"/>
            </a:pPr>
            <a:r>
              <a:rPr lang="en">
                <a:solidFill>
                  <a:schemeClr val="dk1"/>
                </a:solidFill>
              </a:rPr>
              <a:t>Client not turning around infrastructure requests during engagement in timely manner (e.g. network, firewall, storage requests)</a:t>
            </a:r>
            <a:endParaRPr>
              <a:solidFill>
                <a:schemeClr val="dk1"/>
              </a:solidFill>
            </a:endParaRPr>
          </a:p>
          <a:p>
            <a:pPr indent="-317500" lvl="0" marL="457200" rtl="0" algn="l">
              <a:lnSpc>
                <a:spcPct val="115000"/>
              </a:lnSpc>
              <a:spcBef>
                <a:spcPts val="400"/>
              </a:spcBef>
              <a:spcAft>
                <a:spcPts val="0"/>
              </a:spcAft>
              <a:buSzPts val="1400"/>
              <a:buChar char="▸"/>
            </a:pPr>
            <a:r>
              <a:rPr lang="en">
                <a:solidFill>
                  <a:schemeClr val="dk1"/>
                </a:solidFill>
              </a:rPr>
              <a:t>Client policies and processes not discussed and/or completely understood during presales and then causing blockers or scope creep during delivery</a:t>
            </a:r>
            <a:endParaRPr>
              <a:solidFill>
                <a:schemeClr val="dk1"/>
              </a:solidFill>
            </a:endParaRPr>
          </a:p>
          <a:p>
            <a:pPr indent="-317500" lvl="1" marL="914400" rtl="0" algn="l">
              <a:lnSpc>
                <a:spcPct val="115000"/>
              </a:lnSpc>
              <a:spcBef>
                <a:spcPts val="400"/>
              </a:spcBef>
              <a:spcAft>
                <a:spcPts val="400"/>
              </a:spcAft>
              <a:buClr>
                <a:schemeClr val="dk1"/>
              </a:buClr>
              <a:buSzPts val="1400"/>
              <a:buChar char="･"/>
            </a:pPr>
            <a:r>
              <a:rPr lang="en">
                <a:solidFill>
                  <a:schemeClr val="dk1"/>
                </a:solidFill>
              </a:rPr>
              <a:t>Security or Compliance teams not being engaged during presales and then showing up part way through delivery with a bunch of requirements that weren’t in scope (e.g.- Security certification required for chosen SOE) </a:t>
            </a:r>
            <a:endParaRPr/>
          </a:p>
        </p:txBody>
      </p:sp>
      <p:sp>
        <p:nvSpPr>
          <p:cNvPr id="938" name="Google Shape;938;p68"/>
          <p:cNvSpPr txBox="1"/>
          <p:nvPr/>
        </p:nvSpPr>
        <p:spPr>
          <a:xfrm>
            <a:off x="331200" y="0"/>
            <a:ext cx="2986200" cy="661500"/>
          </a:xfrm>
          <a:prstGeom prst="rect">
            <a:avLst/>
          </a:prstGeom>
          <a:noFill/>
          <a:ln>
            <a:noFill/>
          </a:ln>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accent1"/>
                </a:solidFill>
                <a:latin typeface="Red Hat Display Medium"/>
                <a:ea typeface="Red Hat Display Medium"/>
                <a:cs typeface="Red Hat Display Medium"/>
                <a:sym typeface="Red Hat Display Medium"/>
              </a:rPr>
              <a:t>Red Hat Infrastructure Standard Adoption Model</a:t>
            </a:r>
            <a:endParaRPr sz="800">
              <a:solidFill>
                <a:srgbClr val="EE0000"/>
              </a:solidFill>
              <a:latin typeface="Red Hat Display Medium"/>
              <a:ea typeface="Red Hat Display Medium"/>
              <a:cs typeface="Red Hat Display Medium"/>
              <a:sym typeface="Red Hat Display Medium"/>
            </a:endParaRPr>
          </a:p>
        </p:txBody>
      </p:sp>
      <p:pic>
        <p:nvPicPr>
          <p:cNvPr id="939" name="Google Shape;939;p68"/>
          <p:cNvPicPr preferRelativeResize="0"/>
          <p:nvPr/>
        </p:nvPicPr>
        <p:blipFill rotWithShape="1">
          <a:blip r:embed="rId3">
            <a:alphaModFix/>
          </a:blip>
          <a:srcRect b="0" l="0" r="0" t="0"/>
          <a:stretch/>
        </p:blipFill>
        <p:spPr>
          <a:xfrm>
            <a:off x="4267240" y="194171"/>
            <a:ext cx="609525" cy="609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69"/>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Assumptions &amp; Prerequisites</a:t>
            </a:r>
            <a:endParaRPr/>
          </a:p>
        </p:txBody>
      </p:sp>
      <p:sp>
        <p:nvSpPr>
          <p:cNvPr id="945" name="Google Shape;945;p69"/>
          <p:cNvSpPr txBox="1"/>
          <p:nvPr>
            <p:ph idx="2"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Standard in this solution that should be discussed and cleared with the Client</a:t>
            </a:r>
            <a:endParaRPr/>
          </a:p>
        </p:txBody>
      </p:sp>
      <p:sp>
        <p:nvSpPr>
          <p:cNvPr id="946" name="Google Shape;946;p69"/>
          <p:cNvSpPr txBox="1"/>
          <p:nvPr>
            <p:ph idx="3" type="subTitle"/>
          </p:nvPr>
        </p:nvSpPr>
        <p:spPr>
          <a:xfrm>
            <a:off x="663788" y="4627163"/>
            <a:ext cx="6001800" cy="420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See specific flavor 3pt scope for detailed assumptions</a:t>
            </a:r>
            <a:endParaRPr/>
          </a:p>
        </p:txBody>
      </p:sp>
      <p:sp>
        <p:nvSpPr>
          <p:cNvPr id="947" name="Google Shape;947;p69"/>
          <p:cNvSpPr txBox="1"/>
          <p:nvPr>
            <p:ph idx="4" type="body"/>
          </p:nvPr>
        </p:nvSpPr>
        <p:spPr>
          <a:xfrm>
            <a:off x="589500" y="1719275"/>
            <a:ext cx="3982500" cy="2603700"/>
          </a:xfrm>
          <a:prstGeom prst="rect">
            <a:avLst/>
          </a:prstGeom>
        </p:spPr>
        <p:txBody>
          <a:bodyPr anchorCtr="0" anchor="t" bIns="0" lIns="0" spcFirstLastPara="1" rIns="0" wrap="square" tIns="0">
            <a:noAutofit/>
          </a:bodyPr>
          <a:lstStyle/>
          <a:p>
            <a:pPr indent="-285750" lvl="0" marL="457200" rtl="0" algn="l">
              <a:spcBef>
                <a:spcPts val="800"/>
              </a:spcBef>
              <a:spcAft>
                <a:spcPts val="0"/>
              </a:spcAft>
              <a:buSzPts val="900"/>
              <a:buChar char="▸"/>
            </a:pPr>
            <a:r>
              <a:rPr lang="en" sz="900">
                <a:solidFill>
                  <a:schemeClr val="dk1"/>
                </a:solidFill>
              </a:rPr>
              <a:t>Client completes Architect provided prerequisites checklist</a:t>
            </a:r>
            <a:endParaRPr sz="900">
              <a:solidFill>
                <a:schemeClr val="dk1"/>
              </a:solidFill>
            </a:endParaRPr>
          </a:p>
          <a:p>
            <a:pPr indent="-285750" lvl="0" marL="457200" rtl="0" algn="l">
              <a:spcBef>
                <a:spcPts val="0"/>
              </a:spcBef>
              <a:spcAft>
                <a:spcPts val="0"/>
              </a:spcAft>
              <a:buSzPts val="900"/>
              <a:buChar char="▸"/>
            </a:pPr>
            <a:r>
              <a:rPr lang="en" sz="900">
                <a:solidFill>
                  <a:schemeClr val="dk1"/>
                </a:solidFill>
              </a:rPr>
              <a:t>Client personnel will be available</a:t>
            </a:r>
            <a:endParaRPr sz="900">
              <a:solidFill>
                <a:schemeClr val="dk1"/>
              </a:solidFill>
            </a:endParaRPr>
          </a:p>
          <a:p>
            <a:pPr indent="-285750" lvl="0" marL="457200" rtl="0" algn="l">
              <a:spcBef>
                <a:spcPts val="0"/>
              </a:spcBef>
              <a:spcAft>
                <a:spcPts val="0"/>
              </a:spcAft>
              <a:buSzPts val="900"/>
              <a:buChar char="▸"/>
            </a:pPr>
            <a:r>
              <a:rPr lang="en" sz="900">
                <a:solidFill>
                  <a:schemeClr val="dk1"/>
                </a:solidFill>
              </a:rPr>
              <a:t>Will be a connected install</a:t>
            </a:r>
            <a:endParaRPr sz="900">
              <a:solidFill>
                <a:schemeClr val="dk1"/>
              </a:solidFill>
            </a:endParaRPr>
          </a:p>
          <a:p>
            <a:pPr indent="-285750" lvl="1" marL="914400" rtl="0" algn="l">
              <a:spcBef>
                <a:spcPts val="0"/>
              </a:spcBef>
              <a:spcAft>
                <a:spcPts val="0"/>
              </a:spcAft>
              <a:buSzPts val="900"/>
              <a:buChar char="･"/>
            </a:pPr>
            <a:r>
              <a:rPr lang="en" sz="900">
                <a:solidFill>
                  <a:schemeClr val="dk1"/>
                </a:solidFill>
              </a:rPr>
              <a:t>See Disconnected scoping options if need disconnected</a:t>
            </a:r>
            <a:endParaRPr sz="900">
              <a:solidFill>
                <a:schemeClr val="dk1"/>
              </a:solidFill>
            </a:endParaRPr>
          </a:p>
          <a:p>
            <a:pPr indent="-285750" lvl="0" marL="457200" rtl="0" algn="l">
              <a:spcBef>
                <a:spcPts val="0"/>
              </a:spcBef>
              <a:spcAft>
                <a:spcPts val="0"/>
              </a:spcAft>
              <a:buSzPts val="900"/>
              <a:buChar char="▸"/>
            </a:pPr>
            <a:r>
              <a:rPr lang="en" sz="900"/>
              <a:t>AAP Requirements</a:t>
            </a:r>
            <a:endParaRPr sz="900"/>
          </a:p>
          <a:p>
            <a:pPr indent="-285750" lvl="0" marL="457200" rtl="0" algn="l">
              <a:spcBef>
                <a:spcPts val="0"/>
              </a:spcBef>
              <a:spcAft>
                <a:spcPts val="0"/>
              </a:spcAft>
              <a:buSzPts val="900"/>
              <a:buChar char="▸"/>
            </a:pPr>
            <a:r>
              <a:rPr lang="en" sz="900"/>
              <a:t>***Identity Management Requirements in a AD Domain environment.</a:t>
            </a:r>
            <a:endParaRPr sz="900"/>
          </a:p>
          <a:p>
            <a:pPr indent="-285750" lvl="0" marL="457200" rtl="0" algn="l">
              <a:spcBef>
                <a:spcPts val="0"/>
              </a:spcBef>
              <a:spcAft>
                <a:spcPts val="0"/>
              </a:spcAft>
              <a:buSzPts val="900"/>
              <a:buChar char="▸"/>
            </a:pPr>
            <a:r>
              <a:rPr lang="en" sz="900"/>
              <a:t>Satellite requirements</a:t>
            </a:r>
            <a:endParaRPr sz="900"/>
          </a:p>
          <a:p>
            <a:pPr indent="-285750" lvl="1" marL="914400" rtl="0" algn="l">
              <a:spcBef>
                <a:spcPts val="0"/>
              </a:spcBef>
              <a:spcAft>
                <a:spcPts val="0"/>
              </a:spcAft>
              <a:buSzPts val="900"/>
              <a:buChar char="･"/>
            </a:pPr>
            <a:r>
              <a:rPr lang="en" sz="900"/>
              <a:t>Capsules requirements and networks</a:t>
            </a:r>
            <a:endParaRPr sz="900"/>
          </a:p>
          <a:p>
            <a:pPr indent="-285750" lvl="1" marL="914400" rtl="0" algn="l">
              <a:spcBef>
                <a:spcPts val="0"/>
              </a:spcBef>
              <a:spcAft>
                <a:spcPts val="0"/>
              </a:spcAft>
              <a:buSzPts val="900"/>
              <a:buChar char="･"/>
            </a:pPr>
            <a:r>
              <a:rPr lang="en" sz="900"/>
              <a:t>Disconnected environments</a:t>
            </a:r>
            <a:endParaRPr sz="900"/>
          </a:p>
          <a:p>
            <a:pPr indent="-285750" lvl="1" marL="914400" rtl="0" algn="l">
              <a:spcBef>
                <a:spcPts val="0"/>
              </a:spcBef>
              <a:spcAft>
                <a:spcPts val="0"/>
              </a:spcAft>
              <a:buSzPts val="900"/>
              <a:buChar char="･"/>
            </a:pPr>
            <a:r>
              <a:rPr lang="en" sz="900"/>
              <a:t>Connection to Insights</a:t>
            </a:r>
            <a:endParaRPr sz="900"/>
          </a:p>
          <a:p>
            <a:pPr indent="-285750" lvl="0" marL="457200" rtl="0" algn="l">
              <a:spcBef>
                <a:spcPts val="0"/>
              </a:spcBef>
              <a:spcAft>
                <a:spcPts val="0"/>
              </a:spcAft>
              <a:buSzPts val="900"/>
              <a:buChar char="▸"/>
            </a:pPr>
            <a:r>
              <a:rPr lang="en" sz="900"/>
              <a:t>Red Hat Enterprise Linux Systems unless otherwise requested</a:t>
            </a:r>
            <a:endParaRPr sz="900"/>
          </a:p>
          <a:p>
            <a:pPr indent="-285750" lvl="0" marL="457200" rtl="0" algn="l">
              <a:spcBef>
                <a:spcPts val="0"/>
              </a:spcBef>
              <a:spcAft>
                <a:spcPts val="0"/>
              </a:spcAft>
              <a:buSzPts val="900"/>
              <a:buChar char="▸"/>
            </a:pPr>
            <a:r>
              <a:rPr lang="en" sz="900"/>
              <a:t>Hybrid Cloud targets are supported.</a:t>
            </a:r>
            <a:endParaRPr sz="900"/>
          </a:p>
          <a:p>
            <a:pPr indent="0" lvl="0" marL="0" rtl="0" algn="l">
              <a:spcBef>
                <a:spcPts val="800"/>
              </a:spcBef>
              <a:spcAft>
                <a:spcPts val="800"/>
              </a:spcAft>
              <a:buNone/>
            </a:pPr>
            <a:r>
              <a:t/>
            </a:r>
            <a:endParaRPr sz="900"/>
          </a:p>
        </p:txBody>
      </p:sp>
      <p:sp>
        <p:nvSpPr>
          <p:cNvPr id="948" name="Google Shape;948;p69"/>
          <p:cNvSpPr txBox="1"/>
          <p:nvPr>
            <p:ph idx="4" type="body"/>
          </p:nvPr>
        </p:nvSpPr>
        <p:spPr>
          <a:xfrm>
            <a:off x="4522725" y="1773625"/>
            <a:ext cx="3982500" cy="2424600"/>
          </a:xfrm>
          <a:prstGeom prst="rect">
            <a:avLst/>
          </a:prstGeom>
        </p:spPr>
        <p:txBody>
          <a:bodyPr anchorCtr="0" anchor="t" bIns="0" lIns="0" spcFirstLastPara="1" rIns="0" wrap="square" tIns="0">
            <a:noAutofit/>
          </a:bodyPr>
          <a:lstStyle/>
          <a:p>
            <a:pPr indent="-285750" lvl="0" marL="457200" rtl="0" algn="l">
              <a:spcBef>
                <a:spcPts val="800"/>
              </a:spcBef>
              <a:spcAft>
                <a:spcPts val="0"/>
              </a:spcAft>
              <a:buSzPts val="900"/>
              <a:buChar char="▸"/>
            </a:pPr>
            <a:r>
              <a:rPr lang="en" sz="900"/>
              <a:t>If using rhis-builder, bootstrap target is supported</a:t>
            </a:r>
            <a:endParaRPr sz="900"/>
          </a:p>
          <a:p>
            <a:pPr indent="-285750" lvl="1" marL="914400" rtl="0" algn="l">
              <a:spcBef>
                <a:spcPts val="0"/>
              </a:spcBef>
              <a:spcAft>
                <a:spcPts val="0"/>
              </a:spcAft>
              <a:buSzPts val="900"/>
              <a:buChar char="･"/>
            </a:pPr>
            <a:r>
              <a:rPr lang="en" sz="900"/>
              <a:t>currently VMware, AWS and </a:t>
            </a:r>
            <a:r>
              <a:rPr lang="en" sz="900"/>
              <a:t>bare metal</a:t>
            </a:r>
            <a:r>
              <a:rPr lang="en" sz="900"/>
              <a:t>.</a:t>
            </a:r>
            <a:endParaRPr sz="900"/>
          </a:p>
          <a:p>
            <a:pPr indent="-285750" lvl="0" marL="457200" rtl="0" algn="l">
              <a:spcBef>
                <a:spcPts val="0"/>
              </a:spcBef>
              <a:spcAft>
                <a:spcPts val="0"/>
              </a:spcAft>
              <a:buSzPts val="900"/>
              <a:buChar char="▸"/>
            </a:pPr>
            <a:r>
              <a:t/>
            </a:r>
            <a:endParaRPr sz="900"/>
          </a:p>
        </p:txBody>
      </p:sp>
      <p:sp>
        <p:nvSpPr>
          <p:cNvPr id="949" name="Google Shape;949;p69"/>
          <p:cNvSpPr txBox="1"/>
          <p:nvPr/>
        </p:nvSpPr>
        <p:spPr>
          <a:xfrm>
            <a:off x="331200" y="0"/>
            <a:ext cx="2986200" cy="661500"/>
          </a:xfrm>
          <a:prstGeom prst="rect">
            <a:avLst/>
          </a:prstGeom>
          <a:noFill/>
          <a:ln>
            <a:noFill/>
          </a:ln>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accent1"/>
                </a:solidFill>
                <a:latin typeface="Red Hat Display Medium"/>
                <a:ea typeface="Red Hat Display Medium"/>
                <a:cs typeface="Red Hat Display Medium"/>
                <a:sym typeface="Red Hat Display Medium"/>
              </a:rPr>
              <a:t>Red Hat Infrastructure Standard Adoption Model</a:t>
            </a:r>
            <a:endParaRPr sz="800">
              <a:solidFill>
                <a:srgbClr val="EE0000"/>
              </a:solidFill>
              <a:latin typeface="Red Hat Display Medium"/>
              <a:ea typeface="Red Hat Display Medium"/>
              <a:cs typeface="Red Hat Display Medium"/>
              <a:sym typeface="Red Hat Display Medium"/>
            </a:endParaRPr>
          </a:p>
        </p:txBody>
      </p:sp>
      <p:pic>
        <p:nvPicPr>
          <p:cNvPr id="950" name="Google Shape;950;p69"/>
          <p:cNvPicPr preferRelativeResize="0"/>
          <p:nvPr/>
        </p:nvPicPr>
        <p:blipFill rotWithShape="1">
          <a:blip r:embed="rId3">
            <a:alphaModFix/>
          </a:blip>
          <a:srcRect b="0" l="0" r="0" t="0"/>
          <a:stretch/>
        </p:blipFill>
        <p:spPr>
          <a:xfrm>
            <a:off x="4267240" y="194171"/>
            <a:ext cx="609525" cy="6095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70"/>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Conversation Points</a:t>
            </a:r>
            <a:endParaRPr/>
          </a:p>
        </p:txBody>
      </p:sp>
      <p:sp>
        <p:nvSpPr>
          <p:cNvPr id="956" name="Google Shape;956;p70"/>
          <p:cNvSpPr txBox="1"/>
          <p:nvPr>
            <p:ph idx="2"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Conversation drivers for</a:t>
            </a:r>
            <a:r>
              <a:rPr lang="en"/>
              <a:t> </a:t>
            </a:r>
            <a:r>
              <a:rPr lang="en"/>
              <a:t>clients who </a:t>
            </a:r>
            <a:r>
              <a:rPr lang="en"/>
              <a:t>have</a:t>
            </a:r>
            <a:r>
              <a:rPr b="1" lang="en"/>
              <a:t> Developer Focused Concerns</a:t>
            </a:r>
            <a:endParaRPr b="1"/>
          </a:p>
        </p:txBody>
      </p:sp>
      <p:pic>
        <p:nvPicPr>
          <p:cNvPr id="957" name="Google Shape;957;p70"/>
          <p:cNvPicPr preferRelativeResize="0"/>
          <p:nvPr/>
        </p:nvPicPr>
        <p:blipFill rotWithShape="1">
          <a:blip r:embed="rId3">
            <a:alphaModFix/>
          </a:blip>
          <a:srcRect b="0" l="0" r="0" t="0"/>
          <a:stretch/>
        </p:blipFill>
        <p:spPr>
          <a:xfrm>
            <a:off x="4312612" y="306500"/>
            <a:ext cx="518775" cy="518775"/>
          </a:xfrm>
          <a:prstGeom prst="rect">
            <a:avLst/>
          </a:prstGeom>
          <a:noFill/>
          <a:ln>
            <a:noFill/>
          </a:ln>
        </p:spPr>
      </p:pic>
      <p:sp>
        <p:nvSpPr>
          <p:cNvPr id="958" name="Google Shape;958;p70"/>
          <p:cNvSpPr txBox="1"/>
          <p:nvPr/>
        </p:nvSpPr>
        <p:spPr>
          <a:xfrm>
            <a:off x="331200" y="0"/>
            <a:ext cx="2986200" cy="661500"/>
          </a:xfrm>
          <a:prstGeom prst="rect">
            <a:avLst/>
          </a:prstGeom>
          <a:noFill/>
          <a:ln>
            <a:noFill/>
          </a:ln>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accent1"/>
                </a:solidFill>
                <a:latin typeface="Red Hat Display Medium"/>
                <a:ea typeface="Red Hat Display Medium"/>
                <a:cs typeface="Red Hat Display Medium"/>
                <a:sym typeface="Red Hat Display Medium"/>
              </a:rPr>
              <a:t>Red Hat Infrastructure Standard Adoption Model</a:t>
            </a:r>
            <a:endParaRPr sz="800">
              <a:solidFill>
                <a:srgbClr val="EE0000"/>
              </a:solidFill>
              <a:latin typeface="Red Hat Display Medium"/>
              <a:ea typeface="Red Hat Display Medium"/>
              <a:cs typeface="Red Hat Display Medium"/>
              <a:sym typeface="Red Hat Display Medium"/>
            </a:endParaRPr>
          </a:p>
        </p:txBody>
      </p:sp>
      <p:graphicFrame>
        <p:nvGraphicFramePr>
          <p:cNvPr id="959" name="Google Shape;959;p70"/>
          <p:cNvGraphicFramePr/>
          <p:nvPr/>
        </p:nvGraphicFramePr>
        <p:xfrm>
          <a:off x="461263" y="2204497"/>
          <a:ext cx="3000000" cy="3000000"/>
        </p:xfrm>
        <a:graphic>
          <a:graphicData uri="http://schemas.openxmlformats.org/drawingml/2006/table">
            <a:tbl>
              <a:tblPr>
                <a:noFill/>
                <a:tableStyleId>{3EF19856-6AA4-499F-A811-4833F58B4A36}</a:tableStyleId>
              </a:tblPr>
              <a:tblGrid>
                <a:gridCol w="3263775"/>
                <a:gridCol w="5067700"/>
              </a:tblGrid>
              <a:tr h="243275">
                <a:tc>
                  <a:txBody>
                    <a:bodyPr/>
                    <a:lstStyle/>
                    <a:p>
                      <a:pPr indent="0" lvl="0" marL="0" rtl="0" algn="ctr">
                        <a:spcBef>
                          <a:spcPts val="0"/>
                        </a:spcBef>
                        <a:spcAft>
                          <a:spcPts val="0"/>
                        </a:spcAft>
                        <a:buNone/>
                      </a:pPr>
                      <a:r>
                        <a:rPr lang="en" sz="900">
                          <a:solidFill>
                            <a:srgbClr val="FFFFFF"/>
                          </a:solidFill>
                          <a:latin typeface="Red Hat Display"/>
                          <a:ea typeface="Red Hat Display"/>
                          <a:cs typeface="Red Hat Display"/>
                          <a:sym typeface="Red Hat Display"/>
                        </a:rPr>
                        <a:t>Objectives</a:t>
                      </a:r>
                      <a:endParaRPr b="1" sz="900">
                        <a:solidFill>
                          <a:srgbClr val="FFFFFF"/>
                        </a:solidFill>
                        <a:latin typeface="Red Hat Display"/>
                        <a:ea typeface="Red Hat Display"/>
                        <a:cs typeface="Red Hat Display"/>
                        <a:sym typeface="Red Hat Display"/>
                      </a:endParaRPr>
                    </a:p>
                  </a:txBody>
                  <a:tcPr marT="0" marB="0" marR="45700" marL="45700" anchor="ctr">
                    <a:lnL cap="flat" cmpd="sng" w="9525">
                      <a:solidFill>
                        <a:srgbClr val="0499C5"/>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499C5"/>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900">
                          <a:solidFill>
                            <a:srgbClr val="FFFFFF"/>
                          </a:solidFill>
                          <a:latin typeface="Red Hat Display"/>
                          <a:ea typeface="Red Hat Display"/>
                          <a:cs typeface="Red Hat Display"/>
                          <a:sym typeface="Red Hat Display"/>
                        </a:rPr>
                        <a:t>Knowledge</a:t>
                      </a:r>
                      <a:r>
                        <a:rPr lang="en" sz="900">
                          <a:solidFill>
                            <a:srgbClr val="FFFFFF"/>
                          </a:solidFill>
                          <a:latin typeface="Red Hat Display"/>
                          <a:ea typeface="Red Hat Display"/>
                          <a:cs typeface="Red Hat Display"/>
                          <a:sym typeface="Red Hat Display"/>
                        </a:rPr>
                        <a:t> Drop</a:t>
                      </a:r>
                      <a:endParaRPr sz="900">
                        <a:solidFill>
                          <a:srgbClr val="FFFFFF"/>
                        </a:solidFill>
                        <a:latin typeface="Red Hat Display"/>
                        <a:ea typeface="Red Hat Display"/>
                        <a:cs typeface="Red Hat Display"/>
                        <a:sym typeface="Red Hat Display"/>
                      </a:endParaRPr>
                    </a:p>
                  </a:txBody>
                  <a:tcPr marT="0" marB="0" marR="45700" marL="45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499C5"/>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579100">
                <a:tc>
                  <a:txBody>
                    <a:bodyPr/>
                    <a:lstStyle/>
                    <a:p>
                      <a:pPr indent="-149860" lvl="0" marL="137160" marR="0" rtl="0" algn="l">
                        <a:lnSpc>
                          <a:spcPct val="100000"/>
                        </a:lnSpc>
                        <a:spcBef>
                          <a:spcPts val="0"/>
                        </a:spcBef>
                        <a:spcAft>
                          <a:spcPts val="0"/>
                        </a:spcAft>
                        <a:buClr>
                          <a:srgbClr val="000000"/>
                        </a:buClr>
                        <a:buSzPts val="1100"/>
                        <a:buFont typeface="Red Hat Text"/>
                        <a:buChar char="•"/>
                      </a:pPr>
                      <a:r>
                        <a:rPr lang="en" sz="1100">
                          <a:solidFill>
                            <a:srgbClr val="000000"/>
                          </a:solidFill>
                          <a:latin typeface="Red Hat Text"/>
                          <a:ea typeface="Red Hat Text"/>
                          <a:cs typeface="Red Hat Text"/>
                          <a:sym typeface="Red Hat Text"/>
                        </a:rPr>
                        <a:t>I want to keep apps running and stable</a:t>
                      </a:r>
                      <a:endParaRPr sz="1100">
                        <a:solidFill>
                          <a:srgbClr val="000000"/>
                        </a:solidFill>
                        <a:latin typeface="Red Hat Text"/>
                        <a:ea typeface="Red Hat Text"/>
                        <a:cs typeface="Red Hat Text"/>
                        <a:sym typeface="Red Hat Text"/>
                      </a:endParaRPr>
                    </a:p>
                    <a:p>
                      <a:pPr indent="-149860" lvl="0" marL="137160" marR="0" rtl="0" algn="l">
                        <a:lnSpc>
                          <a:spcPct val="100000"/>
                        </a:lnSpc>
                        <a:spcBef>
                          <a:spcPts val="0"/>
                        </a:spcBef>
                        <a:spcAft>
                          <a:spcPts val="0"/>
                        </a:spcAft>
                        <a:buClr>
                          <a:srgbClr val="000000"/>
                        </a:buClr>
                        <a:buSzPts val="1100"/>
                        <a:buFont typeface="Red Hat Text"/>
                        <a:buChar char="•"/>
                      </a:pPr>
                      <a:r>
                        <a:rPr lang="en" sz="1100">
                          <a:solidFill>
                            <a:srgbClr val="000000"/>
                          </a:solidFill>
                          <a:latin typeface="Red Hat Text"/>
                          <a:ea typeface="Red Hat Text"/>
                          <a:cs typeface="Red Hat Text"/>
                          <a:sym typeface="Red Hat Text"/>
                        </a:rPr>
                        <a:t>Reduce the risk of problems occurring during </a:t>
                      </a:r>
                      <a:r>
                        <a:rPr lang="en" sz="1100">
                          <a:latin typeface="Red Hat Text"/>
                          <a:ea typeface="Red Hat Text"/>
                          <a:cs typeface="Red Hat Text"/>
                          <a:sym typeface="Red Hat Text"/>
                        </a:rPr>
                        <a:t>application development</a:t>
                      </a:r>
                      <a:endParaRPr sz="1100">
                        <a:solidFill>
                          <a:srgbClr val="000000"/>
                        </a:solidFill>
                        <a:latin typeface="Red Hat Text"/>
                        <a:ea typeface="Red Hat Text"/>
                        <a:cs typeface="Red Hat Text"/>
                        <a:sym typeface="Red Hat Text"/>
                      </a:endParaRPr>
                    </a:p>
                    <a:p>
                      <a:pPr indent="-149860" lvl="0" marL="137160" marR="0" rtl="0" algn="l">
                        <a:lnSpc>
                          <a:spcPct val="100000"/>
                        </a:lnSpc>
                        <a:spcBef>
                          <a:spcPts val="0"/>
                        </a:spcBef>
                        <a:spcAft>
                          <a:spcPts val="0"/>
                        </a:spcAft>
                        <a:buClr>
                          <a:srgbClr val="000000"/>
                        </a:buClr>
                        <a:buSzPts val="1100"/>
                        <a:buFont typeface="Red Hat Text"/>
                        <a:buChar char="•"/>
                      </a:pPr>
                      <a:r>
                        <a:rPr lang="en" sz="1100">
                          <a:solidFill>
                            <a:srgbClr val="000000"/>
                          </a:solidFill>
                          <a:latin typeface="Red Hat Text"/>
                          <a:ea typeface="Red Hat Text"/>
                          <a:cs typeface="Red Hat Text"/>
                          <a:sym typeface="Red Hat Text"/>
                        </a:rPr>
                        <a:t>Ensure our applications are running on the most recent versions of RHEL with the newest features</a:t>
                      </a:r>
                      <a:endParaRPr sz="1100">
                        <a:solidFill>
                          <a:srgbClr val="000000"/>
                        </a:solidFill>
                        <a:latin typeface="Red Hat Text"/>
                        <a:ea typeface="Red Hat Text"/>
                        <a:cs typeface="Red Hat Text"/>
                        <a:sym typeface="Red Hat Text"/>
                      </a:endParaRPr>
                    </a:p>
                    <a:p>
                      <a:pPr indent="-149860" lvl="0" marL="137160" marR="0" rtl="0" algn="l">
                        <a:lnSpc>
                          <a:spcPct val="100000"/>
                        </a:lnSpc>
                        <a:spcBef>
                          <a:spcPts val="0"/>
                        </a:spcBef>
                        <a:spcAft>
                          <a:spcPts val="0"/>
                        </a:spcAft>
                        <a:buClr>
                          <a:srgbClr val="000000"/>
                        </a:buClr>
                        <a:buSzPts val="1100"/>
                        <a:buFont typeface="Red Hat Text"/>
                        <a:buChar char="•"/>
                      </a:pPr>
                      <a:r>
                        <a:rPr lang="en" sz="1100">
                          <a:solidFill>
                            <a:srgbClr val="000000"/>
                          </a:solidFill>
                          <a:latin typeface="Red Hat Text"/>
                          <a:ea typeface="Red Hat Text"/>
                          <a:cs typeface="Red Hat Text"/>
                          <a:sym typeface="Red Hat Text"/>
                        </a:rPr>
                        <a:t>Ensure that we don’t have any OS vulnerabilities that our application could be subject to</a:t>
                      </a:r>
                      <a:endParaRPr sz="1100">
                        <a:solidFill>
                          <a:srgbClr val="000000"/>
                        </a:solidFill>
                        <a:latin typeface="Red Hat Text"/>
                        <a:ea typeface="Red Hat Text"/>
                        <a:cs typeface="Red Hat Text"/>
                        <a:sym typeface="Red Hat Text"/>
                      </a:endParaRPr>
                    </a:p>
                    <a:p>
                      <a:pPr indent="-149860" lvl="0" marL="137160" marR="0" rtl="0" algn="l">
                        <a:lnSpc>
                          <a:spcPct val="100000"/>
                        </a:lnSpc>
                        <a:spcBef>
                          <a:spcPts val="0"/>
                        </a:spcBef>
                        <a:spcAft>
                          <a:spcPts val="0"/>
                        </a:spcAft>
                        <a:buClr>
                          <a:srgbClr val="000000"/>
                        </a:buClr>
                        <a:buSzPts val="1100"/>
                        <a:buFont typeface="Red Hat Text"/>
                        <a:buChar char="•"/>
                      </a:pPr>
                      <a:r>
                        <a:rPr lang="en" sz="1100">
                          <a:solidFill>
                            <a:srgbClr val="000000"/>
                          </a:solidFill>
                          <a:latin typeface="Red Hat Text"/>
                          <a:ea typeface="Red Hat Text"/>
                          <a:cs typeface="Red Hat Text"/>
                          <a:sym typeface="Red Hat Text"/>
                        </a:rPr>
                        <a:t>Reduce the time needed to support the movement and testing for my application</a:t>
                      </a:r>
                      <a:endParaRPr sz="1100">
                        <a:solidFill>
                          <a:srgbClr val="000000"/>
                        </a:solidFill>
                        <a:latin typeface="Red Hat Text"/>
                        <a:ea typeface="Red Hat Text"/>
                        <a:cs typeface="Red Hat Text"/>
                        <a:sym typeface="Red Hat Text"/>
                      </a:endParaRPr>
                    </a:p>
                    <a:p>
                      <a:pPr indent="0" lvl="0" marL="457200" marR="0" rtl="0" algn="l">
                        <a:lnSpc>
                          <a:spcPct val="100000"/>
                        </a:lnSpc>
                        <a:spcBef>
                          <a:spcPts val="0"/>
                        </a:spcBef>
                        <a:spcAft>
                          <a:spcPts val="0"/>
                        </a:spcAft>
                        <a:buNone/>
                      </a:pPr>
                      <a:r>
                        <a:t/>
                      </a:r>
                      <a:endParaRPr sz="1100">
                        <a:solidFill>
                          <a:srgbClr val="000000"/>
                        </a:solidFill>
                        <a:latin typeface="Red Hat Text"/>
                        <a:ea typeface="Red Hat Text"/>
                        <a:cs typeface="Red Hat Text"/>
                        <a:sym typeface="Red Hat Text"/>
                      </a:endParaRPr>
                    </a:p>
                    <a:p>
                      <a:pPr indent="0" lvl="0" marL="0" rtl="0" algn="l">
                        <a:spcBef>
                          <a:spcPts val="0"/>
                        </a:spcBef>
                        <a:spcAft>
                          <a:spcPts val="0"/>
                        </a:spcAft>
                        <a:buNone/>
                      </a:pPr>
                      <a:r>
                        <a:t/>
                      </a:r>
                      <a:endParaRPr sz="1100">
                        <a:solidFill>
                          <a:srgbClr val="000000"/>
                        </a:solidFill>
                        <a:latin typeface="Red Hat Text"/>
                        <a:ea typeface="Red Hat Text"/>
                        <a:cs typeface="Red Hat Text"/>
                        <a:sym typeface="Red Hat Text"/>
                      </a:endParaRPr>
                    </a:p>
                  </a:txBody>
                  <a:tcPr marT="45700" marB="0" marR="45700" marL="457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149860" lvl="0" marL="137160" marR="0" rtl="0" algn="l">
                        <a:lnSpc>
                          <a:spcPct val="100000"/>
                        </a:lnSpc>
                        <a:spcBef>
                          <a:spcPts val="0"/>
                        </a:spcBef>
                        <a:spcAft>
                          <a:spcPts val="0"/>
                        </a:spcAft>
                        <a:buClr>
                          <a:srgbClr val="000000"/>
                        </a:buClr>
                        <a:buSzPts val="1100"/>
                        <a:buFont typeface="Red Hat Text"/>
                        <a:buChar char="•"/>
                      </a:pPr>
                      <a:r>
                        <a:rPr b="1" lang="en" sz="1100">
                          <a:solidFill>
                            <a:srgbClr val="000000"/>
                          </a:solidFill>
                          <a:latin typeface="Red Hat Text"/>
                          <a:ea typeface="Red Hat Text"/>
                          <a:cs typeface="Red Hat Text"/>
                          <a:sym typeface="Red Hat Text"/>
                        </a:rPr>
                        <a:t>Push button capabilities</a:t>
                      </a:r>
                      <a:r>
                        <a:rPr lang="en" sz="1100">
                          <a:solidFill>
                            <a:srgbClr val="000000"/>
                          </a:solidFill>
                          <a:latin typeface="Red Hat Text"/>
                          <a:ea typeface="Red Hat Text"/>
                          <a:cs typeface="Red Hat Text"/>
                          <a:sym typeface="Red Hat Text"/>
                        </a:rPr>
                        <a:t> of the </a:t>
                      </a:r>
                      <a:r>
                        <a:rPr lang="en" sz="1100">
                          <a:latin typeface="Red Hat Text"/>
                          <a:ea typeface="Red Hat Text"/>
                          <a:cs typeface="Red Hat Text"/>
                          <a:sym typeface="Red Hat Text"/>
                        </a:rPr>
                        <a:t>Red Hat Infrastructure Standard Adoption Model </a:t>
                      </a:r>
                      <a:r>
                        <a:rPr lang="en" sz="1100">
                          <a:solidFill>
                            <a:srgbClr val="000000"/>
                          </a:solidFill>
                          <a:latin typeface="Red Hat Text"/>
                          <a:ea typeface="Red Hat Text"/>
                          <a:cs typeface="Red Hat Text"/>
                          <a:sym typeface="Red Hat Text"/>
                        </a:rPr>
                        <a:t>(</a:t>
                      </a:r>
                      <a:r>
                        <a:rPr lang="en" sz="1100">
                          <a:latin typeface="Red Hat Text"/>
                          <a:ea typeface="Red Hat Text"/>
                          <a:cs typeface="Red Hat Text"/>
                          <a:sym typeface="Red Hat Text"/>
                        </a:rPr>
                        <a:t>ISAM</a:t>
                      </a:r>
                      <a:r>
                        <a:rPr lang="en" sz="1100">
                          <a:solidFill>
                            <a:srgbClr val="000000"/>
                          </a:solidFill>
                          <a:latin typeface="Red Hat Text"/>
                          <a:ea typeface="Red Hat Text"/>
                          <a:cs typeface="Red Hat Text"/>
                          <a:sym typeface="Red Hat Text"/>
                        </a:rPr>
                        <a:t>) methodology makes upgrading applications streamlined</a:t>
                      </a:r>
                      <a:endParaRPr sz="1100">
                        <a:solidFill>
                          <a:srgbClr val="000000"/>
                        </a:solidFill>
                        <a:latin typeface="Red Hat Text"/>
                        <a:ea typeface="Red Hat Text"/>
                        <a:cs typeface="Red Hat Text"/>
                        <a:sym typeface="Red Hat Text"/>
                      </a:endParaRPr>
                    </a:p>
                    <a:p>
                      <a:pPr indent="-149860" lvl="0" marL="137160" marR="0" rtl="0" algn="l">
                        <a:lnSpc>
                          <a:spcPct val="100000"/>
                        </a:lnSpc>
                        <a:spcBef>
                          <a:spcPts val="0"/>
                        </a:spcBef>
                        <a:spcAft>
                          <a:spcPts val="0"/>
                        </a:spcAft>
                        <a:buClr>
                          <a:srgbClr val="000000"/>
                        </a:buClr>
                        <a:buSzPts val="1100"/>
                        <a:buFont typeface="Red Hat Text"/>
                        <a:buChar char="•"/>
                      </a:pPr>
                      <a:r>
                        <a:rPr lang="en" sz="1100">
                          <a:solidFill>
                            <a:srgbClr val="000000"/>
                          </a:solidFill>
                          <a:latin typeface="Red Hat Text"/>
                          <a:ea typeface="Red Hat Text"/>
                          <a:cs typeface="Red Hat Text"/>
                          <a:sym typeface="Red Hat Text"/>
                        </a:rPr>
                        <a:t>The Red Hat I</a:t>
                      </a:r>
                      <a:r>
                        <a:rPr lang="en" sz="1100">
                          <a:latin typeface="Red Hat Text"/>
                          <a:ea typeface="Red Hat Text"/>
                          <a:cs typeface="Red Hat Text"/>
                          <a:sym typeface="Red Hat Text"/>
                        </a:rPr>
                        <a:t>SAM</a:t>
                      </a:r>
                      <a:r>
                        <a:rPr lang="en" sz="1100">
                          <a:solidFill>
                            <a:srgbClr val="000000"/>
                          </a:solidFill>
                          <a:latin typeface="Red Hat Text"/>
                          <a:ea typeface="Red Hat Text"/>
                          <a:cs typeface="Red Hat Text"/>
                          <a:sym typeface="Red Hat Text"/>
                        </a:rPr>
                        <a:t> methodology is </a:t>
                      </a:r>
                      <a:r>
                        <a:rPr b="1" lang="en" sz="1100">
                          <a:solidFill>
                            <a:srgbClr val="000000"/>
                          </a:solidFill>
                          <a:latin typeface="Red Hat Text"/>
                          <a:ea typeface="Red Hat Text"/>
                          <a:cs typeface="Red Hat Text"/>
                          <a:sym typeface="Red Hat Text"/>
                        </a:rPr>
                        <a:t>built around 0 cost failure</a:t>
                      </a:r>
                      <a:endParaRPr b="1" sz="1100">
                        <a:solidFill>
                          <a:srgbClr val="000000"/>
                        </a:solidFill>
                        <a:latin typeface="Red Hat Text"/>
                        <a:ea typeface="Red Hat Text"/>
                        <a:cs typeface="Red Hat Text"/>
                        <a:sym typeface="Red Hat Text"/>
                      </a:endParaRPr>
                    </a:p>
                    <a:p>
                      <a:pPr indent="-149860" lvl="0" marL="137160" marR="0" rtl="0" algn="l">
                        <a:lnSpc>
                          <a:spcPct val="100000"/>
                        </a:lnSpc>
                        <a:spcBef>
                          <a:spcPts val="0"/>
                        </a:spcBef>
                        <a:spcAft>
                          <a:spcPts val="0"/>
                        </a:spcAft>
                        <a:buClr>
                          <a:srgbClr val="000000"/>
                        </a:buClr>
                        <a:buSzPts val="1100"/>
                        <a:buFont typeface="Red Hat Text"/>
                        <a:buChar char="•"/>
                      </a:pPr>
                      <a:r>
                        <a:rPr lang="en" sz="1100">
                          <a:solidFill>
                            <a:srgbClr val="000000"/>
                          </a:solidFill>
                          <a:latin typeface="Red Hat Text"/>
                          <a:ea typeface="Red Hat Text"/>
                          <a:cs typeface="Red Hat Text"/>
                          <a:sym typeface="Red Hat Text"/>
                        </a:rPr>
                        <a:t>The Red Hat I</a:t>
                      </a:r>
                      <a:r>
                        <a:rPr lang="en" sz="1100">
                          <a:latin typeface="Red Hat Text"/>
                          <a:ea typeface="Red Hat Text"/>
                          <a:cs typeface="Red Hat Text"/>
                          <a:sym typeface="Red Hat Text"/>
                        </a:rPr>
                        <a:t>SAM</a:t>
                      </a:r>
                      <a:r>
                        <a:rPr lang="en" sz="1100">
                          <a:solidFill>
                            <a:srgbClr val="000000"/>
                          </a:solidFill>
                          <a:latin typeface="Red Hat Text"/>
                          <a:ea typeface="Red Hat Text"/>
                          <a:cs typeface="Red Hat Text"/>
                          <a:sym typeface="Red Hat Text"/>
                        </a:rPr>
                        <a:t> offering is end to end automation - allowing for the </a:t>
                      </a:r>
                      <a:r>
                        <a:rPr b="1" lang="en" sz="1100">
                          <a:solidFill>
                            <a:srgbClr val="000000"/>
                          </a:solidFill>
                          <a:latin typeface="Red Hat Text"/>
                          <a:ea typeface="Red Hat Text"/>
                          <a:cs typeface="Red Hat Text"/>
                          <a:sym typeface="Red Hat Text"/>
                        </a:rPr>
                        <a:t>fastest possible path to stable </a:t>
                      </a:r>
                      <a:r>
                        <a:rPr b="1" lang="en" sz="1100">
                          <a:latin typeface="Red Hat Text"/>
                          <a:ea typeface="Red Hat Text"/>
                          <a:cs typeface="Red Hat Text"/>
                          <a:sym typeface="Red Hat Text"/>
                        </a:rPr>
                        <a:t>application roll-outs</a:t>
                      </a:r>
                      <a:r>
                        <a:rPr lang="en" sz="1100">
                          <a:solidFill>
                            <a:srgbClr val="000000"/>
                          </a:solidFill>
                          <a:latin typeface="Red Hat Text"/>
                          <a:ea typeface="Red Hat Text"/>
                          <a:cs typeface="Red Hat Text"/>
                          <a:sym typeface="Red Hat Text"/>
                        </a:rPr>
                        <a:t>, and reducing the time spent on keeping applications on current </a:t>
                      </a:r>
                      <a:r>
                        <a:rPr lang="en" sz="1100">
                          <a:latin typeface="Red Hat Text"/>
                          <a:ea typeface="Red Hat Text"/>
                          <a:cs typeface="Red Hat Text"/>
                          <a:sym typeface="Red Hat Text"/>
                        </a:rPr>
                        <a:t>code bases</a:t>
                      </a:r>
                      <a:endParaRPr sz="1100">
                        <a:solidFill>
                          <a:srgbClr val="000000"/>
                        </a:solidFill>
                        <a:latin typeface="Red Hat Text"/>
                        <a:ea typeface="Red Hat Text"/>
                        <a:cs typeface="Red Hat Text"/>
                        <a:sym typeface="Red Hat Text"/>
                      </a:endParaRPr>
                    </a:p>
                    <a:p>
                      <a:pPr indent="-149860" lvl="0" marL="137160" marR="0" rtl="0" algn="l">
                        <a:lnSpc>
                          <a:spcPct val="100000"/>
                        </a:lnSpc>
                        <a:spcBef>
                          <a:spcPts val="0"/>
                        </a:spcBef>
                        <a:spcAft>
                          <a:spcPts val="0"/>
                        </a:spcAft>
                        <a:buClr>
                          <a:srgbClr val="000000"/>
                        </a:buClr>
                        <a:buSzPts val="1100"/>
                        <a:buFont typeface="Red Hat Text"/>
                        <a:buChar char="•"/>
                      </a:pPr>
                      <a:r>
                        <a:rPr lang="en" sz="1100">
                          <a:solidFill>
                            <a:srgbClr val="000000"/>
                          </a:solidFill>
                          <a:latin typeface="Red Hat Text"/>
                          <a:ea typeface="Red Hat Text"/>
                          <a:cs typeface="Red Hat Text"/>
                          <a:sym typeface="Red Hat Text"/>
                        </a:rPr>
                        <a:t>Enabling the Red Hat I</a:t>
                      </a:r>
                      <a:r>
                        <a:rPr lang="en" sz="1100">
                          <a:latin typeface="Red Hat Text"/>
                          <a:ea typeface="Red Hat Text"/>
                          <a:cs typeface="Red Hat Text"/>
                          <a:sym typeface="Red Hat Text"/>
                        </a:rPr>
                        <a:t>SAM</a:t>
                      </a:r>
                      <a:r>
                        <a:rPr lang="en" sz="1100">
                          <a:solidFill>
                            <a:srgbClr val="000000"/>
                          </a:solidFill>
                          <a:latin typeface="Red Hat Text"/>
                          <a:ea typeface="Red Hat Text"/>
                          <a:cs typeface="Red Hat Text"/>
                          <a:sym typeface="Red Hat Text"/>
                        </a:rPr>
                        <a:t> methodology </a:t>
                      </a:r>
                      <a:r>
                        <a:rPr lang="en" sz="1100">
                          <a:latin typeface="Red Hat Text"/>
                          <a:ea typeface="Red Hat Text"/>
                          <a:cs typeface="Red Hat Text"/>
                          <a:sym typeface="Red Hat Text"/>
                        </a:rPr>
                        <a:t>allows</a:t>
                      </a:r>
                      <a:r>
                        <a:rPr lang="en" sz="1100">
                          <a:solidFill>
                            <a:srgbClr val="000000"/>
                          </a:solidFill>
                          <a:latin typeface="Red Hat Text"/>
                          <a:ea typeface="Red Hat Text"/>
                          <a:cs typeface="Red Hat Text"/>
                          <a:sym typeface="Red Hat Text"/>
                        </a:rPr>
                        <a:t> Developers </a:t>
                      </a:r>
                      <a:r>
                        <a:rPr lang="en" sz="1100">
                          <a:latin typeface="Red Hat Text"/>
                          <a:ea typeface="Red Hat Text"/>
                          <a:cs typeface="Red Hat Text"/>
                          <a:sym typeface="Red Hat Text"/>
                        </a:rPr>
                        <a:t>to</a:t>
                      </a:r>
                      <a:r>
                        <a:rPr lang="en" sz="1100">
                          <a:solidFill>
                            <a:srgbClr val="000000"/>
                          </a:solidFill>
                          <a:latin typeface="Red Hat Text"/>
                          <a:ea typeface="Red Hat Text"/>
                          <a:cs typeface="Red Hat Text"/>
                          <a:sym typeface="Red Hat Text"/>
                        </a:rPr>
                        <a:t> </a:t>
                      </a:r>
                      <a:r>
                        <a:rPr lang="en" sz="1100">
                          <a:latin typeface="Red Hat Text"/>
                          <a:ea typeface="Red Hat Text"/>
                          <a:cs typeface="Red Hat Text"/>
                          <a:sym typeface="Red Hat Text"/>
                        </a:rPr>
                        <a:t>ensure that</a:t>
                      </a:r>
                      <a:r>
                        <a:rPr lang="en" sz="1100">
                          <a:solidFill>
                            <a:srgbClr val="000000"/>
                          </a:solidFill>
                          <a:latin typeface="Red Hat Text"/>
                          <a:ea typeface="Red Hat Text"/>
                          <a:cs typeface="Red Hat Text"/>
                          <a:sym typeface="Red Hat Text"/>
                        </a:rPr>
                        <a:t> they</a:t>
                      </a:r>
                      <a:r>
                        <a:rPr lang="en" sz="1100">
                          <a:latin typeface="Red Hat Text"/>
                          <a:ea typeface="Red Hat Text"/>
                          <a:cs typeface="Red Hat Text"/>
                          <a:sym typeface="Red Hat Text"/>
                        </a:rPr>
                        <a:t> are</a:t>
                      </a:r>
                      <a:r>
                        <a:rPr lang="en" sz="1100">
                          <a:solidFill>
                            <a:srgbClr val="000000"/>
                          </a:solidFill>
                          <a:latin typeface="Red Hat Text"/>
                          <a:ea typeface="Red Hat Text"/>
                          <a:cs typeface="Red Hat Text"/>
                          <a:sym typeface="Red Hat Text"/>
                        </a:rPr>
                        <a:t> always developing with the </a:t>
                      </a:r>
                      <a:r>
                        <a:rPr b="1" lang="en" sz="1100">
                          <a:solidFill>
                            <a:srgbClr val="000000"/>
                          </a:solidFill>
                          <a:latin typeface="Red Hat Text"/>
                          <a:ea typeface="Red Hat Text"/>
                          <a:cs typeface="Red Hat Text"/>
                          <a:sym typeface="Red Hat Text"/>
                        </a:rPr>
                        <a:t>most current approved enterprise software</a:t>
                      </a:r>
                      <a:endParaRPr b="1" sz="1100">
                        <a:solidFill>
                          <a:srgbClr val="000000"/>
                        </a:solidFill>
                        <a:latin typeface="Red Hat Text"/>
                        <a:ea typeface="Red Hat Text"/>
                        <a:cs typeface="Red Hat Text"/>
                        <a:sym typeface="Red Hat Text"/>
                      </a:endParaRPr>
                    </a:p>
                    <a:p>
                      <a:pPr indent="-149860" lvl="0" marL="137160" marR="0" rtl="0" algn="l">
                        <a:lnSpc>
                          <a:spcPct val="100000"/>
                        </a:lnSpc>
                        <a:spcBef>
                          <a:spcPts val="0"/>
                        </a:spcBef>
                        <a:spcAft>
                          <a:spcPts val="0"/>
                        </a:spcAft>
                        <a:buClr>
                          <a:srgbClr val="000000"/>
                        </a:buClr>
                        <a:buSzPts val="1100"/>
                        <a:buFont typeface="Red Hat Text"/>
                        <a:buChar char="•"/>
                      </a:pPr>
                      <a:r>
                        <a:rPr lang="en" sz="1100">
                          <a:latin typeface="Red Hat Text"/>
                          <a:ea typeface="Red Hat Text"/>
                          <a:cs typeface="Red Hat Text"/>
                          <a:sym typeface="Red Hat Text"/>
                        </a:rPr>
                        <a:t>Developing</a:t>
                      </a:r>
                      <a:r>
                        <a:rPr lang="en" sz="1100">
                          <a:solidFill>
                            <a:srgbClr val="000000"/>
                          </a:solidFill>
                          <a:latin typeface="Red Hat Text"/>
                          <a:ea typeface="Red Hat Text"/>
                          <a:cs typeface="Red Hat Text"/>
                          <a:sym typeface="Red Hat Text"/>
                        </a:rPr>
                        <a:t> applications </a:t>
                      </a:r>
                      <a:r>
                        <a:rPr lang="en" sz="1100">
                          <a:latin typeface="Red Hat Text"/>
                          <a:ea typeface="Red Hat Text"/>
                          <a:cs typeface="Red Hat Text"/>
                          <a:sym typeface="Red Hat Text"/>
                        </a:rPr>
                        <a:t>with</a:t>
                      </a:r>
                      <a:r>
                        <a:rPr lang="en" sz="1100">
                          <a:solidFill>
                            <a:srgbClr val="000000"/>
                          </a:solidFill>
                          <a:latin typeface="Red Hat Text"/>
                          <a:ea typeface="Red Hat Text"/>
                          <a:cs typeface="Red Hat Text"/>
                          <a:sym typeface="Red Hat Text"/>
                        </a:rPr>
                        <a:t> the most recent versions of RHEL package updates ensures that there are</a:t>
                      </a:r>
                      <a:r>
                        <a:rPr lang="en" sz="1100">
                          <a:latin typeface="Red Hat Text"/>
                          <a:ea typeface="Red Hat Text"/>
                          <a:cs typeface="Red Hat Text"/>
                          <a:sym typeface="Red Hat Text"/>
                        </a:rPr>
                        <a:t> not</a:t>
                      </a:r>
                      <a:r>
                        <a:rPr lang="en" sz="1100">
                          <a:solidFill>
                            <a:srgbClr val="000000"/>
                          </a:solidFill>
                          <a:latin typeface="Red Hat Text"/>
                          <a:ea typeface="Red Hat Text"/>
                          <a:cs typeface="Red Hat Text"/>
                          <a:sym typeface="Red Hat Text"/>
                        </a:rPr>
                        <a:t> any system vulnerabilities </a:t>
                      </a:r>
                      <a:endParaRPr sz="1100">
                        <a:solidFill>
                          <a:srgbClr val="000000"/>
                        </a:solidFill>
                        <a:latin typeface="Red Hat Text"/>
                        <a:ea typeface="Red Hat Text"/>
                        <a:cs typeface="Red Hat Text"/>
                        <a:sym typeface="Red Hat Text"/>
                      </a:endParaRPr>
                    </a:p>
                  </a:txBody>
                  <a:tcPr marT="45700" marB="0" marR="45700" marL="457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bl>
          </a:graphicData>
        </a:graphic>
      </p:graphicFrame>
      <p:sp>
        <p:nvSpPr>
          <p:cNvPr id="960" name="Google Shape;960;p70"/>
          <p:cNvSpPr/>
          <p:nvPr/>
        </p:nvSpPr>
        <p:spPr>
          <a:xfrm>
            <a:off x="733050" y="1581035"/>
            <a:ext cx="7677900" cy="544200"/>
          </a:xfrm>
          <a:prstGeom prst="rect">
            <a:avLst/>
          </a:prstGeom>
          <a:solidFill>
            <a:srgbClr val="EEEEEE"/>
          </a:solidFill>
          <a:ln>
            <a:noFill/>
          </a:ln>
        </p:spPr>
        <p:txBody>
          <a:bodyPr anchorCtr="0" anchor="ctr" bIns="45700" lIns="45700" spcFirstLastPara="1" rIns="45700" wrap="square" tIns="45700">
            <a:noAutofit/>
          </a:bodyPr>
          <a:lstStyle/>
          <a:p>
            <a:pPr indent="0" lvl="0" marL="91440" marR="182880" rtl="0" algn="l">
              <a:spcBef>
                <a:spcPts val="0"/>
              </a:spcBef>
              <a:spcAft>
                <a:spcPts val="200"/>
              </a:spcAft>
              <a:buNone/>
            </a:pPr>
            <a:r>
              <a:rPr b="1" lang="en" sz="1300">
                <a:latin typeface="Red Hat Text"/>
                <a:ea typeface="Red Hat Text"/>
                <a:cs typeface="Red Hat Text"/>
                <a:sym typeface="Red Hat Text"/>
              </a:rPr>
              <a:t>Drivers: </a:t>
            </a:r>
            <a:r>
              <a:rPr lang="en" sz="1300">
                <a:latin typeface="Red Hat Text"/>
                <a:ea typeface="Red Hat Text"/>
                <a:cs typeface="Red Hat Text"/>
                <a:sym typeface="Red Hat Text"/>
              </a:rPr>
              <a:t>“My focus is on increasing application development productivity and velocity so we can build and deploy apps with speed and agility without sacrificing stability or security.” </a:t>
            </a:r>
            <a:endParaRPr sz="1300">
              <a:latin typeface="Red Hat Text"/>
              <a:ea typeface="Red Hat Text"/>
              <a:cs typeface="Red Hat Text"/>
              <a:sym typeface="Red Hat Tex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71"/>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Conversation Points</a:t>
            </a:r>
            <a:endParaRPr/>
          </a:p>
        </p:txBody>
      </p:sp>
      <p:sp>
        <p:nvSpPr>
          <p:cNvPr id="966" name="Google Shape;966;p71"/>
          <p:cNvSpPr txBox="1"/>
          <p:nvPr>
            <p:ph idx="2"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Conversation</a:t>
            </a:r>
            <a:r>
              <a:rPr lang="en"/>
              <a:t> drivers for client</a:t>
            </a:r>
            <a:r>
              <a:rPr b="1" lang="en"/>
              <a:t> Business Leaders (LOB owner, CIO, CTO, CRO, CISO, COO)</a:t>
            </a:r>
            <a:endParaRPr b="1"/>
          </a:p>
        </p:txBody>
      </p:sp>
      <p:pic>
        <p:nvPicPr>
          <p:cNvPr id="967" name="Google Shape;967;p71"/>
          <p:cNvPicPr preferRelativeResize="0"/>
          <p:nvPr/>
        </p:nvPicPr>
        <p:blipFill rotWithShape="1">
          <a:blip r:embed="rId3">
            <a:alphaModFix/>
          </a:blip>
          <a:srcRect b="0" l="0" r="0" t="0"/>
          <a:stretch/>
        </p:blipFill>
        <p:spPr>
          <a:xfrm>
            <a:off x="4312612" y="306500"/>
            <a:ext cx="518775" cy="518775"/>
          </a:xfrm>
          <a:prstGeom prst="rect">
            <a:avLst/>
          </a:prstGeom>
          <a:noFill/>
          <a:ln>
            <a:noFill/>
          </a:ln>
        </p:spPr>
      </p:pic>
      <p:sp>
        <p:nvSpPr>
          <p:cNvPr id="968" name="Google Shape;968;p71"/>
          <p:cNvSpPr txBox="1"/>
          <p:nvPr/>
        </p:nvSpPr>
        <p:spPr>
          <a:xfrm>
            <a:off x="331200" y="0"/>
            <a:ext cx="2986200" cy="661500"/>
          </a:xfrm>
          <a:prstGeom prst="rect">
            <a:avLst/>
          </a:prstGeom>
          <a:noFill/>
          <a:ln>
            <a:noFill/>
          </a:ln>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accent1"/>
                </a:solidFill>
                <a:latin typeface="Red Hat Display Medium"/>
                <a:ea typeface="Red Hat Display Medium"/>
                <a:cs typeface="Red Hat Display Medium"/>
                <a:sym typeface="Red Hat Display Medium"/>
              </a:rPr>
              <a:t>Red Hat Infrastructure Standard Adoption Model</a:t>
            </a:r>
            <a:endParaRPr sz="800">
              <a:solidFill>
                <a:srgbClr val="EE0000"/>
              </a:solidFill>
              <a:latin typeface="Red Hat Display Medium"/>
              <a:ea typeface="Red Hat Display Medium"/>
              <a:cs typeface="Red Hat Display Medium"/>
              <a:sym typeface="Red Hat Display Medium"/>
            </a:endParaRPr>
          </a:p>
        </p:txBody>
      </p:sp>
      <p:graphicFrame>
        <p:nvGraphicFramePr>
          <p:cNvPr id="969" name="Google Shape;969;p71"/>
          <p:cNvGraphicFramePr/>
          <p:nvPr/>
        </p:nvGraphicFramePr>
        <p:xfrm>
          <a:off x="461263" y="2212929"/>
          <a:ext cx="3000000" cy="3000000"/>
        </p:xfrm>
        <a:graphic>
          <a:graphicData uri="http://schemas.openxmlformats.org/drawingml/2006/table">
            <a:tbl>
              <a:tblPr>
                <a:noFill/>
                <a:tableStyleId>{3EF19856-6AA4-499F-A811-4833F58B4A36}</a:tableStyleId>
              </a:tblPr>
              <a:tblGrid>
                <a:gridCol w="3263775"/>
                <a:gridCol w="5067700"/>
              </a:tblGrid>
              <a:tr h="243275">
                <a:tc>
                  <a:txBody>
                    <a:bodyPr/>
                    <a:lstStyle/>
                    <a:p>
                      <a:pPr indent="0" lvl="0" marL="0" rtl="0" algn="ctr">
                        <a:spcBef>
                          <a:spcPts val="0"/>
                        </a:spcBef>
                        <a:spcAft>
                          <a:spcPts val="0"/>
                        </a:spcAft>
                        <a:buNone/>
                      </a:pPr>
                      <a:r>
                        <a:rPr lang="en" sz="900">
                          <a:solidFill>
                            <a:srgbClr val="FFFFFF"/>
                          </a:solidFill>
                          <a:latin typeface="Red Hat Display"/>
                          <a:ea typeface="Red Hat Display"/>
                          <a:cs typeface="Red Hat Display"/>
                          <a:sym typeface="Red Hat Display"/>
                        </a:rPr>
                        <a:t>Objectives</a:t>
                      </a:r>
                      <a:endParaRPr b="1" sz="900">
                        <a:solidFill>
                          <a:srgbClr val="FFFFFF"/>
                        </a:solidFill>
                        <a:latin typeface="Red Hat Display"/>
                        <a:ea typeface="Red Hat Display"/>
                        <a:cs typeface="Red Hat Display"/>
                        <a:sym typeface="Red Hat Display"/>
                      </a:endParaRPr>
                    </a:p>
                  </a:txBody>
                  <a:tcPr marT="0" marB="0" marR="45700" marL="45700" anchor="ctr">
                    <a:lnL cap="flat" cmpd="sng" w="9525">
                      <a:solidFill>
                        <a:srgbClr val="0499C5"/>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499C5"/>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900">
                          <a:solidFill>
                            <a:srgbClr val="FFFFFF"/>
                          </a:solidFill>
                          <a:latin typeface="Red Hat Display"/>
                          <a:ea typeface="Red Hat Display"/>
                          <a:cs typeface="Red Hat Display"/>
                          <a:sym typeface="Red Hat Display"/>
                        </a:rPr>
                        <a:t>Knowledge</a:t>
                      </a:r>
                      <a:r>
                        <a:rPr lang="en" sz="900">
                          <a:solidFill>
                            <a:srgbClr val="FFFFFF"/>
                          </a:solidFill>
                          <a:latin typeface="Red Hat Display"/>
                          <a:ea typeface="Red Hat Display"/>
                          <a:cs typeface="Red Hat Display"/>
                          <a:sym typeface="Red Hat Display"/>
                        </a:rPr>
                        <a:t> Drop</a:t>
                      </a:r>
                      <a:endParaRPr sz="900">
                        <a:solidFill>
                          <a:srgbClr val="FFFFFF"/>
                        </a:solidFill>
                        <a:latin typeface="Red Hat Display"/>
                        <a:ea typeface="Red Hat Display"/>
                        <a:cs typeface="Red Hat Display"/>
                        <a:sym typeface="Red Hat Display"/>
                      </a:endParaRPr>
                    </a:p>
                  </a:txBody>
                  <a:tcPr marT="0" marB="0" marR="45700" marL="45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499C5"/>
                      </a:solidFill>
                      <a:prstDash val="solid"/>
                      <a:round/>
                      <a:headEnd len="sm" w="sm" type="none"/>
                      <a:tailEnd len="sm" w="sm" type="none"/>
                    </a:lnT>
                    <a:lnB cap="flat" cmpd="sng" w="9525">
                      <a:solidFill>
                        <a:srgbClr val="FFFFFF"/>
                      </a:solidFill>
                      <a:prstDash val="solid"/>
                      <a:round/>
                      <a:headEnd len="sm" w="sm" type="none"/>
                      <a:tailEnd len="sm" w="sm" type="none"/>
                    </a:lnB>
                    <a:solidFill>
                      <a:schemeClr val="accent1"/>
                    </a:solidFill>
                  </a:tcPr>
                </a:tc>
              </a:tr>
              <a:tr h="579100">
                <a:tc>
                  <a:txBody>
                    <a:bodyPr/>
                    <a:lstStyle/>
                    <a:p>
                      <a:pPr indent="-298450" lvl="0" marL="457200" rtl="0" algn="l">
                        <a:lnSpc>
                          <a:spcPct val="115000"/>
                        </a:lnSpc>
                        <a:spcBef>
                          <a:spcPts val="0"/>
                        </a:spcBef>
                        <a:spcAft>
                          <a:spcPts val="0"/>
                        </a:spcAft>
                        <a:buClr>
                          <a:srgbClr val="EE0000"/>
                        </a:buClr>
                        <a:buSzPts val="1100"/>
                        <a:buFont typeface="Red Hat Text"/>
                        <a:buChar char="•"/>
                      </a:pPr>
                      <a:r>
                        <a:rPr lang="en" sz="1100">
                          <a:solidFill>
                            <a:srgbClr val="000000"/>
                          </a:solidFill>
                          <a:latin typeface="Red Hat Text"/>
                          <a:ea typeface="Red Hat Text"/>
                          <a:cs typeface="Red Hat Text"/>
                          <a:sym typeface="Red Hat Text"/>
                        </a:rPr>
                        <a:t>Avoid paying unnecessary End of Life subscription and licensing fees</a:t>
                      </a:r>
                      <a:endParaRPr sz="1100">
                        <a:solidFill>
                          <a:srgbClr val="000000"/>
                        </a:solidFill>
                        <a:latin typeface="Red Hat Text"/>
                        <a:ea typeface="Red Hat Text"/>
                        <a:cs typeface="Red Hat Text"/>
                        <a:sym typeface="Red Hat Text"/>
                      </a:endParaRPr>
                    </a:p>
                    <a:p>
                      <a:pPr indent="-298450" lvl="0" marL="457200" rtl="0" algn="l">
                        <a:lnSpc>
                          <a:spcPct val="115000"/>
                        </a:lnSpc>
                        <a:spcBef>
                          <a:spcPts val="0"/>
                        </a:spcBef>
                        <a:spcAft>
                          <a:spcPts val="0"/>
                        </a:spcAft>
                        <a:buClr>
                          <a:srgbClr val="EE0000"/>
                        </a:buClr>
                        <a:buSzPts val="1100"/>
                        <a:buFont typeface="Red Hat Text"/>
                        <a:buChar char="•"/>
                      </a:pPr>
                      <a:r>
                        <a:rPr lang="en" sz="1100">
                          <a:solidFill>
                            <a:srgbClr val="000000"/>
                          </a:solidFill>
                          <a:latin typeface="Red Hat Text"/>
                          <a:ea typeface="Red Hat Text"/>
                          <a:cs typeface="Red Hat Text"/>
                          <a:sym typeface="Red Hat Text"/>
                        </a:rPr>
                        <a:t>Reduce vulnerabilities any external parties could exploit</a:t>
                      </a:r>
                      <a:endParaRPr sz="1100">
                        <a:solidFill>
                          <a:srgbClr val="000000"/>
                        </a:solidFill>
                        <a:latin typeface="Red Hat Text"/>
                        <a:ea typeface="Red Hat Text"/>
                        <a:cs typeface="Red Hat Text"/>
                        <a:sym typeface="Red Hat Text"/>
                      </a:endParaRPr>
                    </a:p>
                    <a:p>
                      <a:pPr indent="-298450" lvl="0" marL="457200" rtl="0" algn="l">
                        <a:lnSpc>
                          <a:spcPct val="115000"/>
                        </a:lnSpc>
                        <a:spcBef>
                          <a:spcPts val="0"/>
                        </a:spcBef>
                        <a:spcAft>
                          <a:spcPts val="0"/>
                        </a:spcAft>
                        <a:buClr>
                          <a:srgbClr val="EE0000"/>
                        </a:buClr>
                        <a:buSzPts val="1100"/>
                        <a:buFont typeface="Red Hat Text"/>
                        <a:buChar char="•"/>
                      </a:pPr>
                      <a:r>
                        <a:rPr lang="en" sz="1100">
                          <a:solidFill>
                            <a:srgbClr val="000000"/>
                          </a:solidFill>
                          <a:latin typeface="Red Hat Text"/>
                          <a:ea typeface="Red Hat Text"/>
                          <a:cs typeface="Red Hat Text"/>
                          <a:sym typeface="Red Hat Text"/>
                        </a:rPr>
                        <a:t>Ensure that cost isn’t being spent on manual processes where avoidable</a:t>
                      </a:r>
                      <a:endParaRPr sz="1100">
                        <a:solidFill>
                          <a:srgbClr val="000000"/>
                        </a:solidFill>
                        <a:latin typeface="Red Hat Text"/>
                        <a:ea typeface="Red Hat Text"/>
                        <a:cs typeface="Red Hat Text"/>
                        <a:sym typeface="Red Hat Text"/>
                      </a:endParaRPr>
                    </a:p>
                    <a:p>
                      <a:pPr indent="-298450" lvl="0" marL="457200" rtl="0" algn="l">
                        <a:lnSpc>
                          <a:spcPct val="115000"/>
                        </a:lnSpc>
                        <a:spcBef>
                          <a:spcPts val="0"/>
                        </a:spcBef>
                        <a:spcAft>
                          <a:spcPts val="0"/>
                        </a:spcAft>
                        <a:buClr>
                          <a:srgbClr val="EE0000"/>
                        </a:buClr>
                        <a:buSzPts val="1100"/>
                        <a:buFont typeface="Red Hat Text"/>
                        <a:buChar char="•"/>
                      </a:pPr>
                      <a:r>
                        <a:rPr lang="en" sz="1100">
                          <a:solidFill>
                            <a:srgbClr val="000000"/>
                          </a:solidFill>
                          <a:latin typeface="Red Hat Text"/>
                          <a:ea typeface="Red Hat Text"/>
                          <a:cs typeface="Red Hat Text"/>
                          <a:sym typeface="Red Hat Text"/>
                        </a:rPr>
                        <a:t>Accelerate time to market</a:t>
                      </a:r>
                      <a:endParaRPr sz="1100">
                        <a:solidFill>
                          <a:srgbClr val="000000"/>
                        </a:solidFill>
                        <a:latin typeface="Red Hat Text"/>
                        <a:ea typeface="Red Hat Text"/>
                        <a:cs typeface="Red Hat Text"/>
                        <a:sym typeface="Red Hat Text"/>
                      </a:endParaRPr>
                    </a:p>
                    <a:p>
                      <a:pPr indent="-298450" lvl="0" marL="457200" rtl="0" algn="l">
                        <a:lnSpc>
                          <a:spcPct val="115000"/>
                        </a:lnSpc>
                        <a:spcBef>
                          <a:spcPts val="0"/>
                        </a:spcBef>
                        <a:spcAft>
                          <a:spcPts val="0"/>
                        </a:spcAft>
                        <a:buClr>
                          <a:srgbClr val="EE0000"/>
                        </a:buClr>
                        <a:buSzPts val="1100"/>
                        <a:buFont typeface="Red Hat Text"/>
                        <a:buChar char="•"/>
                      </a:pPr>
                      <a:r>
                        <a:rPr lang="en" sz="1100">
                          <a:solidFill>
                            <a:srgbClr val="000000"/>
                          </a:solidFill>
                          <a:latin typeface="Red Hat Text"/>
                          <a:ea typeface="Red Hat Text"/>
                          <a:cs typeface="Red Hat Text"/>
                          <a:sym typeface="Red Hat Text"/>
                        </a:rPr>
                        <a:t>Control costs, mitigate risk, and achieve efficiency</a:t>
                      </a:r>
                      <a:endParaRPr sz="1100">
                        <a:solidFill>
                          <a:srgbClr val="000000"/>
                        </a:solidFill>
                        <a:latin typeface="Red Hat Text"/>
                        <a:ea typeface="Red Hat Text"/>
                        <a:cs typeface="Red Hat Text"/>
                        <a:sym typeface="Red Hat Text"/>
                      </a:endParaRPr>
                    </a:p>
                    <a:p>
                      <a:pPr indent="-298450" lvl="0" marL="457200" rtl="0" algn="l">
                        <a:lnSpc>
                          <a:spcPct val="115000"/>
                        </a:lnSpc>
                        <a:spcBef>
                          <a:spcPts val="0"/>
                        </a:spcBef>
                        <a:spcAft>
                          <a:spcPts val="0"/>
                        </a:spcAft>
                        <a:buClr>
                          <a:srgbClr val="000000"/>
                        </a:buClr>
                        <a:buSzPts val="1100"/>
                        <a:buFont typeface="Red Hat Text"/>
                        <a:buChar char="•"/>
                      </a:pPr>
                      <a:r>
                        <a:rPr lang="en" sz="1100">
                          <a:latin typeface="Red Hat Text"/>
                          <a:ea typeface="Red Hat Text"/>
                          <a:cs typeface="Red Hat Text"/>
                          <a:sym typeface="Red Hat Text"/>
                        </a:rPr>
                        <a:t>Realize true hybrid cloud flexibility</a:t>
                      </a:r>
                      <a:endParaRPr sz="1100">
                        <a:latin typeface="Red Hat Text"/>
                        <a:ea typeface="Red Hat Text"/>
                        <a:cs typeface="Red Hat Text"/>
                        <a:sym typeface="Red Hat Text"/>
                      </a:endParaRPr>
                    </a:p>
                    <a:p>
                      <a:pPr indent="0" lvl="0" marL="0" rtl="0" algn="l">
                        <a:spcBef>
                          <a:spcPts val="0"/>
                        </a:spcBef>
                        <a:spcAft>
                          <a:spcPts val="0"/>
                        </a:spcAft>
                        <a:buNone/>
                      </a:pPr>
                      <a:r>
                        <a:t/>
                      </a:r>
                      <a:endParaRPr sz="1100">
                        <a:solidFill>
                          <a:srgbClr val="000000"/>
                        </a:solidFill>
                        <a:latin typeface="Red Hat Text"/>
                        <a:ea typeface="Red Hat Text"/>
                        <a:cs typeface="Red Hat Text"/>
                        <a:sym typeface="Red Hat Text"/>
                      </a:endParaRPr>
                    </a:p>
                  </a:txBody>
                  <a:tcPr marT="45700" marB="0" marR="45700" marL="457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298450" lvl="0" marL="457200" rtl="0" algn="l">
                        <a:lnSpc>
                          <a:spcPct val="115000"/>
                        </a:lnSpc>
                        <a:spcBef>
                          <a:spcPts val="0"/>
                        </a:spcBef>
                        <a:spcAft>
                          <a:spcPts val="0"/>
                        </a:spcAft>
                        <a:buClr>
                          <a:srgbClr val="000000"/>
                        </a:buClr>
                        <a:buSzPts val="1100"/>
                        <a:buFont typeface="Red Hat Text"/>
                        <a:buChar char="•"/>
                      </a:pPr>
                      <a:r>
                        <a:rPr lang="en" sz="1100">
                          <a:latin typeface="Red Hat Text"/>
                          <a:ea typeface="Red Hat Text"/>
                          <a:cs typeface="Red Hat Text"/>
                          <a:sym typeface="Red Hat Text"/>
                        </a:rPr>
                        <a:t>Standardizing on consistent Red Hat ISAM</a:t>
                      </a:r>
                      <a:r>
                        <a:rPr lang="en" sz="1100">
                          <a:solidFill>
                            <a:srgbClr val="000000"/>
                          </a:solidFill>
                          <a:latin typeface="Red Hat Text"/>
                          <a:ea typeface="Red Hat Text"/>
                          <a:cs typeface="Red Hat Text"/>
                          <a:sym typeface="Red Hat Text"/>
                        </a:rPr>
                        <a:t> methodologi</a:t>
                      </a:r>
                      <a:r>
                        <a:rPr lang="en" sz="1100">
                          <a:latin typeface="Red Hat Text"/>
                          <a:ea typeface="Red Hat Text"/>
                          <a:cs typeface="Red Hat Text"/>
                          <a:sym typeface="Red Hat Text"/>
                        </a:rPr>
                        <a:t>es provides the capability to </a:t>
                      </a:r>
                      <a:r>
                        <a:rPr lang="en" sz="1100">
                          <a:solidFill>
                            <a:srgbClr val="000000"/>
                          </a:solidFill>
                          <a:latin typeface="Red Hat Text"/>
                          <a:ea typeface="Red Hat Text"/>
                          <a:cs typeface="Red Hat Text"/>
                          <a:sym typeface="Red Hat Text"/>
                        </a:rPr>
                        <a:t>be on the </a:t>
                      </a:r>
                      <a:r>
                        <a:rPr b="1" lang="en" sz="1100">
                          <a:solidFill>
                            <a:srgbClr val="000000"/>
                          </a:solidFill>
                          <a:latin typeface="Red Hat Text"/>
                          <a:ea typeface="Red Hat Text"/>
                          <a:cs typeface="Red Hat Text"/>
                          <a:sym typeface="Red Hat Text"/>
                        </a:rPr>
                        <a:t>most recent version of software</a:t>
                      </a:r>
                      <a:r>
                        <a:rPr lang="en" sz="1100">
                          <a:solidFill>
                            <a:srgbClr val="000000"/>
                          </a:solidFill>
                          <a:latin typeface="Red Hat Text"/>
                          <a:ea typeface="Red Hat Text"/>
                          <a:cs typeface="Red Hat Text"/>
                          <a:sym typeface="Red Hat Text"/>
                        </a:rPr>
                        <a:t> and not have to pay for End of Life support.</a:t>
                      </a:r>
                      <a:endParaRPr sz="1100">
                        <a:solidFill>
                          <a:srgbClr val="000000"/>
                        </a:solidFill>
                        <a:latin typeface="Red Hat Text"/>
                        <a:ea typeface="Red Hat Text"/>
                        <a:cs typeface="Red Hat Text"/>
                        <a:sym typeface="Red Hat Text"/>
                      </a:endParaRPr>
                    </a:p>
                    <a:p>
                      <a:pPr indent="-298450" lvl="0" marL="457200" rtl="0" algn="l">
                        <a:lnSpc>
                          <a:spcPct val="115000"/>
                        </a:lnSpc>
                        <a:spcBef>
                          <a:spcPts val="0"/>
                        </a:spcBef>
                        <a:spcAft>
                          <a:spcPts val="0"/>
                        </a:spcAft>
                        <a:buClr>
                          <a:srgbClr val="000000"/>
                        </a:buClr>
                        <a:buSzPts val="1100"/>
                        <a:buFont typeface="Red Hat Text"/>
                        <a:buChar char="•"/>
                      </a:pPr>
                      <a:r>
                        <a:rPr lang="en" sz="1100">
                          <a:solidFill>
                            <a:srgbClr val="000000"/>
                          </a:solidFill>
                          <a:latin typeface="Red Hat Text"/>
                          <a:ea typeface="Red Hat Text"/>
                          <a:cs typeface="Red Hat Text"/>
                          <a:sym typeface="Red Hat Text"/>
                        </a:rPr>
                        <a:t>Decrease the complexity of the enterprise environment by ensuring the organization is consistently on the most recent version of RHEL</a:t>
                      </a:r>
                      <a:endParaRPr sz="1100">
                        <a:solidFill>
                          <a:srgbClr val="000000"/>
                        </a:solidFill>
                        <a:latin typeface="Red Hat Text"/>
                        <a:ea typeface="Red Hat Text"/>
                        <a:cs typeface="Red Hat Text"/>
                        <a:sym typeface="Red Hat Text"/>
                      </a:endParaRPr>
                    </a:p>
                    <a:p>
                      <a:pPr indent="-298450" lvl="0" marL="457200" rtl="0" algn="l">
                        <a:lnSpc>
                          <a:spcPct val="115000"/>
                        </a:lnSpc>
                        <a:spcBef>
                          <a:spcPts val="0"/>
                        </a:spcBef>
                        <a:spcAft>
                          <a:spcPts val="0"/>
                        </a:spcAft>
                        <a:buClr>
                          <a:srgbClr val="000000"/>
                        </a:buClr>
                        <a:buSzPts val="1100"/>
                        <a:buFont typeface="Red Hat Text"/>
                        <a:buChar char="•"/>
                      </a:pPr>
                      <a:r>
                        <a:rPr lang="en" sz="1100">
                          <a:solidFill>
                            <a:srgbClr val="000000"/>
                          </a:solidFill>
                          <a:latin typeface="Red Hat Text"/>
                          <a:ea typeface="Red Hat Text"/>
                          <a:cs typeface="Red Hat Text"/>
                          <a:sym typeface="Red Hat Text"/>
                        </a:rPr>
                        <a:t>Less focus on upgrades and software currency allo</a:t>
                      </a:r>
                      <a:r>
                        <a:rPr lang="en" sz="1100">
                          <a:latin typeface="Red Hat Text"/>
                          <a:ea typeface="Red Hat Text"/>
                          <a:cs typeface="Red Hat Text"/>
                          <a:sym typeface="Red Hat Text"/>
                        </a:rPr>
                        <a:t>ws</a:t>
                      </a:r>
                      <a:r>
                        <a:rPr lang="en" sz="1100">
                          <a:solidFill>
                            <a:srgbClr val="000000"/>
                          </a:solidFill>
                          <a:latin typeface="Red Hat Text"/>
                          <a:ea typeface="Red Hat Text"/>
                          <a:cs typeface="Red Hat Text"/>
                          <a:sym typeface="Red Hat Text"/>
                        </a:rPr>
                        <a:t> teams to </a:t>
                      </a:r>
                      <a:r>
                        <a:rPr b="1" lang="en" sz="1100">
                          <a:solidFill>
                            <a:srgbClr val="000000"/>
                          </a:solidFill>
                          <a:latin typeface="Red Hat Text"/>
                          <a:ea typeface="Red Hat Text"/>
                          <a:cs typeface="Red Hat Text"/>
                          <a:sym typeface="Red Hat Text"/>
                        </a:rPr>
                        <a:t>focus on delivering features to the market</a:t>
                      </a:r>
                      <a:endParaRPr b="1" sz="1100">
                        <a:solidFill>
                          <a:srgbClr val="000000"/>
                        </a:solidFill>
                        <a:latin typeface="Red Hat Text"/>
                        <a:ea typeface="Red Hat Text"/>
                        <a:cs typeface="Red Hat Text"/>
                        <a:sym typeface="Red Hat Text"/>
                      </a:endParaRPr>
                    </a:p>
                    <a:p>
                      <a:pPr indent="-298450" lvl="0" marL="457200" rtl="0" algn="l">
                        <a:lnSpc>
                          <a:spcPct val="115000"/>
                        </a:lnSpc>
                        <a:spcBef>
                          <a:spcPts val="0"/>
                        </a:spcBef>
                        <a:spcAft>
                          <a:spcPts val="0"/>
                        </a:spcAft>
                        <a:buClr>
                          <a:srgbClr val="000000"/>
                        </a:buClr>
                        <a:buSzPts val="1100"/>
                        <a:buFont typeface="Red Hat Text"/>
                        <a:buChar char="•"/>
                      </a:pPr>
                      <a:r>
                        <a:rPr lang="en" sz="1100">
                          <a:solidFill>
                            <a:srgbClr val="000000"/>
                          </a:solidFill>
                          <a:latin typeface="Red Hat Text"/>
                          <a:ea typeface="Red Hat Text"/>
                          <a:cs typeface="Red Hat Text"/>
                          <a:sym typeface="Red Hat Text"/>
                        </a:rPr>
                        <a:t>Reduce total cost of ownership for all applications by </a:t>
                      </a:r>
                      <a:r>
                        <a:rPr b="1" lang="en" sz="1100">
                          <a:solidFill>
                            <a:srgbClr val="000000"/>
                          </a:solidFill>
                          <a:latin typeface="Red Hat Text"/>
                          <a:ea typeface="Red Hat Text"/>
                          <a:cs typeface="Red Hat Text"/>
                          <a:sym typeface="Red Hat Text"/>
                        </a:rPr>
                        <a:t>automating</a:t>
                      </a:r>
                      <a:r>
                        <a:rPr b="1" lang="en" sz="1100">
                          <a:latin typeface="Red Hat Text"/>
                          <a:ea typeface="Red Hat Text"/>
                          <a:cs typeface="Red Hat Text"/>
                          <a:sym typeface="Red Hat Text"/>
                        </a:rPr>
                        <a:t> </a:t>
                      </a:r>
                      <a:r>
                        <a:rPr b="1" lang="en" sz="1100">
                          <a:solidFill>
                            <a:srgbClr val="000000"/>
                          </a:solidFill>
                          <a:latin typeface="Red Hat Text"/>
                          <a:ea typeface="Red Hat Text"/>
                          <a:cs typeface="Red Hat Text"/>
                          <a:sym typeface="Red Hat Text"/>
                        </a:rPr>
                        <a:t>upgrade processes that </a:t>
                      </a:r>
                      <a:r>
                        <a:rPr b="1" lang="en" sz="1100">
                          <a:latin typeface="Red Hat Text"/>
                          <a:ea typeface="Red Hat Text"/>
                          <a:cs typeface="Red Hat Text"/>
                          <a:sym typeface="Red Hat Text"/>
                        </a:rPr>
                        <a:t>have been traditionally manual</a:t>
                      </a:r>
                      <a:endParaRPr b="1" sz="1100">
                        <a:solidFill>
                          <a:srgbClr val="000000"/>
                        </a:solidFill>
                        <a:latin typeface="Red Hat Text"/>
                        <a:ea typeface="Red Hat Text"/>
                        <a:cs typeface="Red Hat Text"/>
                        <a:sym typeface="Red Hat Text"/>
                      </a:endParaRPr>
                    </a:p>
                    <a:p>
                      <a:pPr indent="-298450" lvl="0" marL="457200" marR="0" rtl="0" algn="l">
                        <a:lnSpc>
                          <a:spcPct val="115000"/>
                        </a:lnSpc>
                        <a:spcBef>
                          <a:spcPts val="0"/>
                        </a:spcBef>
                        <a:spcAft>
                          <a:spcPts val="0"/>
                        </a:spcAft>
                        <a:buClr>
                          <a:srgbClr val="000000"/>
                        </a:buClr>
                        <a:buSzPts val="1100"/>
                        <a:buFont typeface="Red Hat Text"/>
                        <a:buChar char="•"/>
                      </a:pPr>
                      <a:r>
                        <a:rPr lang="en" sz="1100">
                          <a:solidFill>
                            <a:srgbClr val="000000"/>
                          </a:solidFill>
                          <a:latin typeface="Red Hat Text"/>
                          <a:ea typeface="Red Hat Text"/>
                          <a:cs typeface="Red Hat Text"/>
                          <a:sym typeface="Red Hat Text"/>
                        </a:rPr>
                        <a:t>Avoid </a:t>
                      </a:r>
                      <a:r>
                        <a:rPr b="1" lang="en" sz="1100">
                          <a:solidFill>
                            <a:srgbClr val="000000"/>
                          </a:solidFill>
                          <a:latin typeface="Red Hat Text"/>
                          <a:ea typeface="Red Hat Text"/>
                          <a:cs typeface="Red Hat Text"/>
                          <a:sym typeface="Red Hat Text"/>
                        </a:rPr>
                        <a:t>additional hardware/cloud costs</a:t>
                      </a:r>
                      <a:r>
                        <a:rPr lang="en" sz="1100">
                          <a:solidFill>
                            <a:srgbClr val="000000"/>
                          </a:solidFill>
                          <a:latin typeface="Red Hat Text"/>
                          <a:ea typeface="Red Hat Text"/>
                          <a:cs typeface="Red Hat Text"/>
                          <a:sym typeface="Red Hat Text"/>
                        </a:rPr>
                        <a:t> that </a:t>
                      </a:r>
                      <a:r>
                        <a:rPr lang="en" sz="1100">
                          <a:latin typeface="Red Hat Text"/>
                          <a:ea typeface="Red Hat Text"/>
                          <a:cs typeface="Red Hat Text"/>
                          <a:sym typeface="Red Hat Text"/>
                        </a:rPr>
                        <a:t>exist</a:t>
                      </a:r>
                      <a:r>
                        <a:rPr lang="en" sz="1100">
                          <a:solidFill>
                            <a:srgbClr val="000000"/>
                          </a:solidFill>
                          <a:latin typeface="Red Hat Text"/>
                          <a:ea typeface="Red Hat Text"/>
                          <a:cs typeface="Red Hat Text"/>
                          <a:sym typeface="Red Hat Text"/>
                        </a:rPr>
                        <a:t> with current upgrade/migration processes </a:t>
                      </a:r>
                      <a:r>
                        <a:rPr lang="en" sz="1100">
                          <a:latin typeface="Red Hat Text"/>
                          <a:ea typeface="Red Hat Text"/>
                          <a:cs typeface="Red Hat Text"/>
                          <a:sym typeface="Red Hat Text"/>
                        </a:rPr>
                        <a:t>by embracing standardized platform deployment operations </a:t>
                      </a:r>
                      <a:endParaRPr b="1" sz="1200">
                        <a:solidFill>
                          <a:srgbClr val="000000"/>
                        </a:solidFill>
                        <a:latin typeface="Red Hat Text"/>
                        <a:ea typeface="Red Hat Text"/>
                        <a:cs typeface="Red Hat Text"/>
                        <a:sym typeface="Red Hat Text"/>
                      </a:endParaRPr>
                    </a:p>
                  </a:txBody>
                  <a:tcPr marT="45700" marB="0" marR="45700" marL="457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bl>
          </a:graphicData>
        </a:graphic>
      </p:graphicFrame>
      <p:sp>
        <p:nvSpPr>
          <p:cNvPr id="970" name="Google Shape;970;p71"/>
          <p:cNvSpPr/>
          <p:nvPr/>
        </p:nvSpPr>
        <p:spPr>
          <a:xfrm>
            <a:off x="733050" y="1589467"/>
            <a:ext cx="7677900" cy="544200"/>
          </a:xfrm>
          <a:prstGeom prst="rect">
            <a:avLst/>
          </a:prstGeom>
          <a:solidFill>
            <a:srgbClr val="EEEEEE"/>
          </a:solidFill>
          <a:ln>
            <a:noFill/>
          </a:ln>
        </p:spPr>
        <p:txBody>
          <a:bodyPr anchorCtr="0" anchor="ctr" bIns="45700" lIns="45700" spcFirstLastPara="1" rIns="45700" wrap="square" tIns="45700">
            <a:noAutofit/>
          </a:bodyPr>
          <a:lstStyle/>
          <a:p>
            <a:pPr indent="0" lvl="0" marL="91440" marR="182880" rtl="0" algn="l">
              <a:spcBef>
                <a:spcPts val="0"/>
              </a:spcBef>
              <a:spcAft>
                <a:spcPts val="200"/>
              </a:spcAft>
              <a:buNone/>
            </a:pPr>
            <a:r>
              <a:rPr b="1" lang="en" sz="1300">
                <a:latin typeface="Red Hat Text"/>
                <a:ea typeface="Red Hat Text"/>
                <a:cs typeface="Red Hat Text"/>
                <a:sym typeface="Red Hat Text"/>
              </a:rPr>
              <a:t>Drivers:</a:t>
            </a:r>
            <a:r>
              <a:rPr b="1" lang="en" sz="1800">
                <a:latin typeface="Red Hat Text"/>
                <a:ea typeface="Red Hat Text"/>
                <a:cs typeface="Red Hat Text"/>
                <a:sym typeface="Red Hat Text"/>
              </a:rPr>
              <a:t> </a:t>
            </a:r>
            <a:r>
              <a:rPr lang="en" sz="1300">
                <a:solidFill>
                  <a:srgbClr val="000000"/>
                </a:solidFill>
                <a:latin typeface="Red Hat Text"/>
                <a:ea typeface="Red Hat Text"/>
                <a:cs typeface="Red Hat Text"/>
                <a:sym typeface="Red Hat Text"/>
              </a:rPr>
              <a:t>”I need a flexible and cost effective way to quickly deliver features and functionality my customers want and need.”</a:t>
            </a:r>
            <a:endParaRPr sz="2300">
              <a:latin typeface="Red Hat Text"/>
              <a:ea typeface="Red Hat Text"/>
              <a:cs typeface="Red Hat Text"/>
              <a:sym typeface="Red Hat Tex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72"/>
          <p:cNvSpPr txBox="1"/>
          <p:nvPr>
            <p:ph idx="4" type="body"/>
          </p:nvPr>
        </p:nvSpPr>
        <p:spPr>
          <a:xfrm>
            <a:off x="869425" y="1714500"/>
            <a:ext cx="5924700" cy="2743200"/>
          </a:xfrm>
          <a:prstGeom prst="rect">
            <a:avLst/>
          </a:prstGeom>
        </p:spPr>
        <p:txBody>
          <a:bodyPr anchorCtr="0" anchor="t" bIns="0" lIns="0" spcFirstLastPara="1" rIns="0" wrap="square" tIns="0">
            <a:noAutofit/>
          </a:bodyPr>
          <a:lstStyle/>
          <a:p>
            <a:pPr indent="-311150" lvl="0" marL="457200" rtl="0" algn="l">
              <a:lnSpc>
                <a:spcPct val="100000"/>
              </a:lnSpc>
              <a:spcBef>
                <a:spcPts val="0"/>
              </a:spcBef>
              <a:spcAft>
                <a:spcPts val="0"/>
              </a:spcAft>
              <a:buSzPts val="1300"/>
              <a:buChar char="▸"/>
            </a:pPr>
            <a:r>
              <a:rPr lang="en" sz="1200">
                <a:solidFill>
                  <a:schemeClr val="dk1"/>
                </a:solidFill>
              </a:rPr>
              <a:t>How are you leveraging automation across your traditional and cloud infrastructures?</a:t>
            </a:r>
            <a:endParaRPr sz="1200">
              <a:solidFill>
                <a:schemeClr val="dk1"/>
              </a:solidFill>
            </a:endParaRPr>
          </a:p>
          <a:p>
            <a:pPr indent="0" lvl="0" marL="457200" rtl="0" algn="l">
              <a:lnSpc>
                <a:spcPct val="100000"/>
              </a:lnSpc>
              <a:spcBef>
                <a:spcPts val="0"/>
              </a:spcBef>
              <a:spcAft>
                <a:spcPts val="0"/>
              </a:spcAft>
              <a:buNone/>
            </a:pPr>
            <a:r>
              <a:t/>
            </a:r>
            <a:endParaRPr sz="1200">
              <a:solidFill>
                <a:schemeClr val="dk1"/>
              </a:solidFill>
            </a:endParaRPr>
          </a:p>
          <a:p>
            <a:pPr indent="-311150" lvl="0" marL="457200" rtl="0" algn="l">
              <a:lnSpc>
                <a:spcPct val="100000"/>
              </a:lnSpc>
              <a:spcBef>
                <a:spcPts val="0"/>
              </a:spcBef>
              <a:spcAft>
                <a:spcPts val="0"/>
              </a:spcAft>
              <a:buSzPts val="1300"/>
              <a:buChar char="▸"/>
            </a:pPr>
            <a:r>
              <a:rPr lang="en" sz="1200">
                <a:solidFill>
                  <a:schemeClr val="dk1"/>
                </a:solidFill>
              </a:rPr>
              <a:t>How are you managing your RHEL footprint across your hybrid deployment?</a:t>
            </a:r>
            <a:endParaRPr sz="1200">
              <a:solidFill>
                <a:schemeClr val="dk1"/>
              </a:solidFill>
            </a:endParaRPr>
          </a:p>
          <a:p>
            <a:pPr indent="0" lvl="0" marL="457200" rtl="0" algn="l">
              <a:lnSpc>
                <a:spcPct val="100000"/>
              </a:lnSpc>
              <a:spcBef>
                <a:spcPts val="0"/>
              </a:spcBef>
              <a:spcAft>
                <a:spcPts val="0"/>
              </a:spcAft>
              <a:buNone/>
            </a:pPr>
            <a:r>
              <a:t/>
            </a:r>
            <a:endParaRPr sz="1200">
              <a:solidFill>
                <a:schemeClr val="dk1"/>
              </a:solidFill>
            </a:endParaRPr>
          </a:p>
          <a:p>
            <a:pPr indent="-311150" lvl="0" marL="457200" rtl="0" algn="l">
              <a:lnSpc>
                <a:spcPct val="100000"/>
              </a:lnSpc>
              <a:spcBef>
                <a:spcPts val="0"/>
              </a:spcBef>
              <a:spcAft>
                <a:spcPts val="0"/>
              </a:spcAft>
              <a:buSzPts val="1300"/>
              <a:buChar char="▸"/>
            </a:pPr>
            <a:r>
              <a:rPr lang="en" sz="1200">
                <a:solidFill>
                  <a:schemeClr val="dk1"/>
                </a:solidFill>
              </a:rPr>
              <a:t>How satisfied are your internal stakeholders with how your team provisions new systems. If you could make that “better”, how big of a win would that be for you and why?</a:t>
            </a:r>
            <a:endParaRPr sz="1200">
              <a:solidFill>
                <a:schemeClr val="dk1"/>
              </a:solidFill>
            </a:endParaRPr>
          </a:p>
          <a:p>
            <a:pPr indent="0" lvl="0" marL="457200" rtl="0" algn="l">
              <a:lnSpc>
                <a:spcPct val="100000"/>
              </a:lnSpc>
              <a:spcBef>
                <a:spcPts val="0"/>
              </a:spcBef>
              <a:spcAft>
                <a:spcPts val="0"/>
              </a:spcAft>
              <a:buNone/>
            </a:pPr>
            <a:r>
              <a:t/>
            </a:r>
            <a:endParaRPr sz="1200">
              <a:solidFill>
                <a:schemeClr val="dk1"/>
              </a:solidFill>
            </a:endParaRPr>
          </a:p>
          <a:p>
            <a:pPr indent="-311150" lvl="0" marL="457200" rtl="0" algn="l">
              <a:lnSpc>
                <a:spcPct val="100000"/>
              </a:lnSpc>
              <a:spcBef>
                <a:spcPts val="0"/>
              </a:spcBef>
              <a:spcAft>
                <a:spcPts val="0"/>
              </a:spcAft>
              <a:buSzPts val="1300"/>
              <a:buChar char="▸"/>
            </a:pPr>
            <a:r>
              <a:rPr lang="en" sz="1200">
                <a:solidFill>
                  <a:schemeClr val="dk1"/>
                </a:solidFill>
              </a:rPr>
              <a:t>If there were one functionality or service that you could bring to your on premise environment from your cloud environment, what would it be and why?</a:t>
            </a:r>
            <a:endParaRPr sz="1200">
              <a:solidFill>
                <a:schemeClr val="dk1"/>
              </a:solidFill>
            </a:endParaRPr>
          </a:p>
          <a:p>
            <a:pPr indent="0" lvl="0" marL="457200" rtl="0" algn="l">
              <a:lnSpc>
                <a:spcPct val="100000"/>
              </a:lnSpc>
              <a:spcBef>
                <a:spcPts val="0"/>
              </a:spcBef>
              <a:spcAft>
                <a:spcPts val="0"/>
              </a:spcAft>
              <a:buNone/>
            </a:pPr>
            <a:r>
              <a:t/>
            </a:r>
            <a:endParaRPr sz="1200">
              <a:solidFill>
                <a:schemeClr val="dk1"/>
              </a:solidFill>
            </a:endParaRPr>
          </a:p>
          <a:p>
            <a:pPr indent="-311150" lvl="0" marL="457200" rtl="0" algn="l">
              <a:lnSpc>
                <a:spcPct val="100000"/>
              </a:lnSpc>
              <a:spcBef>
                <a:spcPts val="0"/>
              </a:spcBef>
              <a:spcAft>
                <a:spcPts val="0"/>
              </a:spcAft>
              <a:buSzPts val="1300"/>
              <a:buChar char="▸"/>
            </a:pPr>
            <a:r>
              <a:rPr lang="en" sz="1200">
                <a:solidFill>
                  <a:schemeClr val="dk1"/>
                </a:solidFill>
              </a:rPr>
              <a:t>What activities do you feel would be necessary to enable service parity between your on premise RHEL environment and your hyperscaler RHEL environment?</a:t>
            </a:r>
            <a:endParaRPr sz="1200">
              <a:solidFill>
                <a:schemeClr val="dk1"/>
              </a:solidFill>
            </a:endParaRPr>
          </a:p>
          <a:p>
            <a:pPr indent="0" lvl="0" marL="457200" rtl="0" algn="l">
              <a:lnSpc>
                <a:spcPct val="100000"/>
              </a:lnSpc>
              <a:spcBef>
                <a:spcPts val="0"/>
              </a:spcBef>
              <a:spcAft>
                <a:spcPts val="0"/>
              </a:spcAft>
              <a:buNone/>
            </a:pPr>
            <a:r>
              <a:t/>
            </a:r>
            <a:endParaRPr sz="1200">
              <a:solidFill>
                <a:schemeClr val="dk1"/>
              </a:solidFill>
            </a:endParaRPr>
          </a:p>
        </p:txBody>
      </p:sp>
      <p:sp>
        <p:nvSpPr>
          <p:cNvPr id="976" name="Google Shape;976;p72"/>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Conversation Starters</a:t>
            </a:r>
            <a:endParaRPr/>
          </a:p>
        </p:txBody>
      </p:sp>
      <p:sp>
        <p:nvSpPr>
          <p:cNvPr id="977" name="Google Shape;977;p72"/>
          <p:cNvSpPr txBox="1"/>
          <p:nvPr>
            <p:ph idx="2"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Questions to ask </a:t>
            </a:r>
            <a:r>
              <a:rPr lang="en"/>
              <a:t>clients who are</a:t>
            </a:r>
            <a:r>
              <a:rPr b="1" lang="en"/>
              <a:t> </a:t>
            </a:r>
            <a:r>
              <a:rPr b="1" lang="en"/>
              <a:t>Hybrid Cloud Customers (i.e. On-prem and Hyperscaler)</a:t>
            </a:r>
            <a:endParaRPr b="1"/>
          </a:p>
        </p:txBody>
      </p:sp>
      <p:pic>
        <p:nvPicPr>
          <p:cNvPr id="978" name="Google Shape;978;p72"/>
          <p:cNvPicPr preferRelativeResize="0"/>
          <p:nvPr/>
        </p:nvPicPr>
        <p:blipFill rotWithShape="1">
          <a:blip r:embed="rId3">
            <a:alphaModFix/>
          </a:blip>
          <a:srcRect b="0" l="0" r="0" t="0"/>
          <a:stretch/>
        </p:blipFill>
        <p:spPr>
          <a:xfrm>
            <a:off x="4312612" y="306500"/>
            <a:ext cx="518775" cy="518775"/>
          </a:xfrm>
          <a:prstGeom prst="rect">
            <a:avLst/>
          </a:prstGeom>
          <a:noFill/>
          <a:ln>
            <a:noFill/>
          </a:ln>
        </p:spPr>
      </p:pic>
      <p:sp>
        <p:nvSpPr>
          <p:cNvPr id="979" name="Google Shape;979;p72"/>
          <p:cNvSpPr txBox="1"/>
          <p:nvPr/>
        </p:nvSpPr>
        <p:spPr>
          <a:xfrm>
            <a:off x="331200" y="0"/>
            <a:ext cx="2986200" cy="661500"/>
          </a:xfrm>
          <a:prstGeom prst="rect">
            <a:avLst/>
          </a:prstGeom>
          <a:noFill/>
          <a:ln>
            <a:noFill/>
          </a:ln>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accent1"/>
                </a:solidFill>
                <a:latin typeface="Red Hat Display Medium"/>
                <a:ea typeface="Red Hat Display Medium"/>
                <a:cs typeface="Red Hat Display Medium"/>
                <a:sym typeface="Red Hat Display Medium"/>
              </a:rPr>
              <a:t>Red Hat Infrastructure Standard Adoption Model</a:t>
            </a:r>
            <a:endParaRPr sz="800">
              <a:solidFill>
                <a:srgbClr val="EE0000"/>
              </a:solidFill>
              <a:latin typeface="Red Hat Display Medium"/>
              <a:ea typeface="Red Hat Display Medium"/>
              <a:cs typeface="Red Hat Display Medium"/>
              <a:sym typeface="Red Hat Display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73"/>
          <p:cNvSpPr txBox="1"/>
          <p:nvPr>
            <p:ph idx="4" type="body"/>
          </p:nvPr>
        </p:nvSpPr>
        <p:spPr>
          <a:xfrm>
            <a:off x="869425" y="1714500"/>
            <a:ext cx="5924700" cy="2743200"/>
          </a:xfrm>
          <a:prstGeom prst="rect">
            <a:avLst/>
          </a:prstGeom>
        </p:spPr>
        <p:txBody>
          <a:bodyPr anchorCtr="0" anchor="t" bIns="0" lIns="0" spcFirstLastPara="1" rIns="0" wrap="square" tIns="0">
            <a:noAutofit/>
          </a:bodyPr>
          <a:lstStyle/>
          <a:p>
            <a:pPr indent="-311150" lvl="0" marL="457200" rtl="0" algn="l">
              <a:lnSpc>
                <a:spcPct val="100000"/>
              </a:lnSpc>
              <a:spcBef>
                <a:spcPts val="0"/>
              </a:spcBef>
              <a:spcAft>
                <a:spcPts val="0"/>
              </a:spcAft>
              <a:buSzPts val="1300"/>
              <a:buChar char="▸"/>
            </a:pPr>
            <a:r>
              <a:rPr lang="en" sz="1200">
                <a:solidFill>
                  <a:schemeClr val="dk1"/>
                </a:solidFill>
              </a:rPr>
              <a:t>Can you describe your process for centrally managing security across you Linux footprint?</a:t>
            </a:r>
            <a:endParaRPr sz="1200">
              <a:solidFill>
                <a:schemeClr val="dk1"/>
              </a:solidFill>
            </a:endParaRPr>
          </a:p>
          <a:p>
            <a:pPr indent="-311150" lvl="0" marL="457200" rtl="0" algn="l">
              <a:lnSpc>
                <a:spcPct val="100000"/>
              </a:lnSpc>
              <a:spcBef>
                <a:spcPts val="0"/>
              </a:spcBef>
              <a:spcAft>
                <a:spcPts val="0"/>
              </a:spcAft>
              <a:buSzPts val="1300"/>
              <a:buChar char="▸"/>
            </a:pPr>
            <a:r>
              <a:rPr lang="en" sz="1200">
                <a:solidFill>
                  <a:schemeClr val="dk1"/>
                </a:solidFill>
              </a:rPr>
              <a:t>How are you providing for meeting compliance standards during the build process</a:t>
            </a:r>
            <a:r>
              <a:rPr lang="en" sz="1200">
                <a:solidFill>
                  <a:schemeClr val="dk1"/>
                </a:solidFill>
              </a:rPr>
              <a:t>?</a:t>
            </a:r>
            <a:endParaRPr sz="1200">
              <a:solidFill>
                <a:schemeClr val="dk1"/>
              </a:solidFill>
            </a:endParaRPr>
          </a:p>
          <a:p>
            <a:pPr indent="-311150" lvl="0" marL="457200" rtl="0" algn="l">
              <a:lnSpc>
                <a:spcPct val="100000"/>
              </a:lnSpc>
              <a:spcBef>
                <a:spcPts val="0"/>
              </a:spcBef>
              <a:spcAft>
                <a:spcPts val="0"/>
              </a:spcAft>
              <a:buSzPts val="1300"/>
              <a:buChar char="▸"/>
            </a:pPr>
            <a:r>
              <a:rPr lang="en" sz="1200">
                <a:solidFill>
                  <a:schemeClr val="dk1"/>
                </a:solidFill>
              </a:rPr>
              <a:t>What capability would be most helpful in increasing your provisioning throughput?</a:t>
            </a:r>
            <a:endParaRPr sz="1200">
              <a:solidFill>
                <a:schemeClr val="dk1"/>
              </a:solidFill>
            </a:endParaRPr>
          </a:p>
          <a:p>
            <a:pPr indent="-311150" lvl="0" marL="457200" rtl="0" algn="l">
              <a:lnSpc>
                <a:spcPct val="100000"/>
              </a:lnSpc>
              <a:spcBef>
                <a:spcPts val="0"/>
              </a:spcBef>
              <a:spcAft>
                <a:spcPts val="0"/>
              </a:spcAft>
              <a:buSzPts val="1300"/>
              <a:buChar char="▸"/>
            </a:pPr>
            <a:r>
              <a:rPr lang="en" sz="1200">
                <a:solidFill>
                  <a:schemeClr val="dk1"/>
                </a:solidFill>
              </a:rPr>
              <a:t>How satisfied are your internal stakeholders with how your team provisions new systems. If you could make that “better”, how big of a win would that be for you and why?</a:t>
            </a:r>
            <a:endParaRPr sz="1200">
              <a:solidFill>
                <a:schemeClr val="dk1"/>
              </a:solidFill>
            </a:endParaRPr>
          </a:p>
          <a:p>
            <a:pPr indent="-311150" lvl="0" marL="457200" rtl="0" algn="l">
              <a:lnSpc>
                <a:spcPct val="100000"/>
              </a:lnSpc>
              <a:spcBef>
                <a:spcPts val="0"/>
              </a:spcBef>
              <a:spcAft>
                <a:spcPts val="0"/>
              </a:spcAft>
              <a:buSzPts val="1300"/>
              <a:buChar char="▸"/>
            </a:pPr>
            <a:r>
              <a:rPr lang="en" sz="1200">
                <a:solidFill>
                  <a:schemeClr val="dk1"/>
                </a:solidFill>
              </a:rPr>
              <a:t>What capability would be most helpful in giving your Linux operations team time back to focus on new projects?</a:t>
            </a:r>
            <a:endParaRPr sz="1200">
              <a:solidFill>
                <a:schemeClr val="dk1"/>
              </a:solidFill>
            </a:endParaRPr>
          </a:p>
          <a:p>
            <a:pPr indent="-311150" lvl="0" marL="457200" rtl="0" algn="l">
              <a:lnSpc>
                <a:spcPct val="100000"/>
              </a:lnSpc>
              <a:spcBef>
                <a:spcPts val="0"/>
              </a:spcBef>
              <a:spcAft>
                <a:spcPts val="0"/>
              </a:spcAft>
              <a:buSzPts val="1300"/>
              <a:buChar char="▸"/>
            </a:pPr>
            <a:r>
              <a:rPr lang="en" sz="1200">
                <a:solidFill>
                  <a:schemeClr val="dk1"/>
                </a:solidFill>
              </a:rPr>
              <a:t>How complex do you feel standard image build process is for RHEL? </a:t>
            </a:r>
            <a:endParaRPr sz="1200">
              <a:solidFill>
                <a:schemeClr val="dk1"/>
              </a:solidFill>
            </a:endParaRPr>
          </a:p>
          <a:p>
            <a:pPr indent="-311150" lvl="0" marL="457200" rtl="0" algn="l">
              <a:lnSpc>
                <a:spcPct val="100000"/>
              </a:lnSpc>
              <a:spcBef>
                <a:spcPts val="0"/>
              </a:spcBef>
              <a:spcAft>
                <a:spcPts val="0"/>
              </a:spcAft>
              <a:buSzPts val="1300"/>
              <a:buChar char="▸"/>
            </a:pPr>
            <a:r>
              <a:rPr lang="en" sz="1200">
                <a:solidFill>
                  <a:schemeClr val="dk1"/>
                </a:solidFill>
              </a:rPr>
              <a:t>How many standard builds do you have? Why so many/few?</a:t>
            </a:r>
            <a:endParaRPr sz="1200">
              <a:solidFill>
                <a:schemeClr val="dk1"/>
              </a:solidFill>
            </a:endParaRPr>
          </a:p>
          <a:p>
            <a:pPr indent="0" lvl="0" marL="457200" rtl="0" algn="l">
              <a:lnSpc>
                <a:spcPct val="100000"/>
              </a:lnSpc>
              <a:spcBef>
                <a:spcPts val="0"/>
              </a:spcBef>
              <a:spcAft>
                <a:spcPts val="0"/>
              </a:spcAft>
              <a:buNone/>
            </a:pPr>
            <a:r>
              <a:t/>
            </a:r>
            <a:endParaRPr sz="1200">
              <a:solidFill>
                <a:schemeClr val="dk1"/>
              </a:solidFill>
            </a:endParaRPr>
          </a:p>
          <a:p>
            <a:pPr indent="0" lvl="0" marL="457200" rtl="0" algn="l">
              <a:lnSpc>
                <a:spcPct val="100000"/>
              </a:lnSpc>
              <a:spcBef>
                <a:spcPts val="0"/>
              </a:spcBef>
              <a:spcAft>
                <a:spcPts val="0"/>
              </a:spcAft>
              <a:buNone/>
            </a:pPr>
            <a:r>
              <a:t/>
            </a:r>
            <a:endParaRPr sz="1200">
              <a:solidFill>
                <a:schemeClr val="dk1"/>
              </a:solidFill>
            </a:endParaRPr>
          </a:p>
        </p:txBody>
      </p:sp>
      <p:sp>
        <p:nvSpPr>
          <p:cNvPr id="985" name="Google Shape;985;p73"/>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Conversation Starters</a:t>
            </a:r>
            <a:endParaRPr/>
          </a:p>
        </p:txBody>
      </p:sp>
      <p:sp>
        <p:nvSpPr>
          <p:cNvPr id="986" name="Google Shape;986;p73"/>
          <p:cNvSpPr txBox="1"/>
          <p:nvPr>
            <p:ph idx="2"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Questions to ask </a:t>
            </a:r>
            <a:r>
              <a:rPr lang="en"/>
              <a:t>clients who </a:t>
            </a:r>
            <a:r>
              <a:rPr lang="en"/>
              <a:t>are</a:t>
            </a:r>
            <a:r>
              <a:rPr b="1" lang="en"/>
              <a:t> Not Integrating AAP, Satellite, and Identity</a:t>
            </a:r>
            <a:endParaRPr b="1"/>
          </a:p>
        </p:txBody>
      </p:sp>
      <p:pic>
        <p:nvPicPr>
          <p:cNvPr id="987" name="Google Shape;987;p73"/>
          <p:cNvPicPr preferRelativeResize="0"/>
          <p:nvPr/>
        </p:nvPicPr>
        <p:blipFill rotWithShape="1">
          <a:blip r:embed="rId3">
            <a:alphaModFix/>
          </a:blip>
          <a:srcRect b="0" l="0" r="0" t="0"/>
          <a:stretch/>
        </p:blipFill>
        <p:spPr>
          <a:xfrm>
            <a:off x="4312612" y="306500"/>
            <a:ext cx="518775" cy="518775"/>
          </a:xfrm>
          <a:prstGeom prst="rect">
            <a:avLst/>
          </a:prstGeom>
          <a:noFill/>
          <a:ln>
            <a:noFill/>
          </a:ln>
        </p:spPr>
      </p:pic>
      <p:sp>
        <p:nvSpPr>
          <p:cNvPr id="988" name="Google Shape;988;p73"/>
          <p:cNvSpPr txBox="1"/>
          <p:nvPr/>
        </p:nvSpPr>
        <p:spPr>
          <a:xfrm>
            <a:off x="331200" y="0"/>
            <a:ext cx="2986200" cy="661500"/>
          </a:xfrm>
          <a:prstGeom prst="rect">
            <a:avLst/>
          </a:prstGeom>
          <a:noFill/>
          <a:ln>
            <a:noFill/>
          </a:ln>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accent1"/>
                </a:solidFill>
                <a:latin typeface="Red Hat Display Medium"/>
                <a:ea typeface="Red Hat Display Medium"/>
                <a:cs typeface="Red Hat Display Medium"/>
                <a:sym typeface="Red Hat Display Medium"/>
              </a:rPr>
              <a:t>Red Hat Infrastructure Standard Adoption Model</a:t>
            </a:r>
            <a:endParaRPr sz="800">
              <a:solidFill>
                <a:srgbClr val="EE0000"/>
              </a:solidFill>
              <a:latin typeface="Red Hat Display Medium"/>
              <a:ea typeface="Red Hat Display Medium"/>
              <a:cs typeface="Red Hat Display Medium"/>
              <a:sym typeface="Red Hat Display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74"/>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Alternate Scoping Options of this Solution</a:t>
            </a:r>
            <a:endParaRPr/>
          </a:p>
        </p:txBody>
      </p:sp>
      <p:sp>
        <p:nvSpPr>
          <p:cNvPr id="994" name="Google Shape;994;p74"/>
          <p:cNvSpPr txBox="1"/>
          <p:nvPr>
            <p:ph idx="4" type="body"/>
          </p:nvPr>
        </p:nvSpPr>
        <p:spPr>
          <a:xfrm>
            <a:off x="1180300" y="2321500"/>
            <a:ext cx="7077900" cy="2428500"/>
          </a:xfrm>
          <a:prstGeom prst="rect">
            <a:avLst/>
          </a:prstGeom>
        </p:spPr>
        <p:txBody>
          <a:bodyPr anchorCtr="0" anchor="t" bIns="0" lIns="0" spcFirstLastPara="1" rIns="0" wrap="square" tIns="0">
            <a:noAutofit/>
          </a:bodyPr>
          <a:lstStyle/>
          <a:p>
            <a:pPr indent="-292100" lvl="0" marL="457200" rtl="0" algn="l">
              <a:lnSpc>
                <a:spcPct val="100000"/>
              </a:lnSpc>
              <a:spcBef>
                <a:spcPts val="400"/>
              </a:spcBef>
              <a:spcAft>
                <a:spcPts val="400"/>
              </a:spcAft>
              <a:buSzPts val="1000"/>
              <a:buChar char="▸"/>
            </a:pPr>
            <a:r>
              <a:rPr lang="en" sz="1000">
                <a:solidFill>
                  <a:schemeClr val="dk1"/>
                </a:solidFill>
              </a:rPr>
              <a:t>See </a:t>
            </a:r>
            <a:r>
              <a:rPr lang="en" sz="1000" u="sng">
                <a:solidFill>
                  <a:schemeClr val="hlink"/>
                </a:solidFill>
                <a:hlinkClick action="ppaction://hlinksldjump" r:id="rId3"/>
              </a:rPr>
              <a:t>Slide 19</a:t>
            </a:r>
            <a:endParaRPr sz="900"/>
          </a:p>
        </p:txBody>
      </p:sp>
      <p:sp>
        <p:nvSpPr>
          <p:cNvPr id="995" name="Google Shape;995;p74"/>
          <p:cNvSpPr txBox="1"/>
          <p:nvPr>
            <p:ph idx="4" type="body"/>
          </p:nvPr>
        </p:nvSpPr>
        <p:spPr>
          <a:xfrm>
            <a:off x="1255950" y="1478075"/>
            <a:ext cx="6846900" cy="657900"/>
          </a:xfrm>
          <a:prstGeom prst="rect">
            <a:avLst/>
          </a:prstGeom>
        </p:spPr>
        <p:txBody>
          <a:bodyPr anchorCtr="0" anchor="t" bIns="0" lIns="0" spcFirstLastPara="1" rIns="0" wrap="square" tIns="0">
            <a:noAutofit/>
          </a:bodyPr>
          <a:lstStyle/>
          <a:p>
            <a:pPr indent="0" lvl="0" marL="0" rtl="0" algn="l">
              <a:lnSpc>
                <a:spcPct val="115000"/>
              </a:lnSpc>
              <a:spcBef>
                <a:spcPts val="800"/>
              </a:spcBef>
              <a:spcAft>
                <a:spcPts val="800"/>
              </a:spcAft>
              <a:buNone/>
            </a:pPr>
            <a:r>
              <a:rPr lang="en" sz="1000"/>
              <a:t>These alternate scoping options aren't required for initial pre-sales conversations but are critical for scoping (creating task list and LOE). People who create task lists and level of effort estimates (architects, etc.) should consult the </a:t>
            </a:r>
            <a:r>
              <a:rPr lang="en" sz="1000" u="sng">
                <a:solidFill>
                  <a:schemeClr val="hlink"/>
                </a:solidFill>
                <a:hlinkClick r:id="rId4"/>
              </a:rPr>
              <a:t>Portfolio Hub</a:t>
            </a:r>
            <a:r>
              <a:rPr lang="en" sz="1000"/>
              <a:t> to understand how these flavors map to </a:t>
            </a:r>
            <a:r>
              <a:rPr lang="en" sz="1000"/>
              <a:t>client requirements.</a:t>
            </a:r>
            <a:endParaRPr sz="1000"/>
          </a:p>
        </p:txBody>
      </p:sp>
      <p:sp>
        <p:nvSpPr>
          <p:cNvPr id="996" name="Google Shape;996;p74"/>
          <p:cNvSpPr txBox="1"/>
          <p:nvPr>
            <p:ph idx="3" type="subTitle"/>
          </p:nvPr>
        </p:nvSpPr>
        <p:spPr>
          <a:xfrm>
            <a:off x="663788" y="4627163"/>
            <a:ext cx="6001800" cy="420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last updated: 8/25/23</a:t>
            </a:r>
            <a:endParaRPr/>
          </a:p>
        </p:txBody>
      </p:sp>
      <p:sp>
        <p:nvSpPr>
          <p:cNvPr id="997" name="Google Shape;997;p74"/>
          <p:cNvSpPr txBox="1"/>
          <p:nvPr/>
        </p:nvSpPr>
        <p:spPr>
          <a:xfrm>
            <a:off x="331200" y="0"/>
            <a:ext cx="2986200" cy="661500"/>
          </a:xfrm>
          <a:prstGeom prst="rect">
            <a:avLst/>
          </a:prstGeom>
          <a:noFill/>
          <a:ln>
            <a:noFill/>
          </a:ln>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accent1"/>
                </a:solidFill>
                <a:latin typeface="Red Hat Display Medium"/>
                <a:ea typeface="Red Hat Display Medium"/>
                <a:cs typeface="Red Hat Display Medium"/>
                <a:sym typeface="Red Hat Display Medium"/>
              </a:rPr>
              <a:t>Red Hat Infrastructure Standard Adoption Model</a:t>
            </a:r>
            <a:endParaRPr sz="800">
              <a:solidFill>
                <a:srgbClr val="EE0000"/>
              </a:solidFill>
              <a:latin typeface="Red Hat Display Medium"/>
              <a:ea typeface="Red Hat Display Medium"/>
              <a:cs typeface="Red Hat Display Medium"/>
              <a:sym typeface="Red Hat Display Medium"/>
            </a:endParaRPr>
          </a:p>
        </p:txBody>
      </p:sp>
      <p:pic>
        <p:nvPicPr>
          <p:cNvPr id="998" name="Google Shape;998;p74"/>
          <p:cNvPicPr preferRelativeResize="0"/>
          <p:nvPr/>
        </p:nvPicPr>
        <p:blipFill rotWithShape="1">
          <a:blip r:embed="rId5">
            <a:alphaModFix/>
          </a:blip>
          <a:srcRect b="0" l="0" r="0" t="0"/>
          <a:stretch/>
        </p:blipFill>
        <p:spPr>
          <a:xfrm>
            <a:off x="4312600" y="306500"/>
            <a:ext cx="518800" cy="51877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75"/>
          <p:cNvSpPr txBox="1"/>
          <p:nvPr>
            <p:ph idx="1" type="subTitle"/>
          </p:nvPr>
        </p:nvSpPr>
        <p:spPr>
          <a:xfrm>
            <a:off x="335826" y="41575"/>
            <a:ext cx="2981400" cy="612300"/>
          </a:xfrm>
          <a:prstGeom prst="rect">
            <a:avLst/>
          </a:prstGeom>
        </p:spPr>
        <p:txBody>
          <a:bodyPr anchorCtr="0" anchor="ctr" bIns="68575" lIns="329175" spcFirstLastPara="1" rIns="68575" wrap="square" tIns="6857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1004" name="Google Shape;1004;p75"/>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Standard Level of Effort Ranges</a:t>
            </a:r>
            <a:endParaRPr/>
          </a:p>
        </p:txBody>
      </p:sp>
      <p:sp>
        <p:nvSpPr>
          <p:cNvPr id="1005" name="Google Shape;1005;p75"/>
          <p:cNvSpPr txBox="1"/>
          <p:nvPr>
            <p:ph idx="2" type="subTitle"/>
          </p:nvPr>
        </p:nvSpPr>
        <p:spPr>
          <a:xfrm>
            <a:off x="663850" y="1240195"/>
            <a:ext cx="7816500" cy="5649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This is </a:t>
            </a:r>
            <a:r>
              <a:rPr lang="en"/>
              <a:t>intentionally</a:t>
            </a:r>
            <a:r>
              <a:rPr lang="en"/>
              <a:t> </a:t>
            </a:r>
            <a:r>
              <a:rPr lang="en"/>
              <a:t>vague</a:t>
            </a:r>
            <a:r>
              <a:rPr lang="en"/>
              <a:t> LoE,</a:t>
            </a:r>
            <a:br>
              <a:rPr lang="en"/>
            </a:br>
            <a:r>
              <a:rPr lang="en"/>
              <a:t>for details see the specific scope documents linked from the solution Portfolio Hub Page</a:t>
            </a:r>
            <a:endParaRPr/>
          </a:p>
        </p:txBody>
      </p:sp>
      <p:sp>
        <p:nvSpPr>
          <p:cNvPr id="1006" name="Google Shape;1006;p75"/>
          <p:cNvSpPr txBox="1"/>
          <p:nvPr/>
        </p:nvSpPr>
        <p:spPr>
          <a:xfrm>
            <a:off x="904500" y="1912725"/>
            <a:ext cx="7335000" cy="122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 sz="1000">
                <a:solidFill>
                  <a:schemeClr val="dk1"/>
                </a:solidFill>
                <a:latin typeface="Red Hat Display"/>
                <a:ea typeface="Red Hat Display"/>
                <a:cs typeface="Red Hat Display"/>
                <a:sym typeface="Red Hat Display"/>
              </a:rPr>
              <a:t>Default Level of Effort: TODO Weeks + Engagement readiness</a:t>
            </a:r>
            <a:endParaRPr b="1" sz="1000">
              <a:solidFill>
                <a:schemeClr val="dk1"/>
              </a:solidFill>
              <a:latin typeface="Red Hat Display"/>
              <a:ea typeface="Red Hat Display"/>
              <a:cs typeface="Red Hat Display"/>
              <a:sym typeface="Red Hat Display"/>
            </a:endParaRPr>
          </a:p>
          <a:p>
            <a:pPr indent="-285750" lvl="0" marL="457200" rtl="0" algn="l">
              <a:lnSpc>
                <a:spcPct val="135000"/>
              </a:lnSpc>
              <a:spcBef>
                <a:spcPts val="800"/>
              </a:spcBef>
              <a:spcAft>
                <a:spcPts val="0"/>
              </a:spcAft>
              <a:buClr>
                <a:schemeClr val="accent1"/>
              </a:buClr>
              <a:buSzPts val="900"/>
              <a:buFont typeface="Red Hat Display"/>
              <a:buChar char="▸"/>
            </a:pPr>
            <a:r>
              <a:rPr lang="en" sz="900" u="sng">
                <a:solidFill>
                  <a:schemeClr val="hlink"/>
                </a:solidFill>
                <a:latin typeface="Red Hat Display"/>
                <a:ea typeface="Red Hat Display"/>
                <a:cs typeface="Red Hat Display"/>
                <a:sym typeface="Red Hat Display"/>
                <a:hlinkClick r:id="rId3"/>
              </a:rPr>
              <a:t>Three Point Estimate Draft</a:t>
            </a:r>
            <a:endParaRPr sz="1000">
              <a:solidFill>
                <a:schemeClr val="dk1"/>
              </a:solidFill>
              <a:latin typeface="Red Hat Display"/>
              <a:ea typeface="Red Hat Display"/>
              <a:cs typeface="Red Hat Display"/>
              <a:sym typeface="Red Hat Display"/>
            </a:endParaRPr>
          </a:p>
          <a:p>
            <a:pPr indent="-292100" lvl="0" marL="457200" rtl="0" algn="l">
              <a:lnSpc>
                <a:spcPct val="135000"/>
              </a:lnSpc>
              <a:spcBef>
                <a:spcPts val="0"/>
              </a:spcBef>
              <a:spcAft>
                <a:spcPts val="0"/>
              </a:spcAft>
              <a:buClr>
                <a:schemeClr val="dk1"/>
              </a:buClr>
              <a:buSzPts val="1000"/>
              <a:buFont typeface="Red Hat Display"/>
              <a:buChar char="▸"/>
            </a:pPr>
            <a:r>
              <a:rPr lang="en" sz="1000" u="sng">
                <a:solidFill>
                  <a:schemeClr val="hlink"/>
                </a:solidFill>
                <a:latin typeface="Red Hat Display"/>
                <a:ea typeface="Red Hat Display"/>
                <a:cs typeface="Red Hat Display"/>
                <a:sym typeface="Red Hat Display"/>
                <a:hlinkClick r:id="rId4"/>
              </a:rPr>
              <a:t>Option 1 - Simplified Deployment</a:t>
            </a:r>
            <a:endParaRPr sz="1000">
              <a:solidFill>
                <a:schemeClr val="dk1"/>
              </a:solidFill>
              <a:latin typeface="Red Hat Display"/>
              <a:ea typeface="Red Hat Display"/>
              <a:cs typeface="Red Hat Display"/>
              <a:sym typeface="Red Hat Display"/>
            </a:endParaRPr>
          </a:p>
          <a:p>
            <a:pPr indent="-292100" lvl="0" marL="457200" rtl="0" algn="l">
              <a:lnSpc>
                <a:spcPct val="135000"/>
              </a:lnSpc>
              <a:spcBef>
                <a:spcPts val="0"/>
              </a:spcBef>
              <a:spcAft>
                <a:spcPts val="0"/>
              </a:spcAft>
              <a:buClr>
                <a:schemeClr val="dk1"/>
              </a:buClr>
              <a:buSzPts val="1000"/>
              <a:buFont typeface="Red Hat Display"/>
              <a:buChar char="▸"/>
            </a:pPr>
            <a:r>
              <a:rPr lang="en" sz="1000" u="sng">
                <a:solidFill>
                  <a:schemeClr val="hlink"/>
                </a:solidFill>
                <a:latin typeface="Red Hat Display"/>
                <a:ea typeface="Red Hat Display"/>
                <a:cs typeface="Red Hat Display"/>
                <a:sym typeface="Red Hat Display"/>
                <a:hlinkClick r:id="rId5"/>
              </a:rPr>
              <a:t>Option 2 - Automated Deployment</a:t>
            </a:r>
            <a:endParaRPr sz="1000">
              <a:solidFill>
                <a:schemeClr val="dk1"/>
              </a:solidFill>
              <a:latin typeface="Red Hat Display"/>
              <a:ea typeface="Red Hat Display"/>
              <a:cs typeface="Red Hat Display"/>
              <a:sym typeface="Red Hat Display"/>
            </a:endParaRPr>
          </a:p>
          <a:p>
            <a:pPr indent="-292100" lvl="0" marL="457200" rtl="0" algn="l">
              <a:lnSpc>
                <a:spcPct val="135000"/>
              </a:lnSpc>
              <a:spcBef>
                <a:spcPts val="0"/>
              </a:spcBef>
              <a:spcAft>
                <a:spcPts val="0"/>
              </a:spcAft>
              <a:buClr>
                <a:schemeClr val="dk1"/>
              </a:buClr>
              <a:buSzPts val="1000"/>
              <a:buFont typeface="Red Hat Display"/>
              <a:buChar char="▸"/>
            </a:pPr>
            <a:r>
              <a:rPr lang="en" sz="1000" u="sng">
                <a:solidFill>
                  <a:schemeClr val="hlink"/>
                </a:solidFill>
                <a:latin typeface="Red Hat Display"/>
                <a:ea typeface="Red Hat Display"/>
                <a:cs typeface="Red Hat Display"/>
                <a:sym typeface="Red Hat Display"/>
                <a:hlinkClick r:id="rId6"/>
              </a:rPr>
              <a:t>Option 3 - RH-ISAM Residency</a:t>
            </a:r>
            <a:endParaRPr sz="1000">
              <a:solidFill>
                <a:schemeClr val="dk1"/>
              </a:solidFill>
              <a:latin typeface="Red Hat Display"/>
              <a:ea typeface="Red Hat Display"/>
              <a:cs typeface="Red Hat Display"/>
              <a:sym typeface="Red Hat Display"/>
            </a:endParaRPr>
          </a:p>
        </p:txBody>
      </p:sp>
      <p:sp>
        <p:nvSpPr>
          <p:cNvPr id="1007" name="Google Shape;1007;p75"/>
          <p:cNvSpPr txBox="1"/>
          <p:nvPr/>
        </p:nvSpPr>
        <p:spPr>
          <a:xfrm>
            <a:off x="705600" y="3312625"/>
            <a:ext cx="7732800" cy="897900"/>
          </a:xfrm>
          <a:prstGeom prst="rect">
            <a:avLst/>
          </a:prstGeom>
          <a:solidFill>
            <a:schemeClr val="lt2"/>
          </a:solid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 sz="1000">
                <a:solidFill>
                  <a:schemeClr val="dk1"/>
                </a:solidFill>
                <a:latin typeface="Red Hat Display"/>
                <a:ea typeface="Red Hat Display"/>
                <a:cs typeface="Red Hat Display"/>
                <a:sym typeface="Red Hat Display"/>
              </a:rPr>
              <a:t>Important note: Other Flavors have different default staffing in terms of staff and time. </a:t>
            </a:r>
            <a:endParaRPr b="1" sz="1000">
              <a:solidFill>
                <a:schemeClr val="dk1"/>
              </a:solidFill>
              <a:latin typeface="Red Hat Display"/>
              <a:ea typeface="Red Hat Display"/>
              <a:cs typeface="Red Hat Display"/>
              <a:sym typeface="Red Hat Display"/>
            </a:endParaRPr>
          </a:p>
          <a:p>
            <a:pPr indent="0" lvl="0" marL="0" rtl="0" algn="l">
              <a:lnSpc>
                <a:spcPct val="115000"/>
              </a:lnSpc>
              <a:spcBef>
                <a:spcPts val="800"/>
              </a:spcBef>
              <a:spcAft>
                <a:spcPts val="0"/>
              </a:spcAft>
              <a:buNone/>
            </a:pPr>
            <a:r>
              <a:rPr lang="en" sz="1000">
                <a:solidFill>
                  <a:schemeClr val="dk1"/>
                </a:solidFill>
                <a:latin typeface="Red Hat Display"/>
                <a:ea typeface="Red Hat Display"/>
                <a:cs typeface="Red Hat Display"/>
                <a:sym typeface="Red Hat Display"/>
              </a:rPr>
              <a:t>Once your </a:t>
            </a:r>
            <a:r>
              <a:rPr lang="en" sz="1000">
                <a:solidFill>
                  <a:schemeClr val="dk1"/>
                </a:solidFill>
                <a:latin typeface="Red Hat Display"/>
                <a:ea typeface="Red Hat Display"/>
                <a:cs typeface="Red Hat Display"/>
                <a:sym typeface="Red Hat Display"/>
              </a:rPr>
              <a:t>technical scoper performs their discovery and scoping is complete,</a:t>
            </a:r>
            <a:r>
              <a:rPr lang="en" sz="1000">
                <a:solidFill>
                  <a:schemeClr val="dk1"/>
                </a:solidFill>
                <a:latin typeface="Red Hat Display"/>
                <a:ea typeface="Red Hat Display"/>
                <a:cs typeface="Red Hat Display"/>
                <a:sym typeface="Red Hat Display"/>
              </a:rPr>
              <a:t> your staffing plan can range WILDLY different from this.</a:t>
            </a:r>
            <a:endParaRPr sz="1000">
              <a:solidFill>
                <a:schemeClr val="dk1"/>
              </a:solidFill>
              <a:latin typeface="Red Hat Display"/>
              <a:ea typeface="Red Hat Display"/>
              <a:cs typeface="Red Hat Display"/>
              <a:sym typeface="Red Hat Display"/>
            </a:endParaRPr>
          </a:p>
          <a:p>
            <a:pPr indent="0" lvl="0" marL="0" rtl="0" algn="l">
              <a:lnSpc>
                <a:spcPct val="115000"/>
              </a:lnSpc>
              <a:spcBef>
                <a:spcPts val="800"/>
              </a:spcBef>
              <a:spcAft>
                <a:spcPts val="800"/>
              </a:spcAft>
              <a:buNone/>
            </a:pPr>
            <a:r>
              <a:rPr lang="en" sz="1000">
                <a:solidFill>
                  <a:schemeClr val="dk1"/>
                </a:solidFill>
                <a:latin typeface="Red Hat Display"/>
                <a:ea typeface="Red Hat Display"/>
                <a:cs typeface="Red Hat Display"/>
                <a:sym typeface="Red Hat Display"/>
              </a:rPr>
              <a:t>For more examples see the  Scopes under the Scope &amp; Delivery section on the Portfolio Hub for this solution.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76"/>
          <p:cNvSpPr/>
          <p:nvPr/>
        </p:nvSpPr>
        <p:spPr>
          <a:xfrm>
            <a:off x="613350" y="1053281"/>
            <a:ext cx="7435800" cy="3601800"/>
          </a:xfrm>
          <a:prstGeom prst="rect">
            <a:avLst/>
          </a:prstGeom>
          <a:solidFill>
            <a:srgbClr val="F3F3F3"/>
          </a:solidFill>
          <a:ln>
            <a:noFill/>
          </a:ln>
        </p:spPr>
        <p:txBody>
          <a:bodyPr anchorCtr="0" anchor="b" bIns="91425" lIns="68575" spcFirstLastPara="1" rIns="91425" wrap="square" tIns="91425">
            <a:noAutofit/>
          </a:bodyPr>
          <a:lstStyle/>
          <a:p>
            <a:pPr indent="0" lvl="0" marL="88900" rtl="0" algn="l">
              <a:spcBef>
                <a:spcPts val="0"/>
              </a:spcBef>
              <a:spcAft>
                <a:spcPts val="0"/>
              </a:spcAft>
              <a:buNone/>
            </a:pPr>
            <a:r>
              <a:rPr b="1" lang="en" sz="1200">
                <a:solidFill>
                  <a:srgbClr val="666666"/>
                </a:solidFill>
                <a:latin typeface="Red Hat Display"/>
                <a:ea typeface="Red Hat Display"/>
                <a:cs typeface="Red Hat Display"/>
                <a:sym typeface="Red Hat Display"/>
              </a:rPr>
              <a:t>Red Hat Infrastructure Standard Adoption Model</a:t>
            </a:r>
            <a:endParaRPr b="1" sz="1200">
              <a:solidFill>
                <a:srgbClr val="666666"/>
              </a:solidFill>
              <a:latin typeface="Red Hat Display"/>
              <a:ea typeface="Red Hat Display"/>
              <a:cs typeface="Red Hat Display"/>
              <a:sym typeface="Red Hat Display"/>
            </a:endParaRPr>
          </a:p>
          <a:p>
            <a:pPr indent="0" lvl="0" marL="88900" rtl="0" algn="l">
              <a:spcBef>
                <a:spcPts val="0"/>
              </a:spcBef>
              <a:spcAft>
                <a:spcPts val="0"/>
              </a:spcAft>
              <a:buNone/>
            </a:pPr>
            <a:r>
              <a:rPr lang="en" sz="900">
                <a:solidFill>
                  <a:srgbClr val="666666"/>
                </a:solidFill>
                <a:latin typeface="Red Hat Display"/>
                <a:ea typeface="Red Hat Display"/>
                <a:cs typeface="Red Hat Display"/>
                <a:sym typeface="Red Hat Display"/>
              </a:rPr>
              <a:t>A modular framework to support customer infrastructure modernisation - click on components for more information</a:t>
            </a:r>
            <a:endParaRPr sz="900">
              <a:solidFill>
                <a:srgbClr val="666666"/>
              </a:solidFill>
            </a:endParaRPr>
          </a:p>
        </p:txBody>
      </p:sp>
      <p:sp>
        <p:nvSpPr>
          <p:cNvPr id="1013" name="Google Shape;1013;p76"/>
          <p:cNvSpPr/>
          <p:nvPr/>
        </p:nvSpPr>
        <p:spPr>
          <a:xfrm>
            <a:off x="693619" y="1157512"/>
            <a:ext cx="7244400" cy="1874700"/>
          </a:xfrm>
          <a:prstGeom prst="rect">
            <a:avLst/>
          </a:prstGeom>
          <a:solidFill>
            <a:srgbClr val="D9D9D9"/>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b="1" sz="12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200">
              <a:solidFill>
                <a:srgbClr val="FF0000"/>
              </a:solidFill>
              <a:latin typeface="Red Hat Display"/>
              <a:ea typeface="Red Hat Display"/>
              <a:cs typeface="Red Hat Display"/>
              <a:sym typeface="Red Hat Display"/>
            </a:endParaRPr>
          </a:p>
          <a:p>
            <a:pPr indent="0" lvl="0" marL="0" rtl="0" algn="l">
              <a:spcBef>
                <a:spcPts val="0"/>
              </a:spcBef>
              <a:spcAft>
                <a:spcPts val="0"/>
              </a:spcAft>
              <a:buNone/>
            </a:pPr>
            <a:r>
              <a:t/>
            </a:r>
            <a:endParaRPr b="1" sz="1200">
              <a:solidFill>
                <a:srgbClr val="FF0000"/>
              </a:solidFill>
              <a:latin typeface="Red Hat Display"/>
              <a:ea typeface="Red Hat Display"/>
              <a:cs typeface="Red Hat Display"/>
              <a:sym typeface="Red Hat Display"/>
            </a:endParaRPr>
          </a:p>
        </p:txBody>
      </p:sp>
      <p:sp>
        <p:nvSpPr>
          <p:cNvPr id="1014" name="Google Shape;1014;p76">
            <a:hlinkClick r:id="rId3"/>
          </p:cNvPr>
          <p:cNvSpPr/>
          <p:nvPr/>
        </p:nvSpPr>
        <p:spPr>
          <a:xfrm>
            <a:off x="758044" y="1230586"/>
            <a:ext cx="955500" cy="1728300"/>
          </a:xfrm>
          <a:prstGeom prst="rect">
            <a:avLst/>
          </a:prstGeom>
          <a:solidFill>
            <a:srgbClr val="C00000"/>
          </a:solid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800"/>
              <a:buFont typeface="Arial"/>
              <a:buNone/>
            </a:pPr>
            <a:r>
              <a:rPr lang="en" sz="1100">
                <a:solidFill>
                  <a:schemeClr val="lt1"/>
                </a:solidFill>
                <a:uFill>
                  <a:noFill/>
                </a:uFill>
                <a:latin typeface="Red Hat Display Medium"/>
                <a:ea typeface="Red Hat Display Medium"/>
                <a:cs typeface="Red Hat Display Medium"/>
                <a:sym typeface="Red Hat Display Medium"/>
                <a:hlinkClick r:id="rId4">
                  <a:extLst>
                    <a:ext uri="{A12FA001-AC4F-418D-AE19-62706E023703}">
                      <ahyp:hlinkClr val="tx"/>
                    </a:ext>
                  </a:extLst>
                </a:hlinkClick>
              </a:rPr>
              <a:t>Migrate to RHEL</a:t>
            </a:r>
            <a:endParaRPr sz="7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700">
              <a:solidFill>
                <a:srgbClr val="FFFFFF"/>
              </a:solidFill>
              <a:latin typeface="Red Hat Text"/>
              <a:ea typeface="Red Hat Text"/>
              <a:cs typeface="Red Hat Text"/>
              <a:sym typeface="Red Hat Text"/>
            </a:endParaRPr>
          </a:p>
          <a:p>
            <a:pPr indent="0" lvl="0" marL="0" marR="0" rtl="0" algn="l">
              <a:spcBef>
                <a:spcPts val="0"/>
              </a:spcBef>
              <a:spcAft>
                <a:spcPts val="0"/>
              </a:spcAft>
              <a:buClr>
                <a:schemeClr val="dk1"/>
              </a:buClr>
              <a:buSzPts val="800"/>
              <a:buFont typeface="Arial"/>
              <a:buNone/>
            </a:pPr>
            <a:r>
              <a:rPr lang="en" sz="700">
                <a:solidFill>
                  <a:srgbClr val="FFFFFF"/>
                </a:solidFill>
                <a:latin typeface="Red Hat Text"/>
                <a:ea typeface="Red Hat Text"/>
                <a:cs typeface="Red Hat Text"/>
                <a:sym typeface="Red Hat Text"/>
              </a:rPr>
              <a:t>Analysing workloads on non-RHEL platforms (inc. legacy UNIX, Windows, +Linux), creating a migration strategy, replatforming candidate workloads on RHEL using a migration factory approach.</a:t>
            </a:r>
            <a:endParaRPr sz="700">
              <a:solidFill>
                <a:srgbClr val="FFFFFF"/>
              </a:solidFill>
            </a:endParaRPr>
          </a:p>
        </p:txBody>
      </p:sp>
      <p:sp>
        <p:nvSpPr>
          <p:cNvPr id="1015" name="Google Shape;1015;p76"/>
          <p:cNvSpPr txBox="1"/>
          <p:nvPr/>
        </p:nvSpPr>
        <p:spPr>
          <a:xfrm>
            <a:off x="645300" y="446275"/>
            <a:ext cx="7314000" cy="54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latin typeface="Red Hat Display Medium"/>
                <a:ea typeface="Red Hat Display Medium"/>
                <a:cs typeface="Red Hat Display Medium"/>
                <a:sym typeface="Red Hat Display Medium"/>
              </a:rPr>
              <a:t>RH Services: Red Hat Infrastructure Standard</a:t>
            </a:r>
            <a:endParaRPr sz="2000">
              <a:latin typeface="Red Hat Display Medium"/>
              <a:ea typeface="Red Hat Display Medium"/>
              <a:cs typeface="Red Hat Display Medium"/>
              <a:sym typeface="Red Hat Display Medium"/>
            </a:endParaRPr>
          </a:p>
        </p:txBody>
      </p:sp>
      <p:sp>
        <p:nvSpPr>
          <p:cNvPr id="1016" name="Google Shape;1016;p76"/>
          <p:cNvSpPr/>
          <p:nvPr/>
        </p:nvSpPr>
        <p:spPr>
          <a:xfrm>
            <a:off x="693694" y="3094406"/>
            <a:ext cx="7244400" cy="1088100"/>
          </a:xfrm>
          <a:prstGeom prst="rect">
            <a:avLst/>
          </a:prstGeom>
          <a:solidFill>
            <a:srgbClr val="D9D9D9"/>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b="1" sz="12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200">
              <a:solidFill>
                <a:srgbClr val="FF0000"/>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t/>
            </a:r>
            <a:endParaRPr b="1" sz="1200">
              <a:solidFill>
                <a:srgbClr val="FF0000"/>
              </a:solidFill>
              <a:latin typeface="Red Hat Display"/>
              <a:ea typeface="Red Hat Display"/>
              <a:cs typeface="Red Hat Display"/>
              <a:sym typeface="Red Hat Display"/>
            </a:endParaRPr>
          </a:p>
        </p:txBody>
      </p:sp>
      <p:sp>
        <p:nvSpPr>
          <p:cNvPr id="1017" name="Google Shape;1017;p76">
            <a:hlinkClick r:id="rId5"/>
          </p:cNvPr>
          <p:cNvSpPr/>
          <p:nvPr/>
        </p:nvSpPr>
        <p:spPr>
          <a:xfrm>
            <a:off x="758044" y="3680712"/>
            <a:ext cx="6432600" cy="426900"/>
          </a:xfrm>
          <a:prstGeom prst="rect">
            <a:avLst/>
          </a:prstGeom>
          <a:solidFill>
            <a:srgbClr val="C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uFill>
                  <a:noFill/>
                </a:uFill>
                <a:latin typeface="Red Hat Display Medium"/>
                <a:ea typeface="Red Hat Display Medium"/>
                <a:cs typeface="Red Hat Display Medium"/>
                <a:sym typeface="Red Hat Display Medium"/>
                <a:hlinkClick r:id="rId6">
                  <a:extLst>
                    <a:ext uri="{A12FA001-AC4F-418D-AE19-62706E023703}">
                      <ahyp:hlinkClr val="tx"/>
                    </a:ext>
                  </a:extLst>
                </a:hlinkClick>
              </a:rPr>
              <a:t>Navigate to the Red Hat Infrastructure</a:t>
            </a:r>
            <a:r>
              <a:rPr lang="en" sz="1100">
                <a:solidFill>
                  <a:schemeClr val="lt1"/>
                </a:solidFill>
                <a:latin typeface="Red Hat Display Medium"/>
                <a:ea typeface="Red Hat Display Medium"/>
                <a:cs typeface="Red Hat Display Medium"/>
                <a:sym typeface="Red Hat Display Medium"/>
              </a:rPr>
              <a:t> Standard</a:t>
            </a:r>
            <a:endParaRPr sz="1100">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700">
                <a:solidFill>
                  <a:schemeClr val="lt1"/>
                </a:solidFill>
                <a:latin typeface="Red Hat Display"/>
                <a:ea typeface="Red Hat Display"/>
                <a:cs typeface="Red Hat Display"/>
                <a:sym typeface="Red Hat Display"/>
              </a:rPr>
              <a:t>Engage with Red Hat to fully determine requirements, operational readiness.</a:t>
            </a:r>
            <a:endParaRPr sz="700">
              <a:solidFill>
                <a:srgbClr val="FFFFFF"/>
              </a:solidFill>
            </a:endParaRPr>
          </a:p>
        </p:txBody>
      </p:sp>
      <p:sp>
        <p:nvSpPr>
          <p:cNvPr id="1018" name="Google Shape;1018;p76">
            <a:hlinkClick r:id="rId7"/>
          </p:cNvPr>
          <p:cNvSpPr/>
          <p:nvPr/>
        </p:nvSpPr>
        <p:spPr>
          <a:xfrm>
            <a:off x="758044" y="3175256"/>
            <a:ext cx="6432600" cy="426900"/>
          </a:xfrm>
          <a:prstGeom prst="rect">
            <a:avLst/>
          </a:prstGeom>
          <a:solidFill>
            <a:srgbClr val="C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Red Hat Display Medium"/>
                <a:ea typeface="Red Hat Display Medium"/>
                <a:cs typeface="Red Hat Display Medium"/>
                <a:sym typeface="Red Hat Display Medium"/>
              </a:rPr>
              <a:t>Implement the Red Hat Infrastructure Standard</a:t>
            </a:r>
            <a:endParaRPr sz="1100">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sz="700">
                <a:solidFill>
                  <a:schemeClr val="lt1"/>
                </a:solidFill>
                <a:latin typeface="Red Hat Display"/>
                <a:ea typeface="Red Hat Display"/>
                <a:cs typeface="Red Hat Display"/>
                <a:sym typeface="Red Hat Display"/>
              </a:rPr>
              <a:t>Required :building a secure, stable, manageable, automated RHEL platform to scale workloads on</a:t>
            </a:r>
            <a:endParaRPr sz="700">
              <a:solidFill>
                <a:srgbClr val="FFFFFF"/>
              </a:solidFill>
            </a:endParaRPr>
          </a:p>
        </p:txBody>
      </p:sp>
      <p:sp>
        <p:nvSpPr>
          <p:cNvPr id="1019" name="Google Shape;1019;p76"/>
          <p:cNvSpPr txBox="1"/>
          <p:nvPr/>
        </p:nvSpPr>
        <p:spPr>
          <a:xfrm>
            <a:off x="670500" y="4822519"/>
            <a:ext cx="6747900" cy="281100"/>
          </a:xfrm>
          <a:prstGeom prst="rect">
            <a:avLst/>
          </a:prstGeom>
          <a:noFill/>
          <a:ln>
            <a:noFill/>
          </a:ln>
        </p:spPr>
        <p:txBody>
          <a:bodyPr anchorCtr="0" anchor="t" bIns="68575" lIns="68575" spcFirstLastPara="1" rIns="68575" wrap="square" tIns="68575">
            <a:noAutofit/>
          </a:bodyPr>
          <a:lstStyle/>
          <a:p>
            <a:pPr indent="0" lvl="0" marL="0" marR="0" rtl="0" algn="l">
              <a:spcBef>
                <a:spcPts val="0"/>
              </a:spcBef>
              <a:spcAft>
                <a:spcPts val="0"/>
              </a:spcAft>
              <a:buNone/>
            </a:pPr>
            <a:r>
              <a:rPr lang="en" sz="800">
                <a:solidFill>
                  <a:schemeClr val="dk1"/>
                </a:solidFill>
                <a:latin typeface="Red Hat Text"/>
                <a:ea typeface="Red Hat Text"/>
                <a:cs typeface="Red Hat Text"/>
                <a:sym typeface="Red Hat Text"/>
              </a:rPr>
              <a:t>* This component is mandatory unless the customer already has a RHEL Standard Operating Environment in place.</a:t>
            </a:r>
            <a:endParaRPr sz="1100"/>
          </a:p>
        </p:txBody>
      </p:sp>
      <p:sp>
        <p:nvSpPr>
          <p:cNvPr id="1020" name="Google Shape;1020;p76"/>
          <p:cNvSpPr txBox="1"/>
          <p:nvPr/>
        </p:nvSpPr>
        <p:spPr>
          <a:xfrm rot="-5400000">
            <a:off x="7310850" y="3461906"/>
            <a:ext cx="1016100" cy="281100"/>
          </a:xfrm>
          <a:prstGeom prst="rect">
            <a:avLst/>
          </a:prstGeom>
          <a:noFill/>
          <a:ln>
            <a:noFill/>
          </a:ln>
        </p:spPr>
        <p:txBody>
          <a:bodyPr anchorCtr="0" anchor="t" bIns="68575" lIns="68575" spcFirstLastPara="1" rIns="68575" wrap="square" tIns="68575">
            <a:noAutofit/>
          </a:bodyPr>
          <a:lstStyle/>
          <a:p>
            <a:pPr indent="0" lvl="0" marL="0" marR="0" rtl="0" algn="ctr">
              <a:spcBef>
                <a:spcPts val="0"/>
              </a:spcBef>
              <a:spcAft>
                <a:spcPts val="0"/>
              </a:spcAft>
              <a:buNone/>
            </a:pPr>
            <a:r>
              <a:rPr lang="en" sz="900">
                <a:solidFill>
                  <a:schemeClr val="dk1"/>
                </a:solidFill>
                <a:latin typeface="Red Hat Text"/>
                <a:ea typeface="Red Hat Text"/>
                <a:cs typeface="Red Hat Text"/>
                <a:sym typeface="Red Hat Text"/>
              </a:rPr>
              <a:t>Foundational</a:t>
            </a:r>
            <a:endParaRPr sz="900"/>
          </a:p>
        </p:txBody>
      </p:sp>
      <p:sp>
        <p:nvSpPr>
          <p:cNvPr id="1021" name="Google Shape;1021;p76"/>
          <p:cNvSpPr txBox="1"/>
          <p:nvPr/>
        </p:nvSpPr>
        <p:spPr>
          <a:xfrm rot="-5400000">
            <a:off x="6660900" y="1954223"/>
            <a:ext cx="2087400" cy="281100"/>
          </a:xfrm>
          <a:prstGeom prst="rect">
            <a:avLst/>
          </a:prstGeom>
          <a:noFill/>
          <a:ln>
            <a:noFill/>
          </a:ln>
        </p:spPr>
        <p:txBody>
          <a:bodyPr anchorCtr="0" anchor="t" bIns="68575" lIns="68575" spcFirstLastPara="1" rIns="68575" wrap="square" tIns="68575">
            <a:noAutofit/>
          </a:bodyPr>
          <a:lstStyle/>
          <a:p>
            <a:pPr indent="0" lvl="0" marL="0" marR="0" rtl="0" algn="ctr">
              <a:spcBef>
                <a:spcPts val="0"/>
              </a:spcBef>
              <a:spcAft>
                <a:spcPts val="0"/>
              </a:spcAft>
              <a:buNone/>
            </a:pPr>
            <a:r>
              <a:rPr lang="en" sz="900">
                <a:solidFill>
                  <a:schemeClr val="dk1"/>
                </a:solidFill>
                <a:latin typeface="Red Hat Text"/>
                <a:ea typeface="Red Hat Text"/>
                <a:cs typeface="Red Hat Text"/>
                <a:sym typeface="Red Hat Text"/>
              </a:rPr>
              <a:t>Plugable Solutions</a:t>
            </a:r>
            <a:endParaRPr sz="900">
              <a:solidFill>
                <a:schemeClr val="dk1"/>
              </a:solidFill>
              <a:latin typeface="Red Hat Text"/>
              <a:ea typeface="Red Hat Text"/>
              <a:cs typeface="Red Hat Text"/>
              <a:sym typeface="Red Hat Text"/>
            </a:endParaRPr>
          </a:p>
          <a:p>
            <a:pPr indent="0" lvl="0" marL="0" marR="0" rtl="0" algn="ctr">
              <a:spcBef>
                <a:spcPts val="0"/>
              </a:spcBef>
              <a:spcAft>
                <a:spcPts val="0"/>
              </a:spcAft>
              <a:buNone/>
            </a:pPr>
            <a:r>
              <a:rPr lang="en" sz="900">
                <a:solidFill>
                  <a:schemeClr val="dk1"/>
                </a:solidFill>
                <a:latin typeface="Red Hat Text"/>
                <a:ea typeface="Red Hat Text"/>
                <a:cs typeface="Red Hat Text"/>
                <a:sym typeface="Red Hat Text"/>
              </a:rPr>
              <a:t>at least one + Contribute</a:t>
            </a:r>
            <a:endParaRPr sz="900">
              <a:solidFill>
                <a:schemeClr val="dk1"/>
              </a:solidFill>
              <a:latin typeface="Red Hat Text"/>
              <a:ea typeface="Red Hat Text"/>
              <a:cs typeface="Red Hat Text"/>
              <a:sym typeface="Red Hat Text"/>
            </a:endParaRPr>
          </a:p>
        </p:txBody>
      </p:sp>
      <p:sp>
        <p:nvSpPr>
          <p:cNvPr id="1022" name="Google Shape;1022;p76">
            <a:hlinkClick r:id="rId8"/>
          </p:cNvPr>
          <p:cNvSpPr/>
          <p:nvPr/>
        </p:nvSpPr>
        <p:spPr>
          <a:xfrm>
            <a:off x="1786744" y="1230586"/>
            <a:ext cx="955500" cy="1728300"/>
          </a:xfrm>
          <a:prstGeom prst="rect">
            <a:avLst/>
          </a:prstGeom>
          <a:solidFill>
            <a:srgbClr val="C00000"/>
          </a:solid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800"/>
              <a:buFont typeface="Arial"/>
              <a:buNone/>
            </a:pPr>
            <a:r>
              <a:rPr lang="en" sz="1100">
                <a:solidFill>
                  <a:schemeClr val="lt1"/>
                </a:solidFill>
                <a:uFill>
                  <a:noFill/>
                </a:uFill>
                <a:latin typeface="Red Hat Display Medium"/>
                <a:ea typeface="Red Hat Display Medium"/>
                <a:cs typeface="Red Hat Display Medium"/>
                <a:sym typeface="Red Hat Display Medium"/>
                <a:hlinkClick r:id="rId9">
                  <a:extLst>
                    <a:ext uri="{A12FA001-AC4F-418D-AE19-62706E023703}">
                      <ahyp:hlinkClr val="tx"/>
                    </a:ext>
                  </a:extLst>
                </a:hlinkClick>
              </a:rPr>
              <a:t>Convert to RHEL</a:t>
            </a:r>
            <a:endParaRPr sz="1100">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7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700">
                <a:solidFill>
                  <a:srgbClr val="FFFFFF"/>
                </a:solidFill>
                <a:latin typeface="Red Hat Text"/>
                <a:ea typeface="Red Hat Text"/>
                <a:cs typeface="Red Hat Text"/>
                <a:sym typeface="Red Hat Text"/>
              </a:rPr>
              <a:t>Analysing and converting in-place rpm based operating systems to RHEL. </a:t>
            </a:r>
            <a:endParaRPr sz="7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7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700">
                <a:solidFill>
                  <a:srgbClr val="FFFFFF"/>
                </a:solidFill>
                <a:latin typeface="Red Hat Text"/>
                <a:ea typeface="Red Hat Text"/>
                <a:cs typeface="Red Hat Text"/>
                <a:sym typeface="Red Hat Text"/>
              </a:rPr>
              <a:t>This allows in-place upgrade to eliminate technical debt.</a:t>
            </a:r>
            <a:endParaRPr sz="7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7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700">
              <a:solidFill>
                <a:srgbClr val="FFFFFF"/>
              </a:solidFill>
            </a:endParaRPr>
          </a:p>
        </p:txBody>
      </p:sp>
      <p:sp>
        <p:nvSpPr>
          <p:cNvPr id="1023" name="Google Shape;1023;p76">
            <a:hlinkClick r:id="rId10"/>
          </p:cNvPr>
          <p:cNvSpPr/>
          <p:nvPr/>
        </p:nvSpPr>
        <p:spPr>
          <a:xfrm>
            <a:off x="2815444" y="1230586"/>
            <a:ext cx="955500" cy="1728300"/>
          </a:xfrm>
          <a:prstGeom prst="rect">
            <a:avLst/>
          </a:prstGeom>
          <a:solidFill>
            <a:srgbClr val="C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uFill>
                  <a:noFill/>
                </a:uFill>
                <a:latin typeface="Red Hat Display Medium"/>
                <a:ea typeface="Red Hat Display Medium"/>
                <a:cs typeface="Red Hat Display Medium"/>
                <a:sym typeface="Red Hat Display Medium"/>
                <a:hlinkClick r:id="rId11">
                  <a:extLst>
                    <a:ext uri="{A12FA001-AC4F-418D-AE19-62706E023703}">
                      <ahyp:hlinkClr val="tx"/>
                    </a:ext>
                  </a:extLst>
                </a:hlinkClick>
              </a:rPr>
              <a:t>Upgrade to RHEL</a:t>
            </a:r>
            <a:r>
              <a:rPr lang="en" sz="1100">
                <a:solidFill>
                  <a:schemeClr val="lt1"/>
                </a:solidFill>
                <a:latin typeface="Red Hat Display Medium"/>
                <a:ea typeface="Red Hat Display Medium"/>
                <a:cs typeface="Red Hat Display Medium"/>
                <a:sym typeface="Red Hat Display Medium"/>
              </a:rPr>
              <a:t>8 or 9</a:t>
            </a:r>
            <a:endParaRPr sz="1100">
              <a:solidFill>
                <a:schemeClr val="lt1"/>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7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rPr lang="en" sz="700">
                <a:solidFill>
                  <a:srgbClr val="FFFFFF"/>
                </a:solidFill>
                <a:latin typeface="Red Hat Text"/>
                <a:ea typeface="Red Hat Text"/>
                <a:cs typeface="Red Hat Text"/>
                <a:sym typeface="Red Hat Text"/>
              </a:rPr>
              <a:t>Analysis and in-place upgrading servers running older versions of RHEL to RHEL8 or RHEL9.</a:t>
            </a:r>
            <a:endParaRPr sz="700">
              <a:solidFill>
                <a:schemeClr val="lt1"/>
              </a:solidFill>
              <a:latin typeface="Red Hat Text"/>
              <a:ea typeface="Red Hat Text"/>
              <a:cs typeface="Red Hat Text"/>
              <a:sym typeface="Red Hat Text"/>
            </a:endParaRPr>
          </a:p>
        </p:txBody>
      </p:sp>
      <p:sp>
        <p:nvSpPr>
          <p:cNvPr id="1024" name="Google Shape;1024;p76">
            <a:hlinkClick r:id="rId12"/>
          </p:cNvPr>
          <p:cNvSpPr/>
          <p:nvPr/>
        </p:nvSpPr>
        <p:spPr>
          <a:xfrm>
            <a:off x="4853250" y="1230511"/>
            <a:ext cx="955500" cy="1728300"/>
          </a:xfrm>
          <a:prstGeom prst="rect">
            <a:avLst/>
          </a:prstGeom>
          <a:solidFill>
            <a:srgbClr val="C00000"/>
          </a:solid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lang="en" sz="1100">
                <a:solidFill>
                  <a:srgbClr val="FFFFFF"/>
                </a:solidFill>
                <a:latin typeface="Red Hat Display Medium"/>
                <a:ea typeface="Red Hat Display Medium"/>
                <a:cs typeface="Red Hat Display Medium"/>
                <a:sym typeface="Red Hat Display Medium"/>
              </a:rPr>
              <a:t>Modernize Application Delivery</a:t>
            </a:r>
            <a:endParaRPr sz="1100">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t/>
            </a:r>
            <a:endParaRPr sz="1100">
              <a:solidFill>
                <a:srgbClr val="FFFFFF"/>
              </a:solidFill>
              <a:latin typeface="Red Hat Display Medium"/>
              <a:ea typeface="Red Hat Display Medium"/>
              <a:cs typeface="Red Hat Display Medium"/>
              <a:sym typeface="Red Hat Display Medium"/>
            </a:endParaRPr>
          </a:p>
          <a:p>
            <a:pPr indent="0" lvl="0" marL="0" marR="0" rtl="0" algn="l">
              <a:spcBef>
                <a:spcPts val="0"/>
              </a:spcBef>
              <a:spcAft>
                <a:spcPts val="0"/>
              </a:spcAft>
              <a:buNone/>
            </a:pPr>
            <a:r>
              <a:rPr lang="en" sz="700">
                <a:solidFill>
                  <a:srgbClr val="FFFFFF"/>
                </a:solidFill>
                <a:latin typeface="Red Hat Text"/>
                <a:ea typeface="Red Hat Text"/>
                <a:cs typeface="Red Hat Text"/>
                <a:sym typeface="Red Hat Text"/>
              </a:rPr>
              <a:t>Analysis and migration of applications running any operating system to a standard methodology</a:t>
            </a:r>
            <a:endParaRPr sz="1200">
              <a:solidFill>
                <a:srgbClr val="FFFFFF"/>
              </a:solidFill>
            </a:endParaRPr>
          </a:p>
        </p:txBody>
      </p:sp>
      <p:sp>
        <p:nvSpPr>
          <p:cNvPr id="1025" name="Google Shape;1025;p76"/>
          <p:cNvSpPr/>
          <p:nvPr/>
        </p:nvSpPr>
        <p:spPr>
          <a:xfrm>
            <a:off x="6128410" y="1230511"/>
            <a:ext cx="955500" cy="17283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91425" lIns="91425" spcFirstLastPara="1" rIns="91425" wrap="square" tIns="91425">
            <a:noAutofit/>
          </a:bodyPr>
          <a:lstStyle/>
          <a:p>
            <a:pPr indent="0" lvl="0" marL="0" marR="0" rtl="0" algn="l">
              <a:spcBef>
                <a:spcPts val="0"/>
              </a:spcBef>
              <a:spcAft>
                <a:spcPts val="0"/>
              </a:spcAft>
              <a:buNone/>
            </a:pPr>
            <a:r>
              <a:t/>
            </a:r>
            <a:endParaRPr sz="1200">
              <a:solidFill>
                <a:srgbClr val="FFFFFF"/>
              </a:solidFill>
            </a:endParaRPr>
          </a:p>
        </p:txBody>
      </p:sp>
      <p:sp>
        <p:nvSpPr>
          <p:cNvPr id="1026" name="Google Shape;1026;p76"/>
          <p:cNvSpPr/>
          <p:nvPr/>
        </p:nvSpPr>
        <p:spPr>
          <a:xfrm>
            <a:off x="6039113" y="1230511"/>
            <a:ext cx="955500" cy="17283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91425" lIns="91425" spcFirstLastPara="1" rIns="91425" wrap="square" tIns="91425">
            <a:noAutofit/>
          </a:bodyPr>
          <a:lstStyle/>
          <a:p>
            <a:pPr indent="0" lvl="0" marL="0" marR="0" rtl="0" algn="l">
              <a:spcBef>
                <a:spcPts val="0"/>
              </a:spcBef>
              <a:spcAft>
                <a:spcPts val="0"/>
              </a:spcAft>
              <a:buNone/>
            </a:pPr>
            <a:r>
              <a:t/>
            </a:r>
            <a:endParaRPr sz="1200">
              <a:solidFill>
                <a:srgbClr val="FFFFFF"/>
              </a:solidFill>
            </a:endParaRPr>
          </a:p>
        </p:txBody>
      </p:sp>
      <p:sp>
        <p:nvSpPr>
          <p:cNvPr id="1027" name="Google Shape;1027;p76"/>
          <p:cNvSpPr/>
          <p:nvPr/>
        </p:nvSpPr>
        <p:spPr>
          <a:xfrm>
            <a:off x="5956960" y="1230511"/>
            <a:ext cx="955500" cy="1728300"/>
          </a:xfrm>
          <a:prstGeom prst="rect">
            <a:avLst/>
          </a:prstGeom>
          <a:solidFill>
            <a:srgbClr val="D9D9D9"/>
          </a:solidFill>
          <a:ln cap="flat" cmpd="sng" w="9525">
            <a:solidFill>
              <a:srgbClr val="FFFFFF"/>
            </a:solidFill>
            <a:prstDash val="dot"/>
            <a:round/>
            <a:headEnd len="sm" w="sm" type="none"/>
            <a:tailEnd len="sm" w="sm" type="none"/>
          </a:ln>
        </p:spPr>
        <p:txBody>
          <a:bodyPr anchorCtr="0" anchor="t" bIns="91425" lIns="91425" spcFirstLastPara="1" rIns="91425" wrap="square" tIns="91425">
            <a:noAutofit/>
          </a:bodyPr>
          <a:lstStyle/>
          <a:p>
            <a:pPr indent="0" lvl="0" marL="0" marR="0" rtl="0" algn="l">
              <a:spcBef>
                <a:spcPts val="0"/>
              </a:spcBef>
              <a:spcAft>
                <a:spcPts val="0"/>
              </a:spcAft>
              <a:buNone/>
            </a:pPr>
            <a:r>
              <a:t/>
            </a:r>
            <a:endParaRPr sz="1200">
              <a:solidFill>
                <a:srgbClr val="FFFFFF"/>
              </a:solidFill>
            </a:endParaRPr>
          </a:p>
        </p:txBody>
      </p:sp>
      <p:sp>
        <p:nvSpPr>
          <p:cNvPr id="1028" name="Google Shape;1028;p76">
            <a:hlinkClick r:id="rId13"/>
          </p:cNvPr>
          <p:cNvSpPr/>
          <p:nvPr/>
        </p:nvSpPr>
        <p:spPr>
          <a:xfrm>
            <a:off x="5881950" y="1230511"/>
            <a:ext cx="955500" cy="1728300"/>
          </a:xfrm>
          <a:prstGeom prst="rect">
            <a:avLst/>
          </a:prstGeom>
          <a:solidFill>
            <a:srgbClr val="999999"/>
          </a:solid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lang="en" sz="1100">
                <a:solidFill>
                  <a:srgbClr val="FFFFFF"/>
                </a:solidFill>
                <a:latin typeface="Red Hat Display Medium"/>
                <a:ea typeface="Red Hat Display Medium"/>
                <a:cs typeface="Red Hat Display Medium"/>
                <a:sym typeface="Red Hat Display Medium"/>
              </a:rPr>
              <a:t>Deliver All Standard Workloads through Automation</a:t>
            </a:r>
            <a:endParaRPr sz="700">
              <a:solidFill>
                <a:srgbClr val="FFFFFF"/>
              </a:solidFill>
              <a:latin typeface="Red Hat Text"/>
              <a:ea typeface="Red Hat Text"/>
              <a:cs typeface="Red Hat Text"/>
              <a:sym typeface="Red Hat Text"/>
            </a:endParaRPr>
          </a:p>
          <a:p>
            <a:pPr indent="0" lvl="0" marL="0" marR="0" rtl="0" algn="l">
              <a:spcBef>
                <a:spcPts val="0"/>
              </a:spcBef>
              <a:spcAft>
                <a:spcPts val="0"/>
              </a:spcAft>
              <a:buNone/>
            </a:pPr>
            <a:r>
              <a:t/>
            </a:r>
            <a:endParaRPr sz="1200">
              <a:solidFill>
                <a:srgbClr val="FFFFFF"/>
              </a:solidFill>
            </a:endParaRPr>
          </a:p>
        </p:txBody>
      </p:sp>
      <p:sp>
        <p:nvSpPr>
          <p:cNvPr id="1029" name="Google Shape;1029;p76">
            <a:hlinkClick r:id="rId14"/>
          </p:cNvPr>
          <p:cNvSpPr/>
          <p:nvPr/>
        </p:nvSpPr>
        <p:spPr>
          <a:xfrm>
            <a:off x="3834347" y="1237294"/>
            <a:ext cx="955500" cy="1728300"/>
          </a:xfrm>
          <a:prstGeom prst="rect">
            <a:avLst/>
          </a:prstGeom>
          <a:solidFill>
            <a:srgbClr val="C00000"/>
          </a:solid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n" sz="1100">
                <a:solidFill>
                  <a:schemeClr val="lt1"/>
                </a:solidFill>
                <a:latin typeface="Red Hat Display Medium"/>
                <a:ea typeface="Red Hat Display Medium"/>
                <a:cs typeface="Red Hat Display Medium"/>
                <a:sym typeface="Red Hat Display Medium"/>
              </a:rPr>
              <a:t>Modernize</a:t>
            </a:r>
            <a:br>
              <a:rPr lang="en" sz="1100">
                <a:solidFill>
                  <a:schemeClr val="lt1"/>
                </a:solidFill>
                <a:latin typeface="Red Hat Display Medium"/>
                <a:ea typeface="Red Hat Display Medium"/>
                <a:cs typeface="Red Hat Display Medium"/>
                <a:sym typeface="Red Hat Display Medium"/>
              </a:rPr>
            </a:br>
            <a:r>
              <a:rPr lang="en" sz="1100">
                <a:solidFill>
                  <a:schemeClr val="lt1"/>
                </a:solidFill>
                <a:latin typeface="Red Hat Display Medium"/>
                <a:ea typeface="Red Hat Display Medium"/>
                <a:cs typeface="Red Hat Display Medium"/>
                <a:sym typeface="Red Hat Display Medium"/>
              </a:rPr>
              <a:t>Virtualization</a:t>
            </a:r>
            <a:endParaRPr sz="1100">
              <a:solidFill>
                <a:schemeClr val="lt1"/>
              </a:solidFill>
              <a:latin typeface="Red Hat Display Medium"/>
              <a:ea typeface="Red Hat Display Medium"/>
              <a:cs typeface="Red Hat Display Medium"/>
              <a:sym typeface="Red Hat Display Medium"/>
            </a:endParaRPr>
          </a:p>
          <a:p>
            <a:pPr indent="0" lvl="0" marL="0" rtl="0" algn="l">
              <a:spcBef>
                <a:spcPts val="0"/>
              </a:spcBef>
              <a:spcAft>
                <a:spcPts val="0"/>
              </a:spcAft>
              <a:buNone/>
            </a:pPr>
            <a:r>
              <a:t/>
            </a:r>
            <a:endParaRPr sz="7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700">
                <a:solidFill>
                  <a:schemeClr val="lt1"/>
                </a:solidFill>
                <a:latin typeface="Red Hat Display"/>
                <a:ea typeface="Red Hat Display"/>
                <a:cs typeface="Red Hat Display"/>
                <a:sym typeface="Red Hat Display"/>
              </a:rPr>
              <a:t>Deploy New Virtualization Platforms and migrate workloads onto it. </a:t>
            </a:r>
            <a:endParaRPr sz="7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sz="700">
              <a:solidFill>
                <a:schemeClr val="lt1"/>
              </a:solidFill>
              <a:latin typeface="Red Hat Display"/>
              <a:ea typeface="Red Hat Display"/>
              <a:cs typeface="Red Hat Display"/>
              <a:sym typeface="Red Hat Displa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77"/>
          <p:cNvSpPr/>
          <p:nvPr/>
        </p:nvSpPr>
        <p:spPr>
          <a:xfrm>
            <a:off x="406988" y="1478671"/>
            <a:ext cx="8119004" cy="2225934"/>
          </a:xfrm>
          <a:custGeom>
            <a:rect b="b" l="l" r="r" t="t"/>
            <a:pathLst>
              <a:path extrusionOk="0" h="2565918" w="7552562">
                <a:moveTo>
                  <a:pt x="0" y="2565918"/>
                </a:moveTo>
                <a:cubicBezTo>
                  <a:pt x="489079" y="1771261"/>
                  <a:pt x="1000295" y="1219200"/>
                  <a:pt x="1841605" y="1110343"/>
                </a:cubicBezTo>
                <a:cubicBezTo>
                  <a:pt x="2682915" y="1001486"/>
                  <a:pt x="4096035" y="2097832"/>
                  <a:pt x="5047861" y="1912775"/>
                </a:cubicBezTo>
                <a:cubicBezTo>
                  <a:pt x="5999687" y="1727718"/>
                  <a:pt x="6860364" y="1041141"/>
                  <a:pt x="7552562" y="0"/>
                </a:cubicBezTo>
              </a:path>
            </a:pathLst>
          </a:custGeom>
          <a:noFill/>
          <a:ln cap="flat" cmpd="sng" w="76200">
            <a:solidFill>
              <a:srgbClr val="EE0000"/>
            </a:solidFill>
            <a:prstDash val="solid"/>
            <a:round/>
            <a:headEnd len="sm" w="sm" type="none"/>
            <a:tailEnd len="sm" w="sm" type="none"/>
          </a:ln>
          <a:effectLst>
            <a:outerShdw blurRad="50800" rotWithShape="0" algn="tl" dir="2700000" dist="203200">
              <a:srgbClr val="000000">
                <a:alpha val="863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rgbClr val="FFFFFF"/>
              </a:solidFill>
              <a:latin typeface="Calibri"/>
              <a:ea typeface="Calibri"/>
              <a:cs typeface="Calibri"/>
              <a:sym typeface="Calibri"/>
            </a:endParaRPr>
          </a:p>
        </p:txBody>
      </p:sp>
      <p:grpSp>
        <p:nvGrpSpPr>
          <p:cNvPr id="1035" name="Google Shape;1035;p77"/>
          <p:cNvGrpSpPr/>
          <p:nvPr/>
        </p:nvGrpSpPr>
        <p:grpSpPr>
          <a:xfrm>
            <a:off x="1505233" y="2394021"/>
            <a:ext cx="386691" cy="395235"/>
            <a:chOff x="2961988" y="3325174"/>
            <a:chExt cx="482700" cy="482700"/>
          </a:xfrm>
        </p:grpSpPr>
        <p:sp>
          <p:nvSpPr>
            <p:cNvPr id="1036" name="Google Shape;1036;p7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1" sz="2400" u="none" cap="none" strike="noStrike">
                <a:solidFill>
                  <a:srgbClr val="FFFFFF"/>
                </a:solidFill>
                <a:latin typeface="Calibri"/>
                <a:ea typeface="Calibri"/>
                <a:cs typeface="Calibri"/>
                <a:sym typeface="Calibri"/>
              </a:endParaRPr>
            </a:p>
          </p:txBody>
        </p:sp>
        <p:sp>
          <p:nvSpPr>
            <p:cNvPr id="1037" name="Google Shape;1037;p7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i="1" sz="2400">
                <a:solidFill>
                  <a:srgbClr val="000000"/>
                </a:solidFill>
                <a:latin typeface="Calibri"/>
                <a:ea typeface="Calibri"/>
                <a:cs typeface="Calibri"/>
                <a:sym typeface="Calibri"/>
              </a:endParaRPr>
            </a:p>
          </p:txBody>
        </p:sp>
      </p:grpSp>
      <p:grpSp>
        <p:nvGrpSpPr>
          <p:cNvPr id="1038" name="Google Shape;1038;p77"/>
          <p:cNvGrpSpPr/>
          <p:nvPr/>
        </p:nvGrpSpPr>
        <p:grpSpPr>
          <a:xfrm>
            <a:off x="265666" y="3495369"/>
            <a:ext cx="386691" cy="395235"/>
            <a:chOff x="2961988" y="3325174"/>
            <a:chExt cx="482700" cy="482700"/>
          </a:xfrm>
        </p:grpSpPr>
        <p:sp>
          <p:nvSpPr>
            <p:cNvPr id="1039" name="Google Shape;1039;p7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1" sz="2400">
                <a:solidFill>
                  <a:srgbClr val="FFFFFF"/>
                </a:solidFill>
                <a:latin typeface="Calibri"/>
                <a:ea typeface="Calibri"/>
                <a:cs typeface="Calibri"/>
                <a:sym typeface="Calibri"/>
              </a:endParaRPr>
            </a:p>
          </p:txBody>
        </p:sp>
        <p:sp>
          <p:nvSpPr>
            <p:cNvPr id="1040" name="Google Shape;1040;p7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i="1" sz="2400">
                <a:solidFill>
                  <a:srgbClr val="000000"/>
                </a:solidFill>
                <a:latin typeface="Calibri"/>
                <a:ea typeface="Calibri"/>
                <a:cs typeface="Calibri"/>
                <a:sym typeface="Calibri"/>
              </a:endParaRPr>
            </a:p>
          </p:txBody>
        </p:sp>
      </p:grpSp>
      <p:grpSp>
        <p:nvGrpSpPr>
          <p:cNvPr id="1041" name="Google Shape;1041;p77"/>
          <p:cNvGrpSpPr/>
          <p:nvPr/>
        </p:nvGrpSpPr>
        <p:grpSpPr>
          <a:xfrm>
            <a:off x="5004532" y="2855974"/>
            <a:ext cx="386691" cy="395235"/>
            <a:chOff x="2961988" y="3325174"/>
            <a:chExt cx="482700" cy="482700"/>
          </a:xfrm>
        </p:grpSpPr>
        <p:sp>
          <p:nvSpPr>
            <p:cNvPr id="1042" name="Google Shape;1042;p7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1" sz="2400">
                <a:solidFill>
                  <a:srgbClr val="FFFFFF"/>
                </a:solidFill>
                <a:latin typeface="Calibri"/>
                <a:ea typeface="Calibri"/>
                <a:cs typeface="Calibri"/>
                <a:sym typeface="Calibri"/>
              </a:endParaRPr>
            </a:p>
          </p:txBody>
        </p:sp>
        <p:sp>
          <p:nvSpPr>
            <p:cNvPr id="1043" name="Google Shape;1043;p7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i="1" sz="2400">
                <a:solidFill>
                  <a:srgbClr val="000000"/>
                </a:solidFill>
                <a:latin typeface="Calibri"/>
                <a:ea typeface="Calibri"/>
                <a:cs typeface="Calibri"/>
                <a:sym typeface="Calibri"/>
              </a:endParaRPr>
            </a:p>
          </p:txBody>
        </p:sp>
      </p:grpSp>
      <p:grpSp>
        <p:nvGrpSpPr>
          <p:cNvPr id="1044" name="Google Shape;1044;p77"/>
          <p:cNvGrpSpPr/>
          <p:nvPr/>
        </p:nvGrpSpPr>
        <p:grpSpPr>
          <a:xfrm>
            <a:off x="6779035" y="2513618"/>
            <a:ext cx="386691" cy="395235"/>
            <a:chOff x="2961988" y="3325174"/>
            <a:chExt cx="482700" cy="482700"/>
          </a:xfrm>
        </p:grpSpPr>
        <p:sp>
          <p:nvSpPr>
            <p:cNvPr id="1045" name="Google Shape;1045;p7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1" sz="2400">
                <a:solidFill>
                  <a:srgbClr val="FFFFFF"/>
                </a:solidFill>
                <a:latin typeface="Calibri"/>
                <a:ea typeface="Calibri"/>
                <a:cs typeface="Calibri"/>
                <a:sym typeface="Calibri"/>
              </a:endParaRPr>
            </a:p>
          </p:txBody>
        </p:sp>
        <p:sp>
          <p:nvSpPr>
            <p:cNvPr id="1046" name="Google Shape;1046;p7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i="1" sz="2400">
                <a:solidFill>
                  <a:srgbClr val="000000"/>
                </a:solidFill>
                <a:latin typeface="Calibri"/>
                <a:ea typeface="Calibri"/>
                <a:cs typeface="Calibri"/>
                <a:sym typeface="Calibri"/>
              </a:endParaRPr>
            </a:p>
          </p:txBody>
        </p:sp>
      </p:grpSp>
      <p:grpSp>
        <p:nvGrpSpPr>
          <p:cNvPr id="1047" name="Google Shape;1047;p77"/>
          <p:cNvGrpSpPr/>
          <p:nvPr/>
        </p:nvGrpSpPr>
        <p:grpSpPr>
          <a:xfrm>
            <a:off x="8363959" y="1291168"/>
            <a:ext cx="386691" cy="395235"/>
            <a:chOff x="2961988" y="3325174"/>
            <a:chExt cx="482700" cy="482700"/>
          </a:xfrm>
        </p:grpSpPr>
        <p:sp>
          <p:nvSpPr>
            <p:cNvPr id="1048" name="Google Shape;1048;p7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1" sz="2400">
                <a:solidFill>
                  <a:srgbClr val="FFFFFF"/>
                </a:solidFill>
                <a:latin typeface="Calibri"/>
                <a:ea typeface="Calibri"/>
                <a:cs typeface="Calibri"/>
                <a:sym typeface="Calibri"/>
              </a:endParaRPr>
            </a:p>
          </p:txBody>
        </p:sp>
        <p:sp>
          <p:nvSpPr>
            <p:cNvPr id="1049" name="Google Shape;1049;p7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i="1" sz="2400">
                <a:solidFill>
                  <a:srgbClr val="000000"/>
                </a:solidFill>
                <a:latin typeface="Calibri"/>
                <a:ea typeface="Calibri"/>
                <a:cs typeface="Calibri"/>
                <a:sym typeface="Calibri"/>
              </a:endParaRPr>
            </a:p>
          </p:txBody>
        </p:sp>
      </p:grpSp>
      <p:sp>
        <p:nvSpPr>
          <p:cNvPr id="1050" name="Google Shape;1050;p77"/>
          <p:cNvSpPr txBox="1"/>
          <p:nvPr/>
        </p:nvSpPr>
        <p:spPr>
          <a:xfrm>
            <a:off x="326898" y="1021948"/>
            <a:ext cx="2743200" cy="604800"/>
          </a:xfrm>
          <a:prstGeom prst="rect">
            <a:avLst/>
          </a:prstGeom>
          <a:noFill/>
          <a:ln>
            <a:noFill/>
          </a:ln>
        </p:spPr>
        <p:txBody>
          <a:bodyPr anchorCtr="0" anchor="t" bIns="45700" lIns="0" spcFirstLastPara="1" rIns="0" wrap="square" tIns="45700">
            <a:noAutofit/>
          </a:bodyPr>
          <a:lstStyle/>
          <a:p>
            <a:pPr indent="-285750" lvl="0" marL="457200" marR="0" rtl="0" algn="l">
              <a:spcBef>
                <a:spcPts val="0"/>
              </a:spcBef>
              <a:spcAft>
                <a:spcPts val="0"/>
              </a:spcAft>
              <a:buClr>
                <a:srgbClr val="595959"/>
              </a:buClr>
              <a:buSzPts val="900"/>
              <a:buFont typeface="Red Hat Display"/>
              <a:buChar char="●"/>
            </a:pPr>
            <a:r>
              <a:rPr lang="en" sz="900">
                <a:solidFill>
                  <a:schemeClr val="dk2"/>
                </a:solidFill>
                <a:latin typeface="Red Hat Display"/>
                <a:ea typeface="Red Hat Display"/>
                <a:cs typeface="Red Hat Display"/>
                <a:sym typeface="Red Hat Display"/>
              </a:rPr>
              <a:t>Why is this important?</a:t>
            </a:r>
            <a:endParaRPr sz="900">
              <a:solidFill>
                <a:schemeClr val="dk2"/>
              </a:solidFill>
              <a:latin typeface="Red Hat Display"/>
              <a:ea typeface="Red Hat Display"/>
              <a:cs typeface="Red Hat Display"/>
              <a:sym typeface="Red Hat Display"/>
            </a:endParaRPr>
          </a:p>
          <a:p>
            <a:pPr indent="-285750" lvl="0" marL="457200" marR="0" rtl="0" algn="l">
              <a:spcBef>
                <a:spcPts val="0"/>
              </a:spcBef>
              <a:spcAft>
                <a:spcPts val="0"/>
              </a:spcAft>
              <a:buClr>
                <a:srgbClr val="595959"/>
              </a:buClr>
              <a:buSzPts val="900"/>
              <a:buFont typeface="Red Hat Display"/>
              <a:buChar char="●"/>
            </a:pPr>
            <a:r>
              <a:rPr lang="en" sz="900">
                <a:solidFill>
                  <a:srgbClr val="595959"/>
                </a:solidFill>
                <a:latin typeface="Red Hat Display"/>
                <a:ea typeface="Red Hat Display"/>
                <a:cs typeface="Red Hat Display"/>
                <a:sym typeface="Red Hat Display"/>
              </a:rPr>
              <a:t>Who will be responsible?</a:t>
            </a:r>
            <a:endParaRPr sz="900">
              <a:solidFill>
                <a:srgbClr val="595959"/>
              </a:solidFill>
              <a:latin typeface="Red Hat Display"/>
              <a:ea typeface="Red Hat Display"/>
              <a:cs typeface="Red Hat Display"/>
              <a:sym typeface="Red Hat Display"/>
            </a:endParaRPr>
          </a:p>
          <a:p>
            <a:pPr indent="-285750" lvl="0" marL="457200" marR="0" rtl="0" algn="l">
              <a:spcBef>
                <a:spcPts val="0"/>
              </a:spcBef>
              <a:spcAft>
                <a:spcPts val="0"/>
              </a:spcAft>
              <a:buClr>
                <a:srgbClr val="595959"/>
              </a:buClr>
              <a:buSzPts val="900"/>
              <a:buFont typeface="Red Hat Display"/>
              <a:buChar char="●"/>
            </a:pPr>
            <a:r>
              <a:rPr lang="en" sz="900">
                <a:solidFill>
                  <a:srgbClr val="595959"/>
                </a:solidFill>
                <a:latin typeface="Red Hat Display"/>
                <a:ea typeface="Red Hat Display"/>
                <a:cs typeface="Red Hat Display"/>
                <a:sym typeface="Red Hat Display"/>
              </a:rPr>
              <a:t>Who will be involved in execution?</a:t>
            </a:r>
            <a:endParaRPr sz="900">
              <a:solidFill>
                <a:srgbClr val="595959"/>
              </a:solidFill>
              <a:latin typeface="Red Hat Display"/>
              <a:ea typeface="Red Hat Display"/>
              <a:cs typeface="Red Hat Display"/>
              <a:sym typeface="Red Hat Display"/>
            </a:endParaRPr>
          </a:p>
          <a:p>
            <a:pPr indent="-285750" lvl="0" marL="457200" rtl="0" algn="l">
              <a:spcBef>
                <a:spcPts val="0"/>
              </a:spcBef>
              <a:spcAft>
                <a:spcPts val="0"/>
              </a:spcAft>
              <a:buClr>
                <a:srgbClr val="595959"/>
              </a:buClr>
              <a:buSzPts val="900"/>
              <a:buFont typeface="Red Hat Display"/>
              <a:buChar char="●"/>
            </a:pPr>
            <a:r>
              <a:rPr lang="en" sz="900">
                <a:solidFill>
                  <a:schemeClr val="dk2"/>
                </a:solidFill>
                <a:latin typeface="Red Hat Display"/>
                <a:ea typeface="Red Hat Display"/>
                <a:cs typeface="Red Hat Display"/>
                <a:sym typeface="Red Hat Display"/>
              </a:rPr>
              <a:t>What is the task we need to execute?</a:t>
            </a:r>
            <a:endParaRPr sz="900">
              <a:solidFill>
                <a:schemeClr val="dk2"/>
              </a:solidFill>
              <a:latin typeface="Red Hat Display"/>
              <a:ea typeface="Red Hat Display"/>
              <a:cs typeface="Red Hat Display"/>
              <a:sym typeface="Red Hat Display"/>
            </a:endParaRPr>
          </a:p>
          <a:p>
            <a:pPr indent="-285750" lvl="0" marL="457200" rtl="0" algn="l">
              <a:spcBef>
                <a:spcPts val="0"/>
              </a:spcBef>
              <a:spcAft>
                <a:spcPts val="0"/>
              </a:spcAft>
              <a:buClr>
                <a:schemeClr val="dk2"/>
              </a:buClr>
              <a:buSzPts val="900"/>
              <a:buFont typeface="Red Hat Display"/>
              <a:buChar char="●"/>
            </a:pPr>
            <a:r>
              <a:rPr lang="en" sz="900">
                <a:solidFill>
                  <a:schemeClr val="dk2"/>
                </a:solidFill>
                <a:latin typeface="Red Hat Display"/>
                <a:ea typeface="Red Hat Display"/>
                <a:cs typeface="Red Hat Display"/>
                <a:sym typeface="Red Hat Display"/>
              </a:rPr>
              <a:t>What are target applications?</a:t>
            </a:r>
            <a:endParaRPr sz="900">
              <a:solidFill>
                <a:schemeClr val="dk2"/>
              </a:solidFill>
              <a:latin typeface="Red Hat Display"/>
              <a:ea typeface="Red Hat Display"/>
              <a:cs typeface="Red Hat Display"/>
              <a:sym typeface="Red Hat Display"/>
            </a:endParaRPr>
          </a:p>
        </p:txBody>
      </p:sp>
      <p:sp>
        <p:nvSpPr>
          <p:cNvPr id="1051" name="Google Shape;1051;p77"/>
          <p:cNvSpPr txBox="1"/>
          <p:nvPr/>
        </p:nvSpPr>
        <p:spPr>
          <a:xfrm>
            <a:off x="927311" y="690533"/>
            <a:ext cx="1542300" cy="32760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 sz="1800">
                <a:solidFill>
                  <a:srgbClr val="EE0000"/>
                </a:solidFill>
                <a:latin typeface="Red Hat Display"/>
                <a:ea typeface="Red Hat Display"/>
                <a:cs typeface="Red Hat Display"/>
                <a:sym typeface="Red Hat Display"/>
              </a:rPr>
              <a:t>Discovery</a:t>
            </a:r>
            <a:endParaRPr b="1" sz="1200">
              <a:solidFill>
                <a:srgbClr val="EE0000"/>
              </a:solidFill>
              <a:latin typeface="Red Hat Display"/>
              <a:ea typeface="Red Hat Display"/>
              <a:cs typeface="Red Hat Display"/>
              <a:sym typeface="Red Hat Display"/>
            </a:endParaRPr>
          </a:p>
        </p:txBody>
      </p:sp>
      <p:sp>
        <p:nvSpPr>
          <p:cNvPr id="1052" name="Google Shape;1052;p77"/>
          <p:cNvSpPr txBox="1"/>
          <p:nvPr/>
        </p:nvSpPr>
        <p:spPr>
          <a:xfrm>
            <a:off x="2521125" y="3416978"/>
            <a:ext cx="1889700" cy="32760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 sz="2000">
                <a:solidFill>
                  <a:srgbClr val="EE0000"/>
                </a:solidFill>
                <a:latin typeface="Red Hat Display"/>
                <a:ea typeface="Red Hat Display"/>
                <a:cs typeface="Red Hat Display"/>
                <a:sym typeface="Red Hat Display"/>
              </a:rPr>
              <a:t>Navigate</a:t>
            </a:r>
            <a:endParaRPr b="1" sz="1400">
              <a:solidFill>
                <a:srgbClr val="EE0000"/>
              </a:solidFill>
              <a:latin typeface="Red Hat Display"/>
              <a:ea typeface="Red Hat Display"/>
              <a:cs typeface="Red Hat Display"/>
              <a:sym typeface="Red Hat Display"/>
            </a:endParaRPr>
          </a:p>
        </p:txBody>
      </p:sp>
      <p:sp>
        <p:nvSpPr>
          <p:cNvPr id="1053" name="Google Shape;1053;p77"/>
          <p:cNvSpPr txBox="1"/>
          <p:nvPr/>
        </p:nvSpPr>
        <p:spPr>
          <a:xfrm>
            <a:off x="4253025" y="520463"/>
            <a:ext cx="1889700" cy="32760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 sz="2000">
                <a:solidFill>
                  <a:srgbClr val="EE0000"/>
                </a:solidFill>
                <a:latin typeface="Red Hat Display"/>
                <a:ea typeface="Red Hat Display"/>
                <a:cs typeface="Red Hat Display"/>
                <a:sym typeface="Red Hat Display"/>
              </a:rPr>
              <a:t>Pilot</a:t>
            </a:r>
            <a:endParaRPr b="1" sz="1400">
              <a:solidFill>
                <a:srgbClr val="EE0000"/>
              </a:solidFill>
              <a:latin typeface="Red Hat Display"/>
              <a:ea typeface="Red Hat Display"/>
              <a:cs typeface="Red Hat Display"/>
              <a:sym typeface="Red Hat Display"/>
            </a:endParaRPr>
          </a:p>
        </p:txBody>
      </p:sp>
      <p:sp>
        <p:nvSpPr>
          <p:cNvPr id="1054" name="Google Shape;1054;p77"/>
          <p:cNvSpPr txBox="1"/>
          <p:nvPr/>
        </p:nvSpPr>
        <p:spPr>
          <a:xfrm>
            <a:off x="6027413" y="3549583"/>
            <a:ext cx="1889700" cy="327600"/>
          </a:xfrm>
          <a:prstGeom prst="rect">
            <a:avLst/>
          </a:prstGeom>
          <a:no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 sz="2000">
                <a:solidFill>
                  <a:srgbClr val="EE0000"/>
                </a:solidFill>
                <a:latin typeface="Red Hat Display"/>
                <a:ea typeface="Red Hat Display"/>
                <a:cs typeface="Red Hat Display"/>
                <a:sym typeface="Red Hat Display"/>
              </a:rPr>
              <a:t>Scale</a:t>
            </a:r>
            <a:endParaRPr b="1" sz="1400">
              <a:solidFill>
                <a:srgbClr val="EE0000"/>
              </a:solidFill>
              <a:latin typeface="Red Hat Display"/>
              <a:ea typeface="Red Hat Display"/>
              <a:cs typeface="Red Hat Display"/>
              <a:sym typeface="Red Hat Display"/>
            </a:endParaRPr>
          </a:p>
        </p:txBody>
      </p:sp>
      <p:cxnSp>
        <p:nvCxnSpPr>
          <p:cNvPr id="1055" name="Google Shape;1055;p77"/>
          <p:cNvCxnSpPr/>
          <p:nvPr/>
        </p:nvCxnSpPr>
        <p:spPr>
          <a:xfrm>
            <a:off x="5167510" y="2206423"/>
            <a:ext cx="0" cy="563700"/>
          </a:xfrm>
          <a:prstGeom prst="straightConnector1">
            <a:avLst/>
          </a:prstGeom>
          <a:noFill/>
          <a:ln cap="flat" cmpd="sng" w="9525">
            <a:solidFill>
              <a:srgbClr val="595959"/>
            </a:solidFill>
            <a:prstDash val="solid"/>
            <a:round/>
            <a:headEnd len="sm" w="sm" type="none"/>
            <a:tailEnd len="sm" w="sm" type="none"/>
          </a:ln>
        </p:spPr>
      </p:cxnSp>
      <p:cxnSp>
        <p:nvCxnSpPr>
          <p:cNvPr id="1056" name="Google Shape;1056;p77"/>
          <p:cNvCxnSpPr/>
          <p:nvPr/>
        </p:nvCxnSpPr>
        <p:spPr>
          <a:xfrm>
            <a:off x="3466012" y="2908702"/>
            <a:ext cx="0" cy="396300"/>
          </a:xfrm>
          <a:prstGeom prst="straightConnector1">
            <a:avLst/>
          </a:prstGeom>
          <a:noFill/>
          <a:ln cap="flat" cmpd="sng" w="9525">
            <a:solidFill>
              <a:srgbClr val="595959"/>
            </a:solidFill>
            <a:prstDash val="solid"/>
            <a:round/>
            <a:headEnd len="sm" w="sm" type="none"/>
            <a:tailEnd len="sm" w="sm" type="none"/>
          </a:ln>
        </p:spPr>
      </p:cxnSp>
      <p:cxnSp>
        <p:nvCxnSpPr>
          <p:cNvPr id="1057" name="Google Shape;1057;p77"/>
          <p:cNvCxnSpPr/>
          <p:nvPr/>
        </p:nvCxnSpPr>
        <p:spPr>
          <a:xfrm>
            <a:off x="1698498" y="1821370"/>
            <a:ext cx="0" cy="376500"/>
          </a:xfrm>
          <a:prstGeom prst="straightConnector1">
            <a:avLst/>
          </a:prstGeom>
          <a:noFill/>
          <a:ln cap="flat" cmpd="sng" w="9525">
            <a:solidFill>
              <a:srgbClr val="595959"/>
            </a:solidFill>
            <a:prstDash val="solid"/>
            <a:round/>
            <a:headEnd len="sm" w="sm" type="none"/>
            <a:tailEnd len="sm" w="sm" type="none"/>
          </a:ln>
        </p:spPr>
      </p:cxnSp>
      <p:sp>
        <p:nvSpPr>
          <p:cNvPr id="1058" name="Google Shape;1058;p77"/>
          <p:cNvSpPr txBox="1"/>
          <p:nvPr/>
        </p:nvSpPr>
        <p:spPr>
          <a:xfrm>
            <a:off x="0" y="4058944"/>
            <a:ext cx="1243500" cy="37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2000">
                <a:solidFill>
                  <a:srgbClr val="EE0000"/>
                </a:solidFill>
                <a:latin typeface="Red Hat Display"/>
                <a:ea typeface="Red Hat Display"/>
                <a:cs typeface="Red Hat Display"/>
                <a:sym typeface="Red Hat Display"/>
              </a:rPr>
              <a:t>Where you are</a:t>
            </a:r>
            <a:endParaRPr b="1" sz="2000">
              <a:solidFill>
                <a:srgbClr val="EE0000"/>
              </a:solidFill>
              <a:latin typeface="Red Hat Display"/>
              <a:ea typeface="Red Hat Display"/>
              <a:cs typeface="Red Hat Display"/>
              <a:sym typeface="Red Hat Display"/>
            </a:endParaRPr>
          </a:p>
        </p:txBody>
      </p:sp>
      <p:sp>
        <p:nvSpPr>
          <p:cNvPr id="1059" name="Google Shape;1059;p77"/>
          <p:cNvSpPr txBox="1"/>
          <p:nvPr/>
        </p:nvSpPr>
        <p:spPr>
          <a:xfrm>
            <a:off x="6948056" y="478181"/>
            <a:ext cx="1428600" cy="10194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lang="en" sz="2000">
                <a:solidFill>
                  <a:srgbClr val="EE0000"/>
                </a:solidFill>
                <a:latin typeface="Red Hat Display"/>
                <a:ea typeface="Red Hat Display"/>
                <a:cs typeface="Red Hat Display"/>
                <a:sym typeface="Red Hat Display"/>
              </a:rPr>
              <a:t>Where you want to be</a:t>
            </a:r>
            <a:endParaRPr b="1" sz="2000">
              <a:solidFill>
                <a:srgbClr val="EE0000"/>
              </a:solidFill>
              <a:latin typeface="Red Hat Display"/>
              <a:ea typeface="Red Hat Display"/>
              <a:cs typeface="Red Hat Display"/>
              <a:sym typeface="Red Hat Display"/>
            </a:endParaRPr>
          </a:p>
        </p:txBody>
      </p:sp>
      <p:grpSp>
        <p:nvGrpSpPr>
          <p:cNvPr id="1060" name="Google Shape;1060;p77"/>
          <p:cNvGrpSpPr/>
          <p:nvPr/>
        </p:nvGrpSpPr>
        <p:grpSpPr>
          <a:xfrm>
            <a:off x="3272747" y="2361571"/>
            <a:ext cx="386691" cy="395235"/>
            <a:chOff x="2961988" y="3325174"/>
            <a:chExt cx="482700" cy="482700"/>
          </a:xfrm>
        </p:grpSpPr>
        <p:sp>
          <p:nvSpPr>
            <p:cNvPr id="1061" name="Google Shape;1061;p77"/>
            <p:cNvSpPr/>
            <p:nvPr/>
          </p:nvSpPr>
          <p:spPr>
            <a:xfrm>
              <a:off x="2961988" y="3325174"/>
              <a:ext cx="482700" cy="482700"/>
            </a:xfrm>
            <a:prstGeom prst="ellipse">
              <a:avLst/>
            </a:prstGeom>
            <a:solidFill>
              <a:srgbClr val="017A87"/>
            </a:solidFill>
            <a:ln cap="flat" cmpd="sng" w="76200">
              <a:solidFill>
                <a:srgbClr val="FFFFFF"/>
              </a:solidFill>
              <a:prstDash val="solid"/>
              <a:round/>
              <a:headEnd len="sm" w="sm" type="none"/>
              <a:tailEnd len="sm" w="sm" type="none"/>
            </a:ln>
            <a:effectLst>
              <a:outerShdw blurRad="50800" rotWithShape="0" algn="tl" dir="2700000" dist="203200">
                <a:srgbClr val="000000">
                  <a:alpha val="1569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1" sz="2400">
                <a:solidFill>
                  <a:srgbClr val="FFFFFF"/>
                </a:solidFill>
                <a:latin typeface="Calibri"/>
                <a:ea typeface="Calibri"/>
                <a:cs typeface="Calibri"/>
                <a:sym typeface="Calibri"/>
              </a:endParaRPr>
            </a:p>
          </p:txBody>
        </p:sp>
        <p:sp>
          <p:nvSpPr>
            <p:cNvPr id="1062" name="Google Shape;1062;p77"/>
            <p:cNvSpPr/>
            <p:nvPr/>
          </p:nvSpPr>
          <p:spPr>
            <a:xfrm>
              <a:off x="3116907" y="3496636"/>
              <a:ext cx="172864" cy="139780"/>
            </a:xfrm>
            <a:custGeom>
              <a:rect b="b" l="l" r="r" t="t"/>
              <a:pathLst>
                <a:path extrusionOk="0" h="6574" w="8130">
                  <a:moveTo>
                    <a:pt x="2384" y="4874"/>
                  </a:moveTo>
                  <a:lnTo>
                    <a:pt x="846" y="3340"/>
                  </a:lnTo>
                  <a:lnTo>
                    <a:pt x="0" y="4183"/>
                  </a:lnTo>
                  <a:lnTo>
                    <a:pt x="2029" y="6206"/>
                  </a:lnTo>
                  <a:lnTo>
                    <a:pt x="2032" y="6204"/>
                  </a:lnTo>
                  <a:lnTo>
                    <a:pt x="2403" y="6574"/>
                  </a:lnTo>
                  <a:lnTo>
                    <a:pt x="8130" y="859"/>
                  </a:lnTo>
                  <a:lnTo>
                    <a:pt x="7269" y="0"/>
                  </a:lnTo>
                  <a:lnTo>
                    <a:pt x="2384" y="4874"/>
                  </a:lnTo>
                  <a:close/>
                </a:path>
              </a:pathLst>
            </a:custGeom>
            <a:solidFill>
              <a:srgbClr val="FFFFFF"/>
            </a:solidFill>
            <a:ln>
              <a:noFill/>
            </a:ln>
            <a:effectLst>
              <a:outerShdw blurRad="50800" rotWithShape="0" algn="tl" dir="2700000" dist="203200">
                <a:srgbClr val="000000">
                  <a:alpha val="1569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i="1" sz="2400">
                <a:solidFill>
                  <a:srgbClr val="000000"/>
                </a:solidFill>
                <a:latin typeface="Calibri"/>
                <a:ea typeface="Calibri"/>
                <a:cs typeface="Calibri"/>
                <a:sym typeface="Calibri"/>
              </a:endParaRPr>
            </a:p>
          </p:txBody>
        </p:sp>
      </p:grpSp>
      <p:cxnSp>
        <p:nvCxnSpPr>
          <p:cNvPr id="1063" name="Google Shape;1063;p77"/>
          <p:cNvCxnSpPr/>
          <p:nvPr/>
        </p:nvCxnSpPr>
        <p:spPr>
          <a:xfrm>
            <a:off x="6972300" y="3149011"/>
            <a:ext cx="0" cy="346500"/>
          </a:xfrm>
          <a:prstGeom prst="straightConnector1">
            <a:avLst/>
          </a:prstGeom>
          <a:noFill/>
          <a:ln cap="flat" cmpd="sng" w="9525">
            <a:solidFill>
              <a:srgbClr val="595959"/>
            </a:solidFill>
            <a:prstDash val="solid"/>
            <a:round/>
            <a:headEnd len="sm" w="sm" type="none"/>
            <a:tailEnd len="sm" w="sm" type="none"/>
          </a:ln>
        </p:spPr>
      </p:cxnSp>
      <p:sp>
        <p:nvSpPr>
          <p:cNvPr id="1064" name="Google Shape;1064;p77"/>
          <p:cNvSpPr txBox="1"/>
          <p:nvPr/>
        </p:nvSpPr>
        <p:spPr>
          <a:xfrm>
            <a:off x="1457100" y="3744575"/>
            <a:ext cx="4017900" cy="604800"/>
          </a:xfrm>
          <a:prstGeom prst="rect">
            <a:avLst/>
          </a:prstGeom>
          <a:noFill/>
          <a:ln>
            <a:noFill/>
          </a:ln>
        </p:spPr>
        <p:txBody>
          <a:bodyPr anchorCtr="0" anchor="t" bIns="45700" lIns="0" spcFirstLastPara="1" rIns="0" wrap="square" tIns="45700">
            <a:noAutofit/>
          </a:bodyPr>
          <a:lstStyle/>
          <a:p>
            <a:pPr indent="-285750" lvl="0" marL="457200" marR="0" rtl="0" algn="l">
              <a:spcBef>
                <a:spcPts val="0"/>
              </a:spcBef>
              <a:spcAft>
                <a:spcPts val="0"/>
              </a:spcAft>
              <a:buClr>
                <a:srgbClr val="595959"/>
              </a:buClr>
              <a:buSzPts val="900"/>
              <a:buFont typeface="Red Hat Display"/>
              <a:buChar char="●"/>
            </a:pPr>
            <a:r>
              <a:rPr lang="en" sz="900">
                <a:solidFill>
                  <a:srgbClr val="595959"/>
                </a:solidFill>
                <a:latin typeface="Red Hat Display"/>
                <a:ea typeface="Red Hat Display"/>
                <a:cs typeface="Red Hat Display"/>
                <a:sym typeface="Red Hat Display"/>
              </a:rPr>
              <a:t>Review the current environment and integrations, dependencies</a:t>
            </a:r>
            <a:endParaRPr sz="900">
              <a:solidFill>
                <a:srgbClr val="595959"/>
              </a:solidFill>
              <a:latin typeface="Red Hat Display"/>
              <a:ea typeface="Red Hat Display"/>
              <a:cs typeface="Red Hat Display"/>
              <a:sym typeface="Red Hat Display"/>
            </a:endParaRPr>
          </a:p>
          <a:p>
            <a:pPr indent="-285750" lvl="0" marL="457200" marR="0" rtl="0" algn="l">
              <a:spcBef>
                <a:spcPts val="0"/>
              </a:spcBef>
              <a:spcAft>
                <a:spcPts val="0"/>
              </a:spcAft>
              <a:buClr>
                <a:srgbClr val="595959"/>
              </a:buClr>
              <a:buSzPts val="900"/>
              <a:buFont typeface="Red Hat Display"/>
              <a:buChar char="●"/>
            </a:pPr>
            <a:r>
              <a:rPr lang="en" sz="900">
                <a:solidFill>
                  <a:srgbClr val="595959"/>
                </a:solidFill>
                <a:latin typeface="Red Hat Display"/>
                <a:ea typeface="Red Hat Display"/>
                <a:cs typeface="Red Hat Display"/>
                <a:sym typeface="Red Hat Display"/>
              </a:rPr>
              <a:t>Review applications and review systems running these applications, identify and commit to the order of migrations</a:t>
            </a:r>
            <a:endParaRPr sz="900">
              <a:solidFill>
                <a:srgbClr val="595959"/>
              </a:solidFill>
              <a:latin typeface="Red Hat Display"/>
              <a:ea typeface="Red Hat Display"/>
              <a:cs typeface="Red Hat Display"/>
              <a:sym typeface="Red Hat Display"/>
            </a:endParaRPr>
          </a:p>
          <a:p>
            <a:pPr indent="-285750" lvl="0" marL="457200" marR="0" rtl="0" algn="l">
              <a:spcBef>
                <a:spcPts val="0"/>
              </a:spcBef>
              <a:spcAft>
                <a:spcPts val="0"/>
              </a:spcAft>
              <a:buClr>
                <a:srgbClr val="595959"/>
              </a:buClr>
              <a:buSzPts val="900"/>
              <a:buFont typeface="Red Hat Display"/>
              <a:buChar char="●"/>
            </a:pPr>
            <a:r>
              <a:rPr lang="en" sz="900">
                <a:solidFill>
                  <a:srgbClr val="595959"/>
                </a:solidFill>
                <a:latin typeface="Red Hat Display"/>
                <a:ea typeface="Red Hat Display"/>
                <a:cs typeface="Red Hat Display"/>
                <a:sym typeface="Red Hat Display"/>
              </a:rPr>
              <a:t>Analyse where these applications can go to: RHEL, containers, bin, and so on.</a:t>
            </a:r>
            <a:endParaRPr sz="900">
              <a:solidFill>
                <a:srgbClr val="595959"/>
              </a:solidFill>
              <a:latin typeface="Red Hat Display"/>
              <a:ea typeface="Red Hat Display"/>
              <a:cs typeface="Red Hat Display"/>
              <a:sym typeface="Red Hat Display"/>
            </a:endParaRPr>
          </a:p>
          <a:p>
            <a:pPr indent="-285750" lvl="0" marL="457200" marR="0" rtl="0" algn="l">
              <a:spcBef>
                <a:spcPts val="0"/>
              </a:spcBef>
              <a:spcAft>
                <a:spcPts val="0"/>
              </a:spcAft>
              <a:buClr>
                <a:srgbClr val="595959"/>
              </a:buClr>
              <a:buSzPts val="900"/>
              <a:buFont typeface="Red Hat Display"/>
              <a:buChar char="●"/>
            </a:pPr>
            <a:r>
              <a:rPr lang="en" sz="900">
                <a:solidFill>
                  <a:srgbClr val="595959"/>
                </a:solidFill>
                <a:latin typeface="Red Hat Display"/>
                <a:ea typeface="Red Hat Display"/>
                <a:cs typeface="Red Hat Display"/>
                <a:sym typeface="Red Hat Display"/>
              </a:rPr>
              <a:t>High level design for the new RHEL environment, including security model based on HBAC and RBAC and central directory services</a:t>
            </a:r>
            <a:endParaRPr sz="900">
              <a:solidFill>
                <a:srgbClr val="595959"/>
              </a:solidFill>
              <a:latin typeface="Red Hat Display"/>
              <a:ea typeface="Red Hat Display"/>
              <a:cs typeface="Red Hat Display"/>
              <a:sym typeface="Red Hat Display"/>
            </a:endParaRPr>
          </a:p>
          <a:p>
            <a:pPr indent="-285750" lvl="0" marL="457200" marR="0" rtl="0" algn="l">
              <a:spcBef>
                <a:spcPts val="0"/>
              </a:spcBef>
              <a:spcAft>
                <a:spcPts val="0"/>
              </a:spcAft>
              <a:buClr>
                <a:srgbClr val="595959"/>
              </a:buClr>
              <a:buSzPts val="900"/>
              <a:buFont typeface="Red Hat Display"/>
              <a:buChar char="●"/>
            </a:pPr>
            <a:r>
              <a:rPr lang="en" sz="900">
                <a:solidFill>
                  <a:srgbClr val="595959"/>
                </a:solidFill>
                <a:latin typeface="Red Hat Display"/>
                <a:ea typeface="Red Hat Display"/>
                <a:cs typeface="Red Hat Display"/>
                <a:sym typeface="Red Hat Display"/>
              </a:rPr>
              <a:t>Common understanding of the task at hand</a:t>
            </a:r>
            <a:endParaRPr sz="900">
              <a:solidFill>
                <a:srgbClr val="595959"/>
              </a:solidFill>
              <a:latin typeface="Red Hat Display"/>
              <a:ea typeface="Red Hat Display"/>
              <a:cs typeface="Red Hat Display"/>
              <a:sym typeface="Red Hat Display"/>
            </a:endParaRPr>
          </a:p>
        </p:txBody>
      </p:sp>
      <p:sp>
        <p:nvSpPr>
          <p:cNvPr id="1065" name="Google Shape;1065;p77"/>
          <p:cNvSpPr txBox="1"/>
          <p:nvPr/>
        </p:nvSpPr>
        <p:spPr>
          <a:xfrm>
            <a:off x="3653028" y="916369"/>
            <a:ext cx="3086100" cy="604800"/>
          </a:xfrm>
          <a:prstGeom prst="rect">
            <a:avLst/>
          </a:prstGeom>
          <a:noFill/>
          <a:ln>
            <a:noFill/>
          </a:ln>
        </p:spPr>
        <p:txBody>
          <a:bodyPr anchorCtr="0" anchor="t" bIns="45700" lIns="0" spcFirstLastPara="1" rIns="0" wrap="square" tIns="45700">
            <a:noAutofit/>
          </a:bodyPr>
          <a:lstStyle/>
          <a:p>
            <a:pPr indent="-285750" lvl="0" marL="457200" marR="0" rtl="0" algn="l">
              <a:spcBef>
                <a:spcPts val="0"/>
              </a:spcBef>
              <a:spcAft>
                <a:spcPts val="0"/>
              </a:spcAft>
              <a:buClr>
                <a:srgbClr val="595959"/>
              </a:buClr>
              <a:buSzPts val="900"/>
              <a:buFont typeface="Red Hat Display"/>
              <a:buChar char="●"/>
            </a:pPr>
            <a:r>
              <a:rPr lang="en" sz="900">
                <a:solidFill>
                  <a:srgbClr val="595959"/>
                </a:solidFill>
                <a:latin typeface="Red Hat Display"/>
                <a:ea typeface="Red Hat Display"/>
                <a:cs typeface="Red Hat Display"/>
                <a:sym typeface="Red Hat Display"/>
              </a:rPr>
              <a:t>Create and build modernisation paths</a:t>
            </a:r>
            <a:endParaRPr sz="900">
              <a:solidFill>
                <a:srgbClr val="595959"/>
              </a:solidFill>
              <a:latin typeface="Red Hat Display"/>
              <a:ea typeface="Red Hat Display"/>
              <a:cs typeface="Red Hat Display"/>
              <a:sym typeface="Red Hat Display"/>
            </a:endParaRPr>
          </a:p>
          <a:p>
            <a:pPr indent="-285750" lvl="0" marL="457200" marR="0" rtl="0" algn="l">
              <a:spcBef>
                <a:spcPts val="0"/>
              </a:spcBef>
              <a:spcAft>
                <a:spcPts val="0"/>
              </a:spcAft>
              <a:buClr>
                <a:srgbClr val="595959"/>
              </a:buClr>
              <a:buSzPts val="900"/>
              <a:buFont typeface="Red Hat Display"/>
              <a:buChar char="●"/>
            </a:pPr>
            <a:r>
              <a:rPr lang="en" sz="900">
                <a:solidFill>
                  <a:srgbClr val="595959"/>
                </a:solidFill>
                <a:latin typeface="Red Hat Display"/>
                <a:ea typeface="Red Hat Display"/>
                <a:cs typeface="Red Hat Display"/>
                <a:sym typeface="Red Hat Display"/>
              </a:rPr>
              <a:t>Deploy automation tools</a:t>
            </a:r>
            <a:endParaRPr sz="900">
              <a:solidFill>
                <a:srgbClr val="595959"/>
              </a:solidFill>
              <a:latin typeface="Red Hat Display"/>
              <a:ea typeface="Red Hat Display"/>
              <a:cs typeface="Red Hat Display"/>
              <a:sym typeface="Red Hat Display"/>
            </a:endParaRPr>
          </a:p>
          <a:p>
            <a:pPr indent="-285750" lvl="0" marL="457200" marR="0" rtl="0" algn="l">
              <a:spcBef>
                <a:spcPts val="0"/>
              </a:spcBef>
              <a:spcAft>
                <a:spcPts val="0"/>
              </a:spcAft>
              <a:buClr>
                <a:srgbClr val="595959"/>
              </a:buClr>
              <a:buSzPts val="900"/>
              <a:buFont typeface="Red Hat Display"/>
              <a:buChar char="●"/>
            </a:pPr>
            <a:r>
              <a:rPr lang="en" sz="900">
                <a:solidFill>
                  <a:srgbClr val="595959"/>
                </a:solidFill>
                <a:latin typeface="Red Hat Display"/>
                <a:ea typeface="Red Hat Display"/>
                <a:cs typeface="Red Hat Display"/>
                <a:sym typeface="Red Hat Display"/>
              </a:rPr>
              <a:t>Design and deploy SOE</a:t>
            </a:r>
            <a:endParaRPr sz="900">
              <a:solidFill>
                <a:srgbClr val="595959"/>
              </a:solidFill>
              <a:latin typeface="Red Hat Display"/>
              <a:ea typeface="Red Hat Display"/>
              <a:cs typeface="Red Hat Display"/>
              <a:sym typeface="Red Hat Display"/>
            </a:endParaRPr>
          </a:p>
          <a:p>
            <a:pPr indent="-285750" lvl="0" marL="457200" marR="0" rtl="0" algn="l">
              <a:spcBef>
                <a:spcPts val="0"/>
              </a:spcBef>
              <a:spcAft>
                <a:spcPts val="0"/>
              </a:spcAft>
              <a:buClr>
                <a:srgbClr val="595959"/>
              </a:buClr>
              <a:buSzPts val="900"/>
              <a:buFont typeface="Red Hat Display"/>
              <a:buChar char="●"/>
            </a:pPr>
            <a:r>
              <a:rPr lang="en" sz="900">
                <a:solidFill>
                  <a:srgbClr val="595959"/>
                </a:solidFill>
                <a:latin typeface="Red Hat Display"/>
                <a:ea typeface="Red Hat Display"/>
                <a:cs typeface="Red Hat Display"/>
                <a:sym typeface="Red Hat Display"/>
              </a:rPr>
              <a:t>Test modernisation of workloads</a:t>
            </a:r>
            <a:br>
              <a:rPr lang="en" sz="900">
                <a:solidFill>
                  <a:srgbClr val="595959"/>
                </a:solidFill>
                <a:latin typeface="Red Hat Display"/>
                <a:ea typeface="Red Hat Display"/>
                <a:cs typeface="Red Hat Display"/>
                <a:sym typeface="Red Hat Display"/>
              </a:rPr>
            </a:br>
            <a:r>
              <a:rPr lang="en" sz="900">
                <a:solidFill>
                  <a:srgbClr val="595959"/>
                </a:solidFill>
                <a:latin typeface="Red Hat Display"/>
                <a:ea typeface="Red Hat Display"/>
                <a:cs typeface="Red Hat Display"/>
                <a:sym typeface="Red Hat Display"/>
              </a:rPr>
              <a:t>Use side by side comparisons, use dark launches, test deployments</a:t>
            </a:r>
            <a:endParaRPr sz="900">
              <a:solidFill>
                <a:srgbClr val="595959"/>
              </a:solidFill>
              <a:latin typeface="Red Hat Display"/>
              <a:ea typeface="Red Hat Display"/>
              <a:cs typeface="Red Hat Display"/>
              <a:sym typeface="Red Hat Display"/>
            </a:endParaRPr>
          </a:p>
          <a:p>
            <a:pPr indent="-285750" lvl="0" marL="457200" marR="0" rtl="0" algn="l">
              <a:spcBef>
                <a:spcPts val="0"/>
              </a:spcBef>
              <a:spcAft>
                <a:spcPts val="0"/>
              </a:spcAft>
              <a:buClr>
                <a:srgbClr val="595959"/>
              </a:buClr>
              <a:buSzPts val="900"/>
              <a:buFont typeface="Red Hat Display"/>
              <a:buChar char="●"/>
            </a:pPr>
            <a:r>
              <a:rPr lang="en" sz="900">
                <a:solidFill>
                  <a:srgbClr val="595959"/>
                </a:solidFill>
                <a:latin typeface="Red Hat Display"/>
                <a:ea typeface="Red Hat Display"/>
                <a:cs typeface="Red Hat Display"/>
                <a:sym typeface="Red Hat Display"/>
              </a:rPr>
              <a:t>Define the factory</a:t>
            </a:r>
            <a:endParaRPr sz="900">
              <a:solidFill>
                <a:srgbClr val="595959"/>
              </a:solidFill>
              <a:latin typeface="Red Hat Display"/>
              <a:ea typeface="Red Hat Display"/>
              <a:cs typeface="Red Hat Display"/>
              <a:sym typeface="Red Hat Display"/>
            </a:endParaRPr>
          </a:p>
          <a:p>
            <a:pPr indent="-285750" lvl="0" marL="457200" marR="0" rtl="0" algn="l">
              <a:spcBef>
                <a:spcPts val="0"/>
              </a:spcBef>
              <a:spcAft>
                <a:spcPts val="0"/>
              </a:spcAft>
              <a:buClr>
                <a:srgbClr val="595959"/>
              </a:buClr>
              <a:buSzPts val="900"/>
              <a:buFont typeface="Red Hat Display"/>
              <a:buChar char="●"/>
            </a:pPr>
            <a:r>
              <a:rPr lang="en" sz="900">
                <a:solidFill>
                  <a:srgbClr val="595959"/>
                </a:solidFill>
                <a:latin typeface="Red Hat Display"/>
                <a:ea typeface="Red Hat Display"/>
                <a:cs typeface="Red Hat Display"/>
                <a:sym typeface="Red Hat Display"/>
              </a:rPr>
              <a:t>Define day 2 operations and other standards</a:t>
            </a:r>
            <a:endParaRPr sz="900">
              <a:solidFill>
                <a:srgbClr val="595959"/>
              </a:solidFill>
              <a:latin typeface="Red Hat Display"/>
              <a:ea typeface="Red Hat Display"/>
              <a:cs typeface="Red Hat Display"/>
              <a:sym typeface="Red Hat Display"/>
            </a:endParaRPr>
          </a:p>
        </p:txBody>
      </p:sp>
      <p:sp>
        <p:nvSpPr>
          <p:cNvPr id="1066" name="Google Shape;1066;p77"/>
          <p:cNvSpPr txBox="1"/>
          <p:nvPr/>
        </p:nvSpPr>
        <p:spPr>
          <a:xfrm>
            <a:off x="5959800" y="3886321"/>
            <a:ext cx="2025000" cy="604800"/>
          </a:xfrm>
          <a:prstGeom prst="rect">
            <a:avLst/>
          </a:prstGeom>
          <a:noFill/>
          <a:ln>
            <a:noFill/>
          </a:ln>
        </p:spPr>
        <p:txBody>
          <a:bodyPr anchorCtr="0" anchor="t" bIns="45700" lIns="0" spcFirstLastPara="1" rIns="0" wrap="square" tIns="45700">
            <a:noAutofit/>
          </a:bodyPr>
          <a:lstStyle/>
          <a:p>
            <a:pPr indent="-285750" lvl="0" marL="457200" marR="0" rtl="0" algn="l">
              <a:spcBef>
                <a:spcPts val="0"/>
              </a:spcBef>
              <a:spcAft>
                <a:spcPts val="0"/>
              </a:spcAft>
              <a:buClr>
                <a:srgbClr val="595959"/>
              </a:buClr>
              <a:buSzPts val="900"/>
              <a:buFont typeface="Red Hat Display"/>
              <a:buChar char="●"/>
            </a:pPr>
            <a:r>
              <a:rPr lang="en" sz="900">
                <a:solidFill>
                  <a:srgbClr val="595959"/>
                </a:solidFill>
                <a:latin typeface="Red Hat Display"/>
                <a:ea typeface="Red Hat Display"/>
                <a:cs typeface="Red Hat Display"/>
                <a:sym typeface="Red Hat Display"/>
              </a:rPr>
              <a:t>Deploy the modernisation factory</a:t>
            </a:r>
            <a:endParaRPr sz="900">
              <a:solidFill>
                <a:srgbClr val="595959"/>
              </a:solidFill>
              <a:latin typeface="Red Hat Display"/>
              <a:ea typeface="Red Hat Display"/>
              <a:cs typeface="Red Hat Display"/>
              <a:sym typeface="Red Hat Display"/>
            </a:endParaRPr>
          </a:p>
          <a:p>
            <a:pPr indent="-285750" lvl="0" marL="457200" marR="0" rtl="0" algn="l">
              <a:spcBef>
                <a:spcPts val="0"/>
              </a:spcBef>
              <a:spcAft>
                <a:spcPts val="0"/>
              </a:spcAft>
              <a:buClr>
                <a:srgbClr val="595959"/>
              </a:buClr>
              <a:buSzPts val="900"/>
              <a:buFont typeface="Red Hat Display"/>
              <a:buChar char="●"/>
            </a:pPr>
            <a:r>
              <a:rPr lang="en" sz="900">
                <a:solidFill>
                  <a:srgbClr val="595959"/>
                </a:solidFill>
                <a:latin typeface="Red Hat Display"/>
                <a:ea typeface="Red Hat Display"/>
                <a:cs typeface="Red Hat Display"/>
                <a:sym typeface="Red Hat Display"/>
              </a:rPr>
              <a:t>Plan for modernisation</a:t>
            </a:r>
            <a:endParaRPr sz="900">
              <a:solidFill>
                <a:srgbClr val="595959"/>
              </a:solidFill>
              <a:latin typeface="Red Hat Display"/>
              <a:ea typeface="Red Hat Display"/>
              <a:cs typeface="Red Hat Display"/>
              <a:sym typeface="Red Hat Display"/>
            </a:endParaRPr>
          </a:p>
          <a:p>
            <a:pPr indent="-285750" lvl="0" marL="457200" marR="0" rtl="0" algn="l">
              <a:spcBef>
                <a:spcPts val="0"/>
              </a:spcBef>
              <a:spcAft>
                <a:spcPts val="0"/>
              </a:spcAft>
              <a:buClr>
                <a:srgbClr val="595959"/>
              </a:buClr>
              <a:buSzPts val="900"/>
              <a:buFont typeface="Red Hat Display"/>
              <a:buChar char="●"/>
            </a:pPr>
            <a:r>
              <a:rPr lang="en" sz="900">
                <a:solidFill>
                  <a:srgbClr val="595959"/>
                </a:solidFill>
                <a:latin typeface="Red Hat Display"/>
                <a:ea typeface="Red Hat Display"/>
                <a:cs typeface="Red Hat Display"/>
                <a:sym typeface="Red Hat Display"/>
              </a:rPr>
              <a:t>Modernize remaining systems</a:t>
            </a:r>
            <a:endParaRPr sz="900">
              <a:solidFill>
                <a:srgbClr val="595959"/>
              </a:solidFill>
              <a:latin typeface="Red Hat Display"/>
              <a:ea typeface="Red Hat Display"/>
              <a:cs typeface="Red Hat Display"/>
              <a:sym typeface="Red Hat Display"/>
            </a:endParaRPr>
          </a:p>
          <a:p>
            <a:pPr indent="-285750" lvl="0" marL="457200" marR="0" rtl="0" algn="l">
              <a:spcBef>
                <a:spcPts val="0"/>
              </a:spcBef>
              <a:spcAft>
                <a:spcPts val="0"/>
              </a:spcAft>
              <a:buClr>
                <a:srgbClr val="595959"/>
              </a:buClr>
              <a:buSzPts val="900"/>
              <a:buFont typeface="Red Hat Display"/>
              <a:buChar char="●"/>
            </a:pPr>
            <a:r>
              <a:rPr lang="en" sz="900">
                <a:solidFill>
                  <a:srgbClr val="595959"/>
                </a:solidFill>
                <a:latin typeface="Red Hat Display"/>
                <a:ea typeface="Red Hat Display"/>
                <a:cs typeface="Red Hat Display"/>
                <a:sym typeface="Red Hat Display"/>
              </a:rPr>
              <a:t>Implement responsibilities</a:t>
            </a:r>
            <a:endParaRPr sz="900">
              <a:solidFill>
                <a:srgbClr val="595959"/>
              </a:solidFill>
              <a:latin typeface="Red Hat Display"/>
              <a:ea typeface="Red Hat Display"/>
              <a:cs typeface="Red Hat Display"/>
              <a:sym typeface="Red Hat Displa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78"/>
          <p:cNvSpPr txBox="1"/>
          <p:nvPr>
            <p:ph idx="1" type="subTitle"/>
          </p:nvPr>
        </p:nvSpPr>
        <p:spPr>
          <a:xfrm>
            <a:off x="335826" y="41575"/>
            <a:ext cx="2992500" cy="612300"/>
          </a:xfrm>
          <a:prstGeom prst="rect">
            <a:avLst/>
          </a:prstGeom>
        </p:spPr>
        <p:txBody>
          <a:bodyPr anchorCtr="0" anchor="ctr" bIns="68575" lIns="329175" spcFirstLastPara="1" rIns="68575" wrap="square" tIns="6857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1072" name="Google Shape;1072;p78"/>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Related</a:t>
            </a:r>
            <a:r>
              <a:rPr lang="en"/>
              <a:t> Solutions</a:t>
            </a:r>
            <a:endParaRPr/>
          </a:p>
        </p:txBody>
      </p:sp>
      <p:sp>
        <p:nvSpPr>
          <p:cNvPr id="1073" name="Google Shape;1073;p78"/>
          <p:cNvSpPr txBox="1"/>
          <p:nvPr>
            <p:ph idx="2"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That may be relevant to your Client</a:t>
            </a:r>
            <a:endParaRPr/>
          </a:p>
        </p:txBody>
      </p:sp>
      <p:sp>
        <p:nvSpPr>
          <p:cNvPr id="1074" name="Google Shape;1074;p78"/>
          <p:cNvSpPr txBox="1"/>
          <p:nvPr>
            <p:ph idx="3" type="subTitle"/>
          </p:nvPr>
        </p:nvSpPr>
        <p:spPr>
          <a:xfrm>
            <a:off x="663788" y="4627163"/>
            <a:ext cx="6001800" cy="420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t>WARNING</a:t>
            </a:r>
            <a:r>
              <a:rPr lang="en"/>
              <a:t>:</a:t>
            </a:r>
            <a:r>
              <a:rPr lang="en"/>
              <a:t> the picture of the map is static </a:t>
            </a:r>
            <a:r>
              <a:rPr lang="en"/>
              <a:t>while</a:t>
            </a:r>
            <a:r>
              <a:rPr lang="en"/>
              <a:t> the map itself is dynamic and can change over time. see hub for latest. last updated 9/8/23</a:t>
            </a:r>
            <a:endParaRPr/>
          </a:p>
        </p:txBody>
      </p:sp>
      <p:sp>
        <p:nvSpPr>
          <p:cNvPr id="1075" name="Google Shape;1075;p78"/>
          <p:cNvSpPr txBox="1"/>
          <p:nvPr/>
        </p:nvSpPr>
        <p:spPr>
          <a:xfrm>
            <a:off x="592600" y="1687775"/>
            <a:ext cx="5313300" cy="3137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Red Hat Display"/>
              <a:buChar char="●"/>
            </a:pPr>
            <a:r>
              <a:rPr lang="en" u="sng">
                <a:solidFill>
                  <a:schemeClr val="hlink"/>
                </a:solidFill>
                <a:latin typeface="Red Hat Display"/>
                <a:ea typeface="Red Hat Display"/>
                <a:cs typeface="Red Hat Display"/>
                <a:sym typeface="Red Hat Display"/>
                <a:hlinkClick r:id="rId3"/>
              </a:rPr>
              <a:t>Identity Management Pilot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u="sng">
                <a:solidFill>
                  <a:schemeClr val="hlink"/>
                </a:solidFill>
                <a:latin typeface="Red Hat Display"/>
                <a:ea typeface="Red Hat Display"/>
                <a:cs typeface="Red Hat Display"/>
                <a:sym typeface="Red Hat Display"/>
                <a:hlinkClick r:id="rId4"/>
              </a:rPr>
              <a:t>Standard Operating Environment Provisioning for RHEL</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u="sng">
                <a:solidFill>
                  <a:schemeClr val="hlink"/>
                </a:solidFill>
                <a:latin typeface="Red Hat Display"/>
                <a:ea typeface="Red Hat Display"/>
                <a:cs typeface="Red Hat Display"/>
                <a:sym typeface="Red Hat Display"/>
                <a:hlinkClick r:id="rId5"/>
              </a:rPr>
              <a:t>Ansible Automation Platform FastStart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u="sng">
                <a:solidFill>
                  <a:schemeClr val="hlink"/>
                </a:solidFill>
                <a:latin typeface="Red Hat Display"/>
                <a:ea typeface="Red Hat Display"/>
                <a:cs typeface="Red Hat Display"/>
                <a:sym typeface="Red Hat Display"/>
                <a:hlinkClick r:id="rId6"/>
              </a:rPr>
              <a:t>Automate RHEL Patching and Compliance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u="sng">
                <a:solidFill>
                  <a:schemeClr val="hlink"/>
                </a:solidFill>
                <a:latin typeface="Red Hat Display"/>
                <a:ea typeface="Red Hat Display"/>
                <a:cs typeface="Red Hat Display"/>
                <a:sym typeface="Red Hat Display"/>
                <a:hlinkClick r:id="rId7"/>
              </a:rPr>
              <a:t>Ansible Automation Adoption Journey</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u="sng">
                <a:solidFill>
                  <a:schemeClr val="hlink"/>
                </a:solidFill>
                <a:latin typeface="Red Hat Display"/>
                <a:ea typeface="Red Hat Display"/>
                <a:cs typeface="Red Hat Display"/>
                <a:sym typeface="Red Hat Display"/>
                <a:hlinkClick r:id="rId8"/>
              </a:rPr>
              <a:t>RHEL in-place upgrade at scale with Ansible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u="sng">
                <a:solidFill>
                  <a:schemeClr val="hlink"/>
                </a:solidFill>
                <a:latin typeface="Red Hat Display"/>
                <a:ea typeface="Red Hat Display"/>
                <a:cs typeface="Red Hat Display"/>
                <a:sym typeface="Red Hat Display"/>
                <a:hlinkClick r:id="rId9"/>
              </a:rPr>
              <a:t>Convert to RHEL from CentOS and Oracle Linux</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many more …</a:t>
            </a:r>
            <a:endParaRPr>
              <a:latin typeface="Red Hat Display"/>
              <a:ea typeface="Red Hat Display"/>
              <a:cs typeface="Red Hat Display"/>
              <a:sym typeface="Red Hat Display"/>
            </a:endParaRPr>
          </a:p>
        </p:txBody>
      </p:sp>
      <p:pic>
        <p:nvPicPr>
          <p:cNvPr id="1076" name="Google Shape;1076;p78"/>
          <p:cNvPicPr preferRelativeResize="0"/>
          <p:nvPr/>
        </p:nvPicPr>
        <p:blipFill>
          <a:blip r:embed="rId10">
            <a:alphaModFix/>
          </a:blip>
          <a:stretch>
            <a:fillRect/>
          </a:stretch>
        </p:blipFill>
        <p:spPr>
          <a:xfrm>
            <a:off x="5113575" y="2491974"/>
            <a:ext cx="3646925" cy="18702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79"/>
          <p:cNvSpPr txBox="1"/>
          <p:nvPr>
            <p:ph idx="1" type="subTitle"/>
          </p:nvPr>
        </p:nvSpPr>
        <p:spPr>
          <a:xfrm>
            <a:off x="335826" y="41575"/>
            <a:ext cx="2992500" cy="612300"/>
          </a:xfrm>
          <a:prstGeom prst="rect">
            <a:avLst/>
          </a:prstGeom>
        </p:spPr>
        <p:txBody>
          <a:bodyPr anchorCtr="0" anchor="ctr" bIns="68575" lIns="329175" spcFirstLastPara="1" rIns="68575" wrap="square" tIns="6857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1082" name="Google Shape;1082;p79"/>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Implementer Resources - Details</a:t>
            </a:r>
            <a:endParaRPr/>
          </a:p>
        </p:txBody>
      </p:sp>
      <p:sp>
        <p:nvSpPr>
          <p:cNvPr id="1083" name="Google Shape;1083;p79"/>
          <p:cNvSpPr txBox="1"/>
          <p:nvPr>
            <p:ph idx="2"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This is relevant to the service delivery team.</a:t>
            </a:r>
            <a:endParaRPr/>
          </a:p>
        </p:txBody>
      </p:sp>
      <p:sp>
        <p:nvSpPr>
          <p:cNvPr id="1084" name="Google Shape;1084;p79"/>
          <p:cNvSpPr txBox="1"/>
          <p:nvPr>
            <p:ph idx="3" type="subTitle"/>
          </p:nvPr>
        </p:nvSpPr>
        <p:spPr>
          <a:xfrm>
            <a:off x="663788" y="4627163"/>
            <a:ext cx="6001800" cy="420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t>WARNING</a:t>
            </a:r>
            <a:r>
              <a:rPr lang="en"/>
              <a:t>: the picture of the map is static while the map itself is dynamic and can change over time. see hub for latest. last updated 9/8/23</a:t>
            </a:r>
            <a:endParaRPr/>
          </a:p>
        </p:txBody>
      </p:sp>
      <p:sp>
        <p:nvSpPr>
          <p:cNvPr id="1085" name="Google Shape;1085;p79"/>
          <p:cNvSpPr txBox="1"/>
          <p:nvPr/>
        </p:nvSpPr>
        <p:spPr>
          <a:xfrm>
            <a:off x="592600" y="1687775"/>
            <a:ext cx="5313300" cy="3137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Red Hat Display"/>
              <a:buChar char="●"/>
            </a:pPr>
            <a:r>
              <a:rPr lang="en" u="sng">
                <a:solidFill>
                  <a:schemeClr val="hlink"/>
                </a:solidFill>
                <a:latin typeface="Red Hat Display"/>
                <a:ea typeface="Red Hat Display"/>
                <a:cs typeface="Red Hat Display"/>
                <a:sym typeface="Red Hat Display"/>
                <a:hlinkClick r:id="rId3"/>
              </a:rPr>
              <a:t>Framework Navigation and Mind Map (Miro board)</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u="sng">
                <a:solidFill>
                  <a:schemeClr val="hlink"/>
                </a:solidFill>
                <a:latin typeface="Red Hat Display"/>
                <a:ea typeface="Red Hat Display"/>
                <a:cs typeface="Red Hat Display"/>
                <a:sym typeface="Red Hat Display"/>
                <a:hlinkClick r:id="rId4"/>
              </a:rPr>
              <a:t>Framework Navigation Presentation</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rhis-builder Presentation</a:t>
            </a:r>
            <a:endParaRPr>
              <a:latin typeface="Red Hat Display"/>
              <a:ea typeface="Red Hat Display"/>
              <a:cs typeface="Red Hat Display"/>
              <a:sym typeface="Red Hat Display"/>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80"/>
          <p:cNvSpPr txBox="1"/>
          <p:nvPr>
            <p:ph idx="12" type="sldNum"/>
          </p:nvPr>
        </p:nvSpPr>
        <p:spPr>
          <a:xfrm>
            <a:off x="61481" y="4627167"/>
            <a:ext cx="548700" cy="107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091" name="Google Shape;1091;p80"/>
          <p:cNvSpPr txBox="1"/>
          <p:nvPr>
            <p:ph type="title"/>
          </p:nvPr>
        </p:nvSpPr>
        <p:spPr>
          <a:xfrm>
            <a:off x="335831" y="813421"/>
            <a:ext cx="5118900" cy="1578900"/>
          </a:xfrm>
          <a:prstGeom prst="rect">
            <a:avLst/>
          </a:prstGeom>
        </p:spPr>
        <p:txBody>
          <a:bodyPr anchorCtr="0" anchor="t" bIns="68575" lIns="329175" spcFirstLastPara="1" rIns="68575" wrap="square" tIns="68575">
            <a:noAutofit/>
          </a:bodyPr>
          <a:lstStyle/>
          <a:p>
            <a:pPr indent="0" lvl="0" marL="0" rtl="0" algn="l">
              <a:spcBef>
                <a:spcPts val="0"/>
              </a:spcBef>
              <a:spcAft>
                <a:spcPts val="0"/>
              </a:spcAft>
              <a:buClr>
                <a:schemeClr val="dk1"/>
              </a:buClr>
              <a:buSzPts val="1100"/>
              <a:buFont typeface="Arial"/>
              <a:buNone/>
            </a:pPr>
            <a:r>
              <a:rPr lang="en" sz="4100">
                <a:latin typeface="Red Hat Display"/>
                <a:ea typeface="Red Hat Display"/>
                <a:cs typeface="Red Hat Display"/>
                <a:sym typeface="Red Hat Display"/>
              </a:rPr>
              <a:t>Product Overview</a:t>
            </a:r>
            <a:endParaRPr sz="4100">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Arial"/>
              <a:buNone/>
            </a:pPr>
            <a:r>
              <a:t/>
            </a:r>
            <a:endParaRPr sz="2400"/>
          </a:p>
        </p:txBody>
      </p:sp>
      <p:sp>
        <p:nvSpPr>
          <p:cNvPr id="1092" name="Google Shape;1092;p80"/>
          <p:cNvSpPr txBox="1"/>
          <p:nvPr/>
        </p:nvSpPr>
        <p:spPr>
          <a:xfrm>
            <a:off x="766625" y="2006725"/>
            <a:ext cx="4946400" cy="299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lang="en" sz="1100">
                <a:solidFill>
                  <a:schemeClr val="lt1"/>
                </a:solidFill>
                <a:latin typeface="Red Hat Display"/>
                <a:ea typeface="Red Hat Display"/>
                <a:cs typeface="Red Hat Display"/>
                <a:sym typeface="Red Hat Display"/>
              </a:rPr>
              <a:t>Note: </a:t>
            </a:r>
            <a:r>
              <a:rPr lang="en" sz="1100">
                <a:solidFill>
                  <a:schemeClr val="lt1"/>
                </a:solidFill>
                <a:latin typeface="Red Hat Display"/>
                <a:ea typeface="Red Hat Display"/>
                <a:cs typeface="Red Hat Display"/>
                <a:sym typeface="Red Hat Display"/>
              </a:rPr>
              <a:t>This section is not meant to replace the product content on </a:t>
            </a:r>
            <a:r>
              <a:rPr lang="en" sz="1100" u="sng">
                <a:solidFill>
                  <a:schemeClr val="hlink"/>
                </a:solidFill>
                <a:latin typeface="Red Hat Display"/>
                <a:ea typeface="Red Hat Display"/>
                <a:cs typeface="Red Hat Display"/>
                <a:sym typeface="Red Hat Display"/>
                <a:hlinkClick r:id="rId3"/>
              </a:rPr>
              <a:t>Content Center</a:t>
            </a:r>
            <a:r>
              <a:rPr lang="en" sz="1100">
                <a:solidFill>
                  <a:schemeClr val="lt1"/>
                </a:solidFill>
                <a:latin typeface="Red Hat Display"/>
                <a:ea typeface="Red Hat Display"/>
                <a:cs typeface="Red Hat Display"/>
                <a:sym typeface="Red Hat Display"/>
              </a:rPr>
              <a:t> </a:t>
            </a:r>
            <a:r>
              <a:rPr lang="en" sz="1100">
                <a:solidFill>
                  <a:schemeClr val="lt1"/>
                </a:solidFill>
                <a:latin typeface="Red Hat Display"/>
                <a:ea typeface="Red Hat Display"/>
                <a:cs typeface="Red Hat Display"/>
                <a:sym typeface="Red Hat Display"/>
              </a:rPr>
              <a:t>but rather be a quick reference guide for some VERY high level information.</a:t>
            </a:r>
            <a:endParaRPr sz="1100">
              <a:solidFill>
                <a:schemeClr val="lt1"/>
              </a:solidFill>
              <a:latin typeface="Red Hat Display"/>
              <a:ea typeface="Red Hat Display"/>
              <a:cs typeface="Red Hat Display"/>
              <a:sym typeface="Red Hat Display"/>
            </a:endParaRPr>
          </a:p>
          <a:p>
            <a:pPr indent="0" lvl="0" marL="0" rtl="0" algn="l">
              <a:lnSpc>
                <a:spcPct val="115000"/>
              </a:lnSpc>
              <a:spcBef>
                <a:spcPts val="800"/>
              </a:spcBef>
              <a:spcAft>
                <a:spcPts val="0"/>
              </a:spcAft>
              <a:buNone/>
            </a:pPr>
            <a:r>
              <a:rPr lang="en" sz="1100">
                <a:solidFill>
                  <a:schemeClr val="lt1"/>
                </a:solidFill>
                <a:latin typeface="Red Hat Display"/>
                <a:ea typeface="Red Hat Display"/>
                <a:cs typeface="Red Hat Display"/>
                <a:sym typeface="Red Hat Display"/>
              </a:rPr>
              <a:t>Please use the Content Center for deep dive into the product and its capabilities.</a:t>
            </a:r>
            <a:br>
              <a:rPr lang="en" sz="1100">
                <a:solidFill>
                  <a:schemeClr val="lt1"/>
                </a:solidFill>
                <a:latin typeface="Red Hat Display"/>
                <a:ea typeface="Red Hat Display"/>
                <a:cs typeface="Red Hat Display"/>
                <a:sym typeface="Red Hat Display"/>
              </a:rPr>
            </a:br>
            <a:endParaRPr sz="1100">
              <a:solidFill>
                <a:schemeClr val="lt1"/>
              </a:solidFill>
              <a:latin typeface="Red Hat Display"/>
              <a:ea typeface="Red Hat Display"/>
              <a:cs typeface="Red Hat Display"/>
              <a:sym typeface="Red Hat Display"/>
            </a:endParaRPr>
          </a:p>
          <a:p>
            <a:pPr indent="0" lvl="0" marL="0" rtl="0" algn="l">
              <a:lnSpc>
                <a:spcPct val="115000"/>
              </a:lnSpc>
              <a:spcBef>
                <a:spcPts val="800"/>
              </a:spcBef>
              <a:spcAft>
                <a:spcPts val="0"/>
              </a:spcAft>
              <a:buNone/>
            </a:pPr>
            <a:r>
              <a:rPr lang="en" sz="1100" u="sng">
                <a:solidFill>
                  <a:schemeClr val="hlink"/>
                </a:solidFill>
                <a:latin typeface="Red Hat Display"/>
                <a:ea typeface="Red Hat Display"/>
                <a:cs typeface="Red Hat Display"/>
                <a:sym typeface="Red Hat Display"/>
                <a:hlinkClick r:id="rId4"/>
              </a:rPr>
              <a:t>Red Hat Infrastructure Standard Adoption Model (2023)</a:t>
            </a:r>
            <a:r>
              <a:rPr lang="en" sz="1100">
                <a:solidFill>
                  <a:schemeClr val="lt1"/>
                </a:solidFill>
                <a:latin typeface="Red Hat Display"/>
                <a:ea typeface="Red Hat Display"/>
                <a:cs typeface="Red Hat Display"/>
                <a:sym typeface="Red Hat Display"/>
              </a:rPr>
              <a:t> - AE Deck</a:t>
            </a:r>
            <a:endParaRPr sz="1100">
              <a:solidFill>
                <a:schemeClr val="lt1"/>
              </a:solidFill>
              <a:latin typeface="Red Hat Display"/>
              <a:ea typeface="Red Hat Display"/>
              <a:cs typeface="Red Hat Display"/>
              <a:sym typeface="Red Hat Display"/>
            </a:endParaRPr>
          </a:p>
          <a:p>
            <a:pPr indent="0" lvl="0" marL="0" rtl="0" algn="l">
              <a:lnSpc>
                <a:spcPct val="115000"/>
              </a:lnSpc>
              <a:spcBef>
                <a:spcPts val="800"/>
              </a:spcBef>
              <a:spcAft>
                <a:spcPts val="800"/>
              </a:spcAft>
              <a:buNone/>
            </a:pPr>
            <a:r>
              <a:rPr lang="en" sz="1100" u="sng">
                <a:solidFill>
                  <a:schemeClr val="hlink"/>
                </a:solidFill>
                <a:latin typeface="Red Hat Display"/>
                <a:ea typeface="Red Hat Display"/>
                <a:cs typeface="Red Hat Display"/>
                <a:sym typeface="Red Hat Display"/>
                <a:hlinkClick r:id="rId5"/>
              </a:rPr>
              <a:t>Red Hat Enterprise Linux</a:t>
            </a:r>
            <a:br>
              <a:rPr lang="en" sz="1100">
                <a:solidFill>
                  <a:schemeClr val="lt1"/>
                </a:solidFill>
                <a:latin typeface="Red Hat Display"/>
                <a:ea typeface="Red Hat Display"/>
                <a:cs typeface="Red Hat Display"/>
                <a:sym typeface="Red Hat Display"/>
              </a:rPr>
            </a:br>
            <a:r>
              <a:rPr lang="en" sz="1100" u="sng">
                <a:solidFill>
                  <a:schemeClr val="hlink"/>
                </a:solidFill>
                <a:latin typeface="Red Hat Display"/>
                <a:ea typeface="Red Hat Display"/>
                <a:cs typeface="Red Hat Display"/>
                <a:sym typeface="Red Hat Display"/>
                <a:hlinkClick r:id="rId6"/>
              </a:rPr>
              <a:t>Red Hat Satellite</a:t>
            </a:r>
            <a:br>
              <a:rPr lang="en" sz="1100">
                <a:solidFill>
                  <a:schemeClr val="lt1"/>
                </a:solidFill>
                <a:latin typeface="Red Hat Display"/>
                <a:ea typeface="Red Hat Display"/>
                <a:cs typeface="Red Hat Display"/>
                <a:sym typeface="Red Hat Display"/>
              </a:rPr>
            </a:br>
            <a:r>
              <a:rPr lang="en" sz="1100" u="sng">
                <a:solidFill>
                  <a:schemeClr val="hlink"/>
                </a:solidFill>
                <a:latin typeface="Red Hat Display"/>
                <a:ea typeface="Red Hat Display"/>
                <a:cs typeface="Red Hat Display"/>
                <a:sym typeface="Red Hat Display"/>
                <a:hlinkClick r:id="rId7"/>
              </a:rPr>
              <a:t>Red Hat Ansible Automation Platform</a:t>
            </a:r>
            <a:br>
              <a:rPr lang="en" sz="1100">
                <a:solidFill>
                  <a:schemeClr val="lt1"/>
                </a:solidFill>
                <a:latin typeface="Red Hat Display"/>
                <a:ea typeface="Red Hat Display"/>
                <a:cs typeface="Red Hat Display"/>
                <a:sym typeface="Red Hat Display"/>
              </a:rPr>
            </a:br>
            <a:r>
              <a:rPr lang="en" sz="1100" u="sng">
                <a:solidFill>
                  <a:schemeClr val="hlink"/>
                </a:solidFill>
                <a:latin typeface="Red Hat Display"/>
                <a:ea typeface="Red Hat Display"/>
                <a:cs typeface="Red Hat Display"/>
                <a:sym typeface="Red Hat Display"/>
                <a:hlinkClick r:id="rId8"/>
              </a:rPr>
              <a:t>Red Hat Identity Management</a:t>
            </a:r>
            <a:br>
              <a:rPr lang="en" sz="1100">
                <a:solidFill>
                  <a:schemeClr val="lt1"/>
                </a:solidFill>
                <a:latin typeface="Red Hat Display"/>
                <a:ea typeface="Red Hat Display"/>
                <a:cs typeface="Red Hat Display"/>
                <a:sym typeface="Red Hat Display"/>
              </a:rPr>
            </a:br>
            <a:r>
              <a:rPr lang="en" sz="1100" u="sng">
                <a:solidFill>
                  <a:schemeClr val="hlink"/>
                </a:solidFill>
                <a:latin typeface="Red Hat Display"/>
                <a:ea typeface="Red Hat Display"/>
                <a:cs typeface="Red Hat Display"/>
                <a:sym typeface="Red Hat Display"/>
                <a:hlinkClick r:id="rId9"/>
              </a:rPr>
              <a:t>Red Hat Hybrid Cloud Console</a:t>
            </a:r>
            <a:br>
              <a:rPr lang="en" sz="1100">
                <a:solidFill>
                  <a:schemeClr val="lt1"/>
                </a:solidFill>
                <a:latin typeface="Red Hat Display"/>
                <a:ea typeface="Red Hat Display"/>
                <a:cs typeface="Red Hat Display"/>
                <a:sym typeface="Red Hat Display"/>
              </a:rPr>
            </a:br>
            <a:endParaRPr sz="1100">
              <a:solidFill>
                <a:schemeClr val="lt1"/>
              </a:solidFill>
              <a:latin typeface="Red Hat Display"/>
              <a:ea typeface="Red Hat Display"/>
              <a:cs typeface="Red Hat Display"/>
              <a:sym typeface="Red Hat Display"/>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81"/>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1098" name="Google Shape;1098;p81"/>
          <p:cNvSpPr txBox="1"/>
          <p:nvPr>
            <p:ph idx="12" type="sldNum"/>
          </p:nvPr>
        </p:nvSpPr>
        <p:spPr>
          <a:xfrm>
            <a:off x="61481" y="4627167"/>
            <a:ext cx="548700" cy="107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099" name="Google Shape;1099;p81"/>
          <p:cNvSpPr txBox="1"/>
          <p:nvPr>
            <p:ph idx="2" type="subTitle"/>
          </p:nvPr>
        </p:nvSpPr>
        <p:spPr>
          <a:xfrm>
            <a:off x="663788" y="4627163"/>
            <a:ext cx="6001800" cy="420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1100" name="Google Shape;1100;p81"/>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One platform. Unlimited </a:t>
            </a:r>
            <a:r>
              <a:rPr lang="en"/>
              <a:t>potential</a:t>
            </a:r>
            <a:r>
              <a:rPr lang="en"/>
              <a:t>.</a:t>
            </a:r>
            <a:endParaRPr/>
          </a:p>
        </p:txBody>
      </p:sp>
      <p:sp>
        <p:nvSpPr>
          <p:cNvPr id="1101" name="Google Shape;1101;p81"/>
          <p:cNvSpPr txBox="1"/>
          <p:nvPr/>
        </p:nvSpPr>
        <p:spPr>
          <a:xfrm>
            <a:off x="1495406" y="2902588"/>
            <a:ext cx="1651200" cy="176700"/>
          </a:xfrm>
          <a:prstGeom prst="rect">
            <a:avLst/>
          </a:prstGeom>
          <a:noFill/>
          <a:ln>
            <a:noFill/>
          </a:ln>
        </p:spPr>
        <p:txBody>
          <a:bodyPr anchorCtr="0" anchor="b" bIns="0" lIns="137150" spcFirstLastPara="1" rIns="0" wrap="square" tIns="0">
            <a:noAutofit/>
          </a:bodyPr>
          <a:lstStyle/>
          <a:p>
            <a:pPr indent="0" lvl="0" marL="0" rtl="0" algn="l">
              <a:lnSpc>
                <a:spcPct val="115000"/>
              </a:lnSpc>
              <a:spcBef>
                <a:spcPts val="0"/>
              </a:spcBef>
              <a:spcAft>
                <a:spcPts val="0"/>
              </a:spcAft>
              <a:buNone/>
            </a:pPr>
            <a:r>
              <a:rPr b="1" lang="en" sz="1000">
                <a:solidFill>
                  <a:srgbClr val="000000"/>
                </a:solidFill>
                <a:latin typeface="Red Hat Display"/>
                <a:ea typeface="Red Hat Display"/>
                <a:cs typeface="Red Hat Display"/>
                <a:sym typeface="Red Hat Display"/>
              </a:rPr>
              <a:t>Enterprise Architect</a:t>
            </a:r>
            <a:endParaRPr b="1" sz="1000">
              <a:solidFill>
                <a:srgbClr val="000000"/>
              </a:solidFill>
              <a:latin typeface="Red Hat Display"/>
              <a:ea typeface="Red Hat Display"/>
              <a:cs typeface="Red Hat Display"/>
              <a:sym typeface="Red Hat Display"/>
            </a:endParaRPr>
          </a:p>
        </p:txBody>
      </p:sp>
      <p:sp>
        <p:nvSpPr>
          <p:cNvPr id="1102" name="Google Shape;1102;p81"/>
          <p:cNvSpPr txBox="1"/>
          <p:nvPr/>
        </p:nvSpPr>
        <p:spPr>
          <a:xfrm>
            <a:off x="1495406" y="3467425"/>
            <a:ext cx="1651200" cy="176700"/>
          </a:xfrm>
          <a:prstGeom prst="rect">
            <a:avLst/>
          </a:prstGeom>
          <a:noFill/>
          <a:ln>
            <a:noFill/>
          </a:ln>
        </p:spPr>
        <p:txBody>
          <a:bodyPr anchorCtr="0" anchor="b" bIns="0" lIns="137150" spcFirstLastPara="1" rIns="0" wrap="square" tIns="0">
            <a:noAutofit/>
          </a:bodyPr>
          <a:lstStyle/>
          <a:p>
            <a:pPr indent="0" lvl="0" marL="0" rtl="0" algn="l">
              <a:lnSpc>
                <a:spcPct val="115000"/>
              </a:lnSpc>
              <a:spcBef>
                <a:spcPts val="0"/>
              </a:spcBef>
              <a:spcAft>
                <a:spcPts val="0"/>
              </a:spcAft>
              <a:buNone/>
            </a:pPr>
            <a:r>
              <a:rPr b="1" lang="en" sz="1000">
                <a:solidFill>
                  <a:srgbClr val="000000"/>
                </a:solidFill>
                <a:latin typeface="Red Hat Display"/>
                <a:ea typeface="Red Hat Display"/>
                <a:cs typeface="Red Hat Display"/>
                <a:sym typeface="Red Hat Display"/>
              </a:rPr>
              <a:t>System Administrator</a:t>
            </a:r>
            <a:endParaRPr b="1" sz="1000">
              <a:solidFill>
                <a:srgbClr val="000000"/>
              </a:solidFill>
              <a:latin typeface="Red Hat Display"/>
              <a:ea typeface="Red Hat Display"/>
              <a:cs typeface="Red Hat Display"/>
              <a:sym typeface="Red Hat Display"/>
            </a:endParaRPr>
          </a:p>
        </p:txBody>
      </p:sp>
      <p:sp>
        <p:nvSpPr>
          <p:cNvPr id="1103" name="Google Shape;1103;p81"/>
          <p:cNvSpPr txBox="1"/>
          <p:nvPr/>
        </p:nvSpPr>
        <p:spPr>
          <a:xfrm>
            <a:off x="1495406" y="4032263"/>
            <a:ext cx="1651200" cy="176700"/>
          </a:xfrm>
          <a:prstGeom prst="rect">
            <a:avLst/>
          </a:prstGeom>
          <a:noFill/>
          <a:ln>
            <a:noFill/>
          </a:ln>
        </p:spPr>
        <p:txBody>
          <a:bodyPr anchorCtr="0" anchor="b" bIns="0" lIns="137150" spcFirstLastPara="1" rIns="0" wrap="square" tIns="0">
            <a:noAutofit/>
          </a:bodyPr>
          <a:lstStyle/>
          <a:p>
            <a:pPr indent="0" lvl="0" marL="0" rtl="0" algn="l">
              <a:lnSpc>
                <a:spcPct val="115000"/>
              </a:lnSpc>
              <a:spcBef>
                <a:spcPts val="0"/>
              </a:spcBef>
              <a:spcAft>
                <a:spcPts val="0"/>
              </a:spcAft>
              <a:buNone/>
            </a:pPr>
            <a:r>
              <a:rPr b="1" lang="en" sz="1000">
                <a:solidFill>
                  <a:srgbClr val="000000"/>
                </a:solidFill>
                <a:latin typeface="Red Hat Display"/>
                <a:ea typeface="Red Hat Display"/>
                <a:cs typeface="Red Hat Display"/>
                <a:sym typeface="Red Hat Display"/>
              </a:rPr>
              <a:t>Developer</a:t>
            </a:r>
            <a:endParaRPr b="1" sz="1000">
              <a:solidFill>
                <a:srgbClr val="000000"/>
              </a:solidFill>
              <a:latin typeface="Red Hat Display"/>
              <a:ea typeface="Red Hat Display"/>
              <a:cs typeface="Red Hat Display"/>
              <a:sym typeface="Red Hat Display"/>
            </a:endParaRPr>
          </a:p>
        </p:txBody>
      </p:sp>
      <p:sp>
        <p:nvSpPr>
          <p:cNvPr id="1104" name="Google Shape;1104;p81"/>
          <p:cNvSpPr txBox="1"/>
          <p:nvPr/>
        </p:nvSpPr>
        <p:spPr>
          <a:xfrm>
            <a:off x="1495406" y="2337750"/>
            <a:ext cx="1651200" cy="176700"/>
          </a:xfrm>
          <a:prstGeom prst="rect">
            <a:avLst/>
          </a:prstGeom>
          <a:noFill/>
          <a:ln>
            <a:noFill/>
          </a:ln>
        </p:spPr>
        <p:txBody>
          <a:bodyPr anchorCtr="0" anchor="b" bIns="0" lIns="137150" spcFirstLastPara="1" rIns="0" wrap="square" tIns="0">
            <a:noAutofit/>
          </a:bodyPr>
          <a:lstStyle/>
          <a:p>
            <a:pPr indent="0" lvl="0" marL="0" rtl="0" algn="l">
              <a:lnSpc>
                <a:spcPct val="115000"/>
              </a:lnSpc>
              <a:spcBef>
                <a:spcPts val="0"/>
              </a:spcBef>
              <a:spcAft>
                <a:spcPts val="0"/>
              </a:spcAft>
              <a:buNone/>
            </a:pPr>
            <a:r>
              <a:rPr b="1" lang="en" sz="1000">
                <a:solidFill>
                  <a:srgbClr val="000000"/>
                </a:solidFill>
                <a:latin typeface="Red Hat Display"/>
                <a:ea typeface="Red Hat Display"/>
                <a:cs typeface="Red Hat Display"/>
                <a:sym typeface="Red Hat Display"/>
              </a:rPr>
              <a:t>IT Operations Lead</a:t>
            </a:r>
            <a:endParaRPr b="1" sz="1000">
              <a:solidFill>
                <a:srgbClr val="000000"/>
              </a:solidFill>
              <a:latin typeface="Red Hat Display"/>
              <a:ea typeface="Red Hat Display"/>
              <a:cs typeface="Red Hat Display"/>
              <a:sym typeface="Red Hat Display"/>
            </a:endParaRPr>
          </a:p>
        </p:txBody>
      </p:sp>
      <p:sp>
        <p:nvSpPr>
          <p:cNvPr id="1105" name="Google Shape;1105;p81"/>
          <p:cNvSpPr txBox="1"/>
          <p:nvPr/>
        </p:nvSpPr>
        <p:spPr>
          <a:xfrm>
            <a:off x="3608738" y="1813481"/>
            <a:ext cx="1752300" cy="3480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None/>
            </a:pPr>
            <a:r>
              <a:rPr b="1" lang="en" sz="1000">
                <a:solidFill>
                  <a:schemeClr val="dk1"/>
                </a:solidFill>
                <a:latin typeface="Red Hat Display"/>
                <a:ea typeface="Red Hat Display"/>
                <a:cs typeface="Red Hat Display"/>
                <a:sym typeface="Red Hat Display"/>
              </a:rPr>
              <a:t>Without standardized </a:t>
            </a:r>
            <a:r>
              <a:rPr b="1" lang="en" sz="1000">
                <a:solidFill>
                  <a:schemeClr val="dk1"/>
                </a:solidFill>
                <a:latin typeface="Red Hat Display"/>
                <a:ea typeface="Red Hat Display"/>
                <a:cs typeface="Red Hat Display"/>
                <a:sym typeface="Red Hat Display"/>
              </a:rPr>
              <a:t>infrastructure</a:t>
            </a:r>
            <a:endParaRPr b="1" sz="1000">
              <a:solidFill>
                <a:schemeClr val="dk1"/>
              </a:solidFill>
              <a:latin typeface="Red Hat Display"/>
              <a:ea typeface="Red Hat Display"/>
              <a:cs typeface="Red Hat Display"/>
              <a:sym typeface="Red Hat Display"/>
            </a:endParaRPr>
          </a:p>
        </p:txBody>
      </p:sp>
      <p:sp>
        <p:nvSpPr>
          <p:cNvPr id="1106" name="Google Shape;1106;p81"/>
          <p:cNvSpPr txBox="1"/>
          <p:nvPr/>
        </p:nvSpPr>
        <p:spPr>
          <a:xfrm>
            <a:off x="6177730" y="1813475"/>
            <a:ext cx="1752300" cy="3480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None/>
            </a:pPr>
            <a:r>
              <a:rPr b="1" lang="en" sz="1000">
                <a:solidFill>
                  <a:srgbClr val="EE0000"/>
                </a:solidFill>
                <a:latin typeface="Red Hat Display"/>
                <a:ea typeface="Red Hat Display"/>
                <a:cs typeface="Red Hat Display"/>
                <a:sym typeface="Red Hat Display"/>
              </a:rPr>
              <a:t>With the Red Hat Infrastructure Standard</a:t>
            </a:r>
            <a:endParaRPr b="1" sz="1000">
              <a:solidFill>
                <a:srgbClr val="EE0000"/>
              </a:solidFill>
              <a:latin typeface="Red Hat Display"/>
              <a:ea typeface="Red Hat Display"/>
              <a:cs typeface="Red Hat Display"/>
              <a:sym typeface="Red Hat Display"/>
            </a:endParaRPr>
          </a:p>
        </p:txBody>
      </p:sp>
      <p:sp>
        <p:nvSpPr>
          <p:cNvPr id="1107" name="Google Shape;1107;p81"/>
          <p:cNvSpPr txBox="1"/>
          <p:nvPr/>
        </p:nvSpPr>
        <p:spPr>
          <a:xfrm>
            <a:off x="3608738" y="2362678"/>
            <a:ext cx="1992300" cy="330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000">
                <a:solidFill>
                  <a:schemeClr val="dk1"/>
                </a:solidFill>
                <a:latin typeface="Red Hat Display"/>
                <a:ea typeface="Red Hat Display"/>
                <a:cs typeface="Red Hat Display"/>
                <a:sym typeface="Red Hat Display"/>
              </a:rPr>
              <a:t>Inconsistent experience and management complexity</a:t>
            </a:r>
            <a:endParaRPr sz="1000">
              <a:solidFill>
                <a:schemeClr val="dk1"/>
              </a:solidFill>
              <a:latin typeface="Red Hat Display"/>
              <a:ea typeface="Red Hat Display"/>
              <a:cs typeface="Red Hat Display"/>
              <a:sym typeface="Red Hat Display"/>
            </a:endParaRPr>
          </a:p>
        </p:txBody>
      </p:sp>
      <p:sp>
        <p:nvSpPr>
          <p:cNvPr id="1108" name="Google Shape;1108;p81"/>
          <p:cNvSpPr txBox="1"/>
          <p:nvPr/>
        </p:nvSpPr>
        <p:spPr>
          <a:xfrm>
            <a:off x="3608738" y="2927519"/>
            <a:ext cx="1992300" cy="330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rgbClr val="000000"/>
              </a:buClr>
              <a:buSzPts val="800"/>
              <a:buFont typeface="Arial"/>
              <a:buNone/>
            </a:pPr>
            <a:r>
              <a:rPr lang="en" sz="1000">
                <a:solidFill>
                  <a:schemeClr val="dk1"/>
                </a:solidFill>
                <a:latin typeface="Red Hat Display"/>
                <a:ea typeface="Red Hat Display"/>
                <a:cs typeface="Red Hat Display"/>
                <a:sym typeface="Red Hat Display"/>
              </a:rPr>
              <a:t>Lack of  </a:t>
            </a:r>
            <a:r>
              <a:rPr lang="en" sz="1000">
                <a:solidFill>
                  <a:schemeClr val="dk1"/>
                </a:solidFill>
                <a:latin typeface="Red Hat Display"/>
                <a:ea typeface="Red Hat Display"/>
                <a:cs typeface="Red Hat Display"/>
                <a:sym typeface="Red Hat Display"/>
              </a:rPr>
              <a:t>choice of applications, hardware, and cloud technologies </a:t>
            </a:r>
            <a:endParaRPr sz="1000">
              <a:solidFill>
                <a:schemeClr val="dk1"/>
              </a:solidFill>
              <a:latin typeface="Red Hat Display"/>
              <a:ea typeface="Red Hat Display"/>
              <a:cs typeface="Red Hat Display"/>
              <a:sym typeface="Red Hat Display"/>
            </a:endParaRPr>
          </a:p>
        </p:txBody>
      </p:sp>
      <p:sp>
        <p:nvSpPr>
          <p:cNvPr id="1109" name="Google Shape;1109;p81"/>
          <p:cNvSpPr txBox="1"/>
          <p:nvPr/>
        </p:nvSpPr>
        <p:spPr>
          <a:xfrm>
            <a:off x="3608738" y="3492359"/>
            <a:ext cx="1992300" cy="307800"/>
          </a:xfrm>
          <a:prstGeom prst="rect">
            <a:avLst/>
          </a:prstGeom>
          <a:noFill/>
          <a:ln>
            <a:noFill/>
          </a:ln>
        </p:spPr>
        <p:txBody>
          <a:bodyPr anchorCtr="0" anchor="t" bIns="0" lIns="0" spcFirstLastPara="1" rIns="0" wrap="square" tIns="0">
            <a:spAutoFit/>
          </a:bodyPr>
          <a:lstStyle/>
          <a:p>
            <a:pPr indent="0" lvl="0" marL="0" rtl="0" algn="l">
              <a:spcBef>
                <a:spcPts val="400"/>
              </a:spcBef>
              <a:spcAft>
                <a:spcPts val="0"/>
              </a:spcAft>
              <a:buNone/>
            </a:pPr>
            <a:r>
              <a:rPr lang="en" sz="1000">
                <a:solidFill>
                  <a:schemeClr val="dk1"/>
                </a:solidFill>
                <a:latin typeface="Red Hat Text"/>
                <a:ea typeface="Red Hat Text"/>
                <a:cs typeface="Red Hat Text"/>
                <a:sym typeface="Red Hat Text"/>
              </a:rPr>
              <a:t>Unable to maintain control and focus on critical initiatives. </a:t>
            </a:r>
            <a:endParaRPr sz="1200">
              <a:solidFill>
                <a:schemeClr val="dk1"/>
              </a:solidFill>
              <a:latin typeface="Red Hat Display"/>
              <a:ea typeface="Red Hat Display"/>
              <a:cs typeface="Red Hat Display"/>
              <a:sym typeface="Red Hat Display"/>
            </a:endParaRPr>
          </a:p>
        </p:txBody>
      </p:sp>
      <p:sp>
        <p:nvSpPr>
          <p:cNvPr id="1110" name="Google Shape;1110;p81"/>
          <p:cNvSpPr txBox="1"/>
          <p:nvPr/>
        </p:nvSpPr>
        <p:spPr>
          <a:xfrm>
            <a:off x="3608738" y="4057200"/>
            <a:ext cx="1992300" cy="330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000">
                <a:solidFill>
                  <a:schemeClr val="dk1"/>
                </a:solidFill>
                <a:latin typeface="Red Hat Display"/>
                <a:ea typeface="Red Hat Display"/>
                <a:cs typeface="Red Hat Display"/>
                <a:sym typeface="Red Hat Display"/>
              </a:rPr>
              <a:t>Lack of consistency and multiple </a:t>
            </a:r>
            <a:br>
              <a:rPr lang="en" sz="1000">
                <a:solidFill>
                  <a:schemeClr val="dk1"/>
                </a:solidFill>
                <a:latin typeface="Red Hat Display"/>
                <a:ea typeface="Red Hat Display"/>
                <a:cs typeface="Red Hat Display"/>
                <a:sym typeface="Red Hat Display"/>
              </a:rPr>
            </a:br>
            <a:r>
              <a:rPr lang="en" sz="1000">
                <a:solidFill>
                  <a:schemeClr val="dk1"/>
                </a:solidFill>
                <a:latin typeface="Red Hat Display"/>
                <a:ea typeface="Red Hat Display"/>
                <a:cs typeface="Red Hat Display"/>
                <a:sym typeface="Red Hat Display"/>
              </a:rPr>
              <a:t>build environments</a:t>
            </a:r>
            <a:endParaRPr sz="1000">
              <a:solidFill>
                <a:schemeClr val="dk1"/>
              </a:solidFill>
              <a:latin typeface="Red Hat Display"/>
              <a:ea typeface="Red Hat Display"/>
              <a:cs typeface="Red Hat Display"/>
              <a:sym typeface="Red Hat Display"/>
            </a:endParaRPr>
          </a:p>
        </p:txBody>
      </p:sp>
      <p:sp>
        <p:nvSpPr>
          <p:cNvPr id="1111" name="Google Shape;1111;p81"/>
          <p:cNvSpPr txBox="1"/>
          <p:nvPr/>
        </p:nvSpPr>
        <p:spPr>
          <a:xfrm>
            <a:off x="6177713" y="2362688"/>
            <a:ext cx="2080500" cy="307800"/>
          </a:xfrm>
          <a:prstGeom prst="rect">
            <a:avLst/>
          </a:prstGeom>
          <a:noFill/>
          <a:ln>
            <a:noFill/>
          </a:ln>
        </p:spPr>
        <p:txBody>
          <a:bodyPr anchorCtr="0" anchor="t" bIns="0" lIns="0" spcFirstLastPara="1" rIns="0" wrap="square" tIns="0">
            <a:spAutoFit/>
          </a:bodyPr>
          <a:lstStyle/>
          <a:p>
            <a:pPr indent="0" lvl="0" marL="0" rtl="0" algn="l">
              <a:spcBef>
                <a:spcPts val="400"/>
              </a:spcBef>
              <a:spcAft>
                <a:spcPts val="0"/>
              </a:spcAft>
              <a:buNone/>
            </a:pPr>
            <a:r>
              <a:rPr lang="en" sz="1000">
                <a:solidFill>
                  <a:schemeClr val="dk1"/>
                </a:solidFill>
                <a:latin typeface="Red Hat Display Medium"/>
                <a:ea typeface="Red Hat Display Medium"/>
                <a:cs typeface="Red Hat Display Medium"/>
                <a:sym typeface="Red Hat Display Medium"/>
              </a:rPr>
              <a:t>I</a:t>
            </a:r>
            <a:r>
              <a:rPr lang="en" sz="1000">
                <a:solidFill>
                  <a:schemeClr val="dk1"/>
                </a:solidFill>
                <a:latin typeface="Red Hat Display Medium"/>
                <a:ea typeface="Red Hat Display Medium"/>
                <a:cs typeface="Red Hat Display Medium"/>
                <a:sym typeface="Red Hat Display Medium"/>
              </a:rPr>
              <a:t>T is </a:t>
            </a:r>
            <a:r>
              <a:rPr lang="en" sz="1000">
                <a:solidFill>
                  <a:schemeClr val="dk1"/>
                </a:solidFill>
                <a:latin typeface="Red Hat Display Medium"/>
                <a:ea typeface="Red Hat Display Medium"/>
                <a:cs typeface="Red Hat Display Medium"/>
                <a:sym typeface="Red Hat Display Medium"/>
              </a:rPr>
              <a:t>a</a:t>
            </a:r>
            <a:r>
              <a:rPr lang="en" sz="1000">
                <a:solidFill>
                  <a:schemeClr val="dk1"/>
                </a:solidFill>
                <a:latin typeface="Red Hat Display Medium"/>
                <a:ea typeface="Red Hat Display Medium"/>
                <a:cs typeface="Red Hat Display Medium"/>
                <a:sym typeface="Red Hat Display Medium"/>
              </a:rPr>
              <a:t> center of innovation that is productive, secure and efficient</a:t>
            </a:r>
            <a:endParaRPr sz="1000">
              <a:solidFill>
                <a:schemeClr val="dk1"/>
              </a:solidFill>
              <a:latin typeface="Red Hat Display Medium"/>
              <a:ea typeface="Red Hat Display Medium"/>
              <a:cs typeface="Red Hat Display Medium"/>
              <a:sym typeface="Red Hat Display Medium"/>
            </a:endParaRPr>
          </a:p>
        </p:txBody>
      </p:sp>
      <p:sp>
        <p:nvSpPr>
          <p:cNvPr id="1112" name="Google Shape;1112;p81"/>
          <p:cNvSpPr txBox="1"/>
          <p:nvPr/>
        </p:nvSpPr>
        <p:spPr>
          <a:xfrm>
            <a:off x="6177713" y="2927525"/>
            <a:ext cx="2080500" cy="330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800"/>
              <a:buFont typeface="Arial"/>
              <a:buNone/>
            </a:pPr>
            <a:r>
              <a:rPr lang="en" sz="1000">
                <a:solidFill>
                  <a:schemeClr val="dk1"/>
                </a:solidFill>
                <a:latin typeface="Red Hat Display Medium"/>
                <a:ea typeface="Red Hat Display Medium"/>
                <a:cs typeface="Red Hat Display Medium"/>
                <a:sym typeface="Red Hat Display Medium"/>
              </a:rPr>
              <a:t>Consistent and repeatable experience across environments</a:t>
            </a:r>
            <a:endParaRPr sz="1000">
              <a:solidFill>
                <a:schemeClr val="dk1"/>
              </a:solidFill>
              <a:latin typeface="Red Hat Display Medium"/>
              <a:ea typeface="Red Hat Display Medium"/>
              <a:cs typeface="Red Hat Display Medium"/>
              <a:sym typeface="Red Hat Display Medium"/>
            </a:endParaRPr>
          </a:p>
        </p:txBody>
      </p:sp>
      <p:sp>
        <p:nvSpPr>
          <p:cNvPr id="1113" name="Google Shape;1113;p81"/>
          <p:cNvSpPr txBox="1"/>
          <p:nvPr/>
        </p:nvSpPr>
        <p:spPr>
          <a:xfrm>
            <a:off x="6177713" y="3492363"/>
            <a:ext cx="2080500" cy="330900"/>
          </a:xfrm>
          <a:prstGeom prst="rect">
            <a:avLst/>
          </a:prstGeom>
          <a:noFill/>
          <a:ln>
            <a:noFill/>
          </a:ln>
        </p:spPr>
        <p:txBody>
          <a:bodyPr anchorCtr="0" anchor="t" bIns="0" lIns="0" spcFirstLastPara="1" rIns="68575" wrap="square" tIns="0">
            <a:spAutoFit/>
          </a:bodyPr>
          <a:lstStyle/>
          <a:p>
            <a:pPr indent="0" lvl="0" marL="0" rtl="0" algn="l">
              <a:lnSpc>
                <a:spcPct val="115000"/>
              </a:lnSpc>
              <a:spcBef>
                <a:spcPts val="0"/>
              </a:spcBef>
              <a:spcAft>
                <a:spcPts val="0"/>
              </a:spcAft>
              <a:buNone/>
            </a:pPr>
            <a:r>
              <a:rPr lang="en" sz="1000">
                <a:solidFill>
                  <a:schemeClr val="dk1"/>
                </a:solidFill>
                <a:latin typeface="Red Hat Display Medium"/>
                <a:ea typeface="Red Hat Display Medium"/>
                <a:cs typeface="Red Hat Display Medium"/>
                <a:sym typeface="Red Hat Display Medium"/>
              </a:rPr>
              <a:t>Automated administration of critical infrastructure</a:t>
            </a:r>
            <a:endParaRPr sz="1000">
              <a:solidFill>
                <a:schemeClr val="dk1"/>
              </a:solidFill>
              <a:latin typeface="Red Hat Display Medium"/>
              <a:ea typeface="Red Hat Display Medium"/>
              <a:cs typeface="Red Hat Display Medium"/>
              <a:sym typeface="Red Hat Display Medium"/>
            </a:endParaRPr>
          </a:p>
        </p:txBody>
      </p:sp>
      <p:sp>
        <p:nvSpPr>
          <p:cNvPr id="1114" name="Google Shape;1114;p81"/>
          <p:cNvSpPr txBox="1"/>
          <p:nvPr/>
        </p:nvSpPr>
        <p:spPr>
          <a:xfrm>
            <a:off x="6177713" y="4057200"/>
            <a:ext cx="2080500" cy="330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000">
                <a:solidFill>
                  <a:schemeClr val="dk1"/>
                </a:solidFill>
                <a:latin typeface="Red Hat Display Medium"/>
                <a:ea typeface="Red Hat Display Medium"/>
                <a:cs typeface="Red Hat Display Medium"/>
                <a:sym typeface="Red Hat Display Medium"/>
              </a:rPr>
              <a:t>Consistent application packaging, tooling, portability, and </a:t>
            </a:r>
            <a:r>
              <a:rPr lang="en" sz="1000">
                <a:solidFill>
                  <a:schemeClr val="dk1"/>
                </a:solidFill>
                <a:latin typeface="Red Hat Display Medium"/>
                <a:ea typeface="Red Hat Display Medium"/>
                <a:cs typeface="Red Hat Display Medium"/>
                <a:sym typeface="Red Hat Display Medium"/>
              </a:rPr>
              <a:t>security</a:t>
            </a:r>
            <a:endParaRPr sz="1000">
              <a:solidFill>
                <a:schemeClr val="dk1"/>
              </a:solidFill>
              <a:latin typeface="Red Hat Display Medium"/>
              <a:ea typeface="Red Hat Display Medium"/>
              <a:cs typeface="Red Hat Display Medium"/>
              <a:sym typeface="Red Hat Display Medium"/>
            </a:endParaRPr>
          </a:p>
        </p:txBody>
      </p:sp>
      <p:sp>
        <p:nvSpPr>
          <p:cNvPr id="1115" name="Google Shape;1115;p81"/>
          <p:cNvSpPr/>
          <p:nvPr/>
        </p:nvSpPr>
        <p:spPr>
          <a:xfrm>
            <a:off x="3146363" y="1813481"/>
            <a:ext cx="348000" cy="348000"/>
          </a:xfrm>
          <a:prstGeom prst="roundRect">
            <a:avLst>
              <a:gd fmla="val 25497" name="adj"/>
            </a:avLst>
          </a:prstGeom>
          <a:solidFill>
            <a:srgbClr val="EFEFEF"/>
          </a:solidFill>
          <a:ln cap="flat" cmpd="sng" w="19050">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1116" name="Google Shape;1116;p81"/>
          <p:cNvCxnSpPr/>
          <p:nvPr/>
        </p:nvCxnSpPr>
        <p:spPr>
          <a:xfrm>
            <a:off x="1495406" y="2305538"/>
            <a:ext cx="6762600" cy="0"/>
          </a:xfrm>
          <a:prstGeom prst="straightConnector1">
            <a:avLst/>
          </a:prstGeom>
          <a:noFill/>
          <a:ln cap="rnd" cmpd="sng" w="9525">
            <a:solidFill>
              <a:schemeClr val="dk1"/>
            </a:solidFill>
            <a:prstDash val="dot"/>
            <a:round/>
            <a:headEnd len="med" w="med" type="none"/>
            <a:tailEnd len="med" w="med" type="none"/>
          </a:ln>
        </p:spPr>
      </p:cxnSp>
      <p:cxnSp>
        <p:nvCxnSpPr>
          <p:cNvPr id="1117" name="Google Shape;1117;p81"/>
          <p:cNvCxnSpPr/>
          <p:nvPr/>
        </p:nvCxnSpPr>
        <p:spPr>
          <a:xfrm>
            <a:off x="1495406" y="2870375"/>
            <a:ext cx="6762600" cy="0"/>
          </a:xfrm>
          <a:prstGeom prst="straightConnector1">
            <a:avLst/>
          </a:prstGeom>
          <a:noFill/>
          <a:ln cap="rnd" cmpd="sng" w="9525">
            <a:solidFill>
              <a:schemeClr val="dk1"/>
            </a:solidFill>
            <a:prstDash val="dot"/>
            <a:round/>
            <a:headEnd len="med" w="med" type="none"/>
            <a:tailEnd len="med" w="med" type="none"/>
          </a:ln>
        </p:spPr>
      </p:cxnSp>
      <p:sp>
        <p:nvSpPr>
          <p:cNvPr id="1118" name="Google Shape;1118;p81"/>
          <p:cNvSpPr/>
          <p:nvPr/>
        </p:nvSpPr>
        <p:spPr>
          <a:xfrm>
            <a:off x="1152509" y="2134088"/>
            <a:ext cx="342900" cy="342900"/>
          </a:xfrm>
          <a:prstGeom prst="ellipse">
            <a:avLst/>
          </a:prstGeom>
          <a:noFill/>
          <a:ln cap="rnd" cmpd="sng" w="9525">
            <a:solidFill>
              <a:schemeClr val="dk1"/>
            </a:solidFill>
            <a:prstDash val="dot"/>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1119" name="Google Shape;1119;p81"/>
          <p:cNvCxnSpPr/>
          <p:nvPr/>
        </p:nvCxnSpPr>
        <p:spPr>
          <a:xfrm>
            <a:off x="1495406" y="3435213"/>
            <a:ext cx="6762600" cy="0"/>
          </a:xfrm>
          <a:prstGeom prst="straightConnector1">
            <a:avLst/>
          </a:prstGeom>
          <a:noFill/>
          <a:ln cap="rnd" cmpd="sng" w="9525">
            <a:solidFill>
              <a:schemeClr val="dk1"/>
            </a:solidFill>
            <a:prstDash val="dot"/>
            <a:round/>
            <a:headEnd len="med" w="med" type="none"/>
            <a:tailEnd len="med" w="med" type="none"/>
          </a:ln>
        </p:spPr>
      </p:cxnSp>
      <p:sp>
        <p:nvSpPr>
          <p:cNvPr id="1120" name="Google Shape;1120;p81"/>
          <p:cNvSpPr/>
          <p:nvPr/>
        </p:nvSpPr>
        <p:spPr>
          <a:xfrm>
            <a:off x="1152509" y="2698913"/>
            <a:ext cx="342900" cy="342900"/>
          </a:xfrm>
          <a:prstGeom prst="ellipse">
            <a:avLst/>
          </a:prstGeom>
          <a:noFill/>
          <a:ln cap="rnd" cmpd="sng" w="9525">
            <a:solidFill>
              <a:schemeClr val="dk1"/>
            </a:solidFill>
            <a:prstDash val="dot"/>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1" name="Google Shape;1121;p81"/>
          <p:cNvSpPr/>
          <p:nvPr/>
        </p:nvSpPr>
        <p:spPr>
          <a:xfrm>
            <a:off x="1152509" y="3263756"/>
            <a:ext cx="342900" cy="342900"/>
          </a:xfrm>
          <a:prstGeom prst="ellipse">
            <a:avLst/>
          </a:prstGeom>
          <a:noFill/>
          <a:ln cap="rnd" cmpd="sng" w="9525">
            <a:solidFill>
              <a:schemeClr val="dk1"/>
            </a:solidFill>
            <a:prstDash val="dot"/>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1122" name="Google Shape;1122;p81"/>
          <p:cNvCxnSpPr/>
          <p:nvPr/>
        </p:nvCxnSpPr>
        <p:spPr>
          <a:xfrm>
            <a:off x="1495406" y="4000050"/>
            <a:ext cx="6762600" cy="0"/>
          </a:xfrm>
          <a:prstGeom prst="straightConnector1">
            <a:avLst/>
          </a:prstGeom>
          <a:noFill/>
          <a:ln cap="rnd" cmpd="sng" w="9525">
            <a:solidFill>
              <a:schemeClr val="dk1"/>
            </a:solidFill>
            <a:prstDash val="dot"/>
            <a:round/>
            <a:headEnd len="med" w="med" type="none"/>
            <a:tailEnd len="med" w="med" type="none"/>
          </a:ln>
        </p:spPr>
      </p:cxnSp>
      <p:sp>
        <p:nvSpPr>
          <p:cNvPr id="1123" name="Google Shape;1123;p81"/>
          <p:cNvSpPr/>
          <p:nvPr/>
        </p:nvSpPr>
        <p:spPr>
          <a:xfrm>
            <a:off x="1152509" y="3828600"/>
            <a:ext cx="342900" cy="342900"/>
          </a:xfrm>
          <a:prstGeom prst="ellipse">
            <a:avLst/>
          </a:prstGeom>
          <a:noFill/>
          <a:ln cap="rnd" cmpd="sng" w="9525">
            <a:solidFill>
              <a:schemeClr val="dk1"/>
            </a:solidFill>
            <a:prstDash val="dot"/>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1124" name="Google Shape;1124;p81"/>
          <p:cNvPicPr preferRelativeResize="0"/>
          <p:nvPr/>
        </p:nvPicPr>
        <p:blipFill rotWithShape="1">
          <a:blip r:embed="rId3">
            <a:alphaModFix/>
          </a:blip>
          <a:srcRect b="0" l="0" r="0" t="0"/>
          <a:stretch/>
        </p:blipFill>
        <p:spPr>
          <a:xfrm>
            <a:off x="1221088" y="2202665"/>
            <a:ext cx="205740" cy="205740"/>
          </a:xfrm>
          <a:prstGeom prst="rect">
            <a:avLst/>
          </a:prstGeom>
          <a:noFill/>
          <a:ln>
            <a:noFill/>
          </a:ln>
        </p:spPr>
      </p:pic>
      <p:pic>
        <p:nvPicPr>
          <p:cNvPr id="1125" name="Google Shape;1125;p81"/>
          <p:cNvPicPr preferRelativeResize="0"/>
          <p:nvPr/>
        </p:nvPicPr>
        <p:blipFill rotWithShape="1">
          <a:blip r:embed="rId4">
            <a:alphaModFix/>
          </a:blip>
          <a:srcRect b="0" l="0" r="0" t="0"/>
          <a:stretch/>
        </p:blipFill>
        <p:spPr>
          <a:xfrm>
            <a:off x="1221096" y="2767511"/>
            <a:ext cx="205725" cy="205725"/>
          </a:xfrm>
          <a:prstGeom prst="rect">
            <a:avLst/>
          </a:prstGeom>
          <a:noFill/>
          <a:ln>
            <a:noFill/>
          </a:ln>
        </p:spPr>
      </p:pic>
      <p:pic>
        <p:nvPicPr>
          <p:cNvPr id="1126" name="Google Shape;1126;p81"/>
          <p:cNvPicPr preferRelativeResize="0"/>
          <p:nvPr/>
        </p:nvPicPr>
        <p:blipFill rotWithShape="1">
          <a:blip r:embed="rId5">
            <a:alphaModFix/>
          </a:blip>
          <a:srcRect b="0" l="0" r="0" t="0"/>
          <a:stretch/>
        </p:blipFill>
        <p:spPr>
          <a:xfrm>
            <a:off x="1221097" y="3332352"/>
            <a:ext cx="205725" cy="205725"/>
          </a:xfrm>
          <a:prstGeom prst="rect">
            <a:avLst/>
          </a:prstGeom>
          <a:noFill/>
          <a:ln>
            <a:noFill/>
          </a:ln>
        </p:spPr>
      </p:pic>
      <p:pic>
        <p:nvPicPr>
          <p:cNvPr id="1127" name="Google Shape;1127;p81"/>
          <p:cNvPicPr preferRelativeResize="0"/>
          <p:nvPr/>
        </p:nvPicPr>
        <p:blipFill rotWithShape="1">
          <a:blip r:embed="rId6">
            <a:alphaModFix/>
          </a:blip>
          <a:srcRect b="0" l="0" r="0" t="0"/>
          <a:stretch/>
        </p:blipFill>
        <p:spPr>
          <a:xfrm>
            <a:off x="1221097" y="3897186"/>
            <a:ext cx="205725" cy="205725"/>
          </a:xfrm>
          <a:prstGeom prst="rect">
            <a:avLst/>
          </a:prstGeom>
          <a:noFill/>
          <a:ln>
            <a:noFill/>
          </a:ln>
        </p:spPr>
      </p:pic>
      <p:cxnSp>
        <p:nvCxnSpPr>
          <p:cNvPr id="1128" name="Google Shape;1128;p81"/>
          <p:cNvCxnSpPr>
            <a:stCxn id="1118" idx="2"/>
            <a:endCxn id="1123" idx="2"/>
          </p:cNvCxnSpPr>
          <p:nvPr/>
        </p:nvCxnSpPr>
        <p:spPr>
          <a:xfrm>
            <a:off x="1152509" y="2305538"/>
            <a:ext cx="600" cy="1694400"/>
          </a:xfrm>
          <a:prstGeom prst="bentConnector3">
            <a:avLst>
              <a:gd fmla="val -108438082" name="adj1"/>
            </a:avLst>
          </a:prstGeom>
          <a:noFill/>
          <a:ln cap="rnd" cmpd="sng" w="9525">
            <a:solidFill>
              <a:schemeClr val="dk1"/>
            </a:solidFill>
            <a:prstDash val="dot"/>
            <a:round/>
            <a:headEnd len="med" w="med" type="none"/>
            <a:tailEnd len="med" w="med" type="none"/>
          </a:ln>
        </p:spPr>
      </p:cxnSp>
      <p:sp>
        <p:nvSpPr>
          <p:cNvPr id="1129" name="Google Shape;1129;p81"/>
          <p:cNvSpPr txBox="1"/>
          <p:nvPr>
            <p:ph idx="3"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Red Hat Enterprise Linux simplifies operations across the enterprise</a:t>
            </a:r>
            <a:endParaRPr/>
          </a:p>
        </p:txBody>
      </p:sp>
      <p:pic>
        <p:nvPicPr>
          <p:cNvPr id="1130" name="Google Shape;1130;p81"/>
          <p:cNvPicPr preferRelativeResize="0"/>
          <p:nvPr/>
        </p:nvPicPr>
        <p:blipFill rotWithShape="1">
          <a:blip r:embed="rId7">
            <a:alphaModFix/>
          </a:blip>
          <a:srcRect b="0" l="0" r="0" t="0"/>
          <a:stretch/>
        </p:blipFill>
        <p:spPr>
          <a:xfrm>
            <a:off x="5715414" y="1813531"/>
            <a:ext cx="348000" cy="34799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82"/>
          <p:cNvSpPr/>
          <p:nvPr/>
        </p:nvSpPr>
        <p:spPr>
          <a:xfrm>
            <a:off x="974700" y="2171700"/>
            <a:ext cx="7194600" cy="1593600"/>
          </a:xfrm>
          <a:prstGeom prst="rect">
            <a:avLst/>
          </a:prstGeom>
          <a:solidFill>
            <a:srgbClr val="EE0000"/>
          </a:solidFill>
          <a:ln cap="flat" cmpd="sng" w="9525">
            <a:solidFill>
              <a:srgbClr val="EE0000"/>
            </a:solidFill>
            <a:prstDash val="solid"/>
            <a:round/>
            <a:headEnd len="sm" w="sm" type="none"/>
            <a:tailEnd len="sm" w="sm" type="none"/>
          </a:ln>
        </p:spPr>
        <p:txBody>
          <a:bodyPr anchorCtr="0" anchor="ctr" bIns="91625" lIns="91625" spcFirstLastPara="1" rIns="91625" wrap="square" tIns="91625">
            <a:noAutofit/>
          </a:bodyPr>
          <a:lstStyle/>
          <a:p>
            <a:pPr indent="0" lvl="0" marL="0" rtl="0" algn="l">
              <a:spcBef>
                <a:spcPts val="0"/>
              </a:spcBef>
              <a:spcAft>
                <a:spcPts val="0"/>
              </a:spcAft>
              <a:buNone/>
            </a:pPr>
            <a:r>
              <a:t/>
            </a:r>
            <a:endParaRPr/>
          </a:p>
        </p:txBody>
      </p:sp>
      <p:sp>
        <p:nvSpPr>
          <p:cNvPr id="1136" name="Google Shape;1136;p82"/>
          <p:cNvSpPr/>
          <p:nvPr/>
        </p:nvSpPr>
        <p:spPr>
          <a:xfrm>
            <a:off x="2184887" y="2323150"/>
            <a:ext cx="1077600" cy="1077600"/>
          </a:xfrm>
          <a:prstGeom prst="ellipse">
            <a:avLst/>
          </a:prstGeom>
          <a:solidFill>
            <a:srgbClr val="FFFFFF"/>
          </a:solidFill>
          <a:ln cap="flat" cmpd="sng" w="9525">
            <a:solidFill>
              <a:srgbClr val="9E9E9E"/>
            </a:solidFill>
            <a:prstDash val="solid"/>
            <a:round/>
            <a:headEnd len="sm" w="sm" type="none"/>
            <a:tailEnd len="sm" w="sm" type="none"/>
          </a:ln>
        </p:spPr>
        <p:txBody>
          <a:bodyPr anchorCtr="0" anchor="ctr" bIns="91625" lIns="91625" spcFirstLastPara="1" rIns="91625" wrap="square" tIns="91625">
            <a:noAutofit/>
          </a:bodyPr>
          <a:lstStyle/>
          <a:p>
            <a:pPr indent="0" lvl="0" marL="0" rtl="0" algn="l">
              <a:spcBef>
                <a:spcPts val="0"/>
              </a:spcBef>
              <a:spcAft>
                <a:spcPts val="0"/>
              </a:spcAft>
              <a:buNone/>
            </a:pPr>
            <a:r>
              <a:t/>
            </a:r>
            <a:endParaRPr/>
          </a:p>
        </p:txBody>
      </p:sp>
      <p:sp>
        <p:nvSpPr>
          <p:cNvPr id="1137" name="Google Shape;1137;p82"/>
          <p:cNvSpPr/>
          <p:nvPr/>
        </p:nvSpPr>
        <p:spPr>
          <a:xfrm>
            <a:off x="5059454" y="2323150"/>
            <a:ext cx="1077600" cy="1077600"/>
          </a:xfrm>
          <a:prstGeom prst="ellipse">
            <a:avLst/>
          </a:prstGeom>
          <a:solidFill>
            <a:srgbClr val="FFFFFF"/>
          </a:solidFill>
          <a:ln cap="flat" cmpd="sng" w="9525">
            <a:solidFill>
              <a:srgbClr val="9E9E9E"/>
            </a:solidFill>
            <a:prstDash val="solid"/>
            <a:round/>
            <a:headEnd len="sm" w="sm" type="none"/>
            <a:tailEnd len="sm" w="sm" type="none"/>
          </a:ln>
        </p:spPr>
        <p:txBody>
          <a:bodyPr anchorCtr="0" anchor="ctr" bIns="91625" lIns="91625" spcFirstLastPara="1" rIns="91625" wrap="square" tIns="91625">
            <a:noAutofit/>
          </a:bodyPr>
          <a:lstStyle/>
          <a:p>
            <a:pPr indent="0" lvl="0" marL="0" rtl="0" algn="l">
              <a:spcBef>
                <a:spcPts val="0"/>
              </a:spcBef>
              <a:spcAft>
                <a:spcPts val="0"/>
              </a:spcAft>
              <a:buNone/>
            </a:pPr>
            <a:r>
              <a:t/>
            </a:r>
            <a:endParaRPr/>
          </a:p>
        </p:txBody>
      </p:sp>
      <p:sp>
        <p:nvSpPr>
          <p:cNvPr id="1138" name="Google Shape;1138;p82"/>
          <p:cNvSpPr/>
          <p:nvPr/>
        </p:nvSpPr>
        <p:spPr>
          <a:xfrm>
            <a:off x="3622171" y="2323150"/>
            <a:ext cx="1077600" cy="1077600"/>
          </a:xfrm>
          <a:prstGeom prst="ellipse">
            <a:avLst/>
          </a:prstGeom>
          <a:solidFill>
            <a:srgbClr val="FFFFFF"/>
          </a:solidFill>
          <a:ln cap="flat" cmpd="sng" w="9525">
            <a:solidFill>
              <a:srgbClr val="9E9E9E"/>
            </a:solidFill>
            <a:prstDash val="solid"/>
            <a:round/>
            <a:headEnd len="sm" w="sm" type="none"/>
            <a:tailEnd len="sm" w="sm" type="none"/>
          </a:ln>
        </p:spPr>
        <p:txBody>
          <a:bodyPr anchorCtr="0" anchor="ctr" bIns="91625" lIns="91625" spcFirstLastPara="1" rIns="91625" wrap="square" tIns="91625">
            <a:noAutofit/>
          </a:bodyPr>
          <a:lstStyle/>
          <a:p>
            <a:pPr indent="0" lvl="0" marL="0" rtl="0" algn="l">
              <a:spcBef>
                <a:spcPts val="0"/>
              </a:spcBef>
              <a:spcAft>
                <a:spcPts val="0"/>
              </a:spcAft>
              <a:buNone/>
            </a:pPr>
            <a:r>
              <a:t/>
            </a:r>
            <a:endParaRPr/>
          </a:p>
        </p:txBody>
      </p:sp>
      <p:sp>
        <p:nvSpPr>
          <p:cNvPr id="1139" name="Google Shape;1139;p82"/>
          <p:cNvSpPr/>
          <p:nvPr/>
        </p:nvSpPr>
        <p:spPr>
          <a:xfrm>
            <a:off x="1954494" y="3400750"/>
            <a:ext cx="1538700" cy="407400"/>
          </a:xfrm>
          <a:prstGeom prst="rect">
            <a:avLst/>
          </a:prstGeom>
          <a:noFill/>
          <a:ln>
            <a:noFill/>
          </a:ln>
        </p:spPr>
        <p:txBody>
          <a:bodyPr anchorCtr="0" anchor="t" bIns="0" lIns="0" spcFirstLastPara="1" rIns="0" wrap="square" tIns="91625">
            <a:noAutofit/>
          </a:bodyPr>
          <a:lstStyle/>
          <a:p>
            <a:pPr indent="0" lvl="0" marL="0" rtl="0" algn="ctr">
              <a:spcBef>
                <a:spcPts val="0"/>
              </a:spcBef>
              <a:spcAft>
                <a:spcPts val="0"/>
              </a:spcAft>
              <a:buNone/>
            </a:pPr>
            <a:r>
              <a:rPr lang="en" sz="1200">
                <a:solidFill>
                  <a:srgbClr val="FFFFFF"/>
                </a:solidFill>
                <a:latin typeface="Red Hat Text"/>
                <a:ea typeface="Red Hat Text"/>
                <a:cs typeface="Red Hat Text"/>
                <a:sym typeface="Red Hat Text"/>
              </a:rPr>
              <a:t>Patch</a:t>
            </a:r>
            <a:endParaRPr sz="1200">
              <a:solidFill>
                <a:srgbClr val="FFFFFF"/>
              </a:solidFill>
              <a:latin typeface="Red Hat Text"/>
              <a:ea typeface="Red Hat Text"/>
              <a:cs typeface="Red Hat Text"/>
              <a:sym typeface="Red Hat Text"/>
            </a:endParaRPr>
          </a:p>
        </p:txBody>
      </p:sp>
      <p:sp>
        <p:nvSpPr>
          <p:cNvPr id="1140" name="Google Shape;1140;p82"/>
          <p:cNvSpPr/>
          <p:nvPr/>
        </p:nvSpPr>
        <p:spPr>
          <a:xfrm>
            <a:off x="3338077" y="3400750"/>
            <a:ext cx="1538700" cy="407400"/>
          </a:xfrm>
          <a:prstGeom prst="rect">
            <a:avLst/>
          </a:prstGeom>
          <a:noFill/>
          <a:ln>
            <a:noFill/>
          </a:ln>
        </p:spPr>
        <p:txBody>
          <a:bodyPr anchorCtr="0" anchor="t" bIns="0" lIns="0" spcFirstLastPara="1" rIns="0" wrap="square" tIns="91625">
            <a:noAutofit/>
          </a:bodyPr>
          <a:lstStyle/>
          <a:p>
            <a:pPr indent="0" lvl="0" marL="0" rtl="0" algn="ctr">
              <a:spcBef>
                <a:spcPts val="0"/>
              </a:spcBef>
              <a:spcAft>
                <a:spcPts val="0"/>
              </a:spcAft>
              <a:buNone/>
            </a:pPr>
            <a:r>
              <a:rPr lang="en" sz="1200">
                <a:solidFill>
                  <a:srgbClr val="FFFFFF"/>
                </a:solidFill>
                <a:latin typeface="Red Hat Text"/>
                <a:ea typeface="Red Hat Text"/>
                <a:cs typeface="Red Hat Text"/>
                <a:sym typeface="Red Hat Text"/>
              </a:rPr>
              <a:t>Provision</a:t>
            </a:r>
            <a:endParaRPr sz="1200">
              <a:solidFill>
                <a:srgbClr val="FFFFFF"/>
              </a:solidFill>
              <a:latin typeface="Red Hat Text"/>
              <a:ea typeface="Red Hat Text"/>
              <a:cs typeface="Red Hat Text"/>
              <a:sym typeface="Red Hat Text"/>
            </a:endParaRPr>
          </a:p>
        </p:txBody>
      </p:sp>
      <p:sp>
        <p:nvSpPr>
          <p:cNvPr id="1141" name="Google Shape;1141;p82"/>
          <p:cNvSpPr/>
          <p:nvPr/>
        </p:nvSpPr>
        <p:spPr>
          <a:xfrm>
            <a:off x="4961649" y="3400750"/>
            <a:ext cx="1298700" cy="407400"/>
          </a:xfrm>
          <a:prstGeom prst="rect">
            <a:avLst/>
          </a:prstGeom>
          <a:noFill/>
          <a:ln>
            <a:noFill/>
          </a:ln>
        </p:spPr>
        <p:txBody>
          <a:bodyPr anchorCtr="0" anchor="t" bIns="0" lIns="0" spcFirstLastPara="1" rIns="0" wrap="square" tIns="91625">
            <a:noAutofit/>
          </a:bodyPr>
          <a:lstStyle/>
          <a:p>
            <a:pPr indent="0" lvl="0" marL="0" rtl="0" algn="ctr">
              <a:spcBef>
                <a:spcPts val="0"/>
              </a:spcBef>
              <a:spcAft>
                <a:spcPts val="0"/>
              </a:spcAft>
              <a:buNone/>
            </a:pPr>
            <a:r>
              <a:rPr lang="en" sz="1200">
                <a:solidFill>
                  <a:srgbClr val="FFFFFF"/>
                </a:solidFill>
                <a:latin typeface="Red Hat Text"/>
                <a:ea typeface="Red Hat Text"/>
                <a:cs typeface="Red Hat Text"/>
                <a:sym typeface="Red Hat Text"/>
              </a:rPr>
              <a:t>Report</a:t>
            </a:r>
            <a:endParaRPr sz="1200">
              <a:solidFill>
                <a:srgbClr val="FFFFFF"/>
              </a:solidFill>
              <a:latin typeface="Red Hat Text"/>
              <a:ea typeface="Red Hat Text"/>
              <a:cs typeface="Red Hat Text"/>
              <a:sym typeface="Red Hat Text"/>
            </a:endParaRPr>
          </a:p>
        </p:txBody>
      </p:sp>
      <p:pic>
        <p:nvPicPr>
          <p:cNvPr id="1142" name="Google Shape;1142;p82"/>
          <p:cNvPicPr preferRelativeResize="0"/>
          <p:nvPr/>
        </p:nvPicPr>
        <p:blipFill rotWithShape="1">
          <a:blip r:embed="rId3">
            <a:alphaModFix/>
          </a:blip>
          <a:srcRect b="0" l="6475" r="6484" t="0"/>
          <a:stretch/>
        </p:blipFill>
        <p:spPr>
          <a:xfrm>
            <a:off x="1208100" y="2614030"/>
            <a:ext cx="617065" cy="708940"/>
          </a:xfrm>
          <a:prstGeom prst="rect">
            <a:avLst/>
          </a:prstGeom>
          <a:noFill/>
          <a:ln>
            <a:noFill/>
          </a:ln>
        </p:spPr>
      </p:pic>
      <p:sp>
        <p:nvSpPr>
          <p:cNvPr id="1143" name="Google Shape;1143;p82"/>
          <p:cNvSpPr txBox="1"/>
          <p:nvPr/>
        </p:nvSpPr>
        <p:spPr>
          <a:xfrm>
            <a:off x="2102250" y="1689750"/>
            <a:ext cx="4939500" cy="2379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 sz="1200">
                <a:solidFill>
                  <a:srgbClr val="595959"/>
                </a:solidFill>
                <a:latin typeface="Red Hat Text"/>
                <a:ea typeface="Red Hat Text"/>
                <a:cs typeface="Red Hat Text"/>
                <a:sym typeface="Red Hat Text"/>
              </a:rPr>
              <a:t>Overcome scale, skill, and security gaps</a:t>
            </a:r>
            <a:endParaRPr sz="1200">
              <a:solidFill>
                <a:srgbClr val="595959"/>
              </a:solidFill>
              <a:latin typeface="Red Hat Text"/>
              <a:ea typeface="Red Hat Text"/>
              <a:cs typeface="Red Hat Text"/>
              <a:sym typeface="Red Hat Text"/>
            </a:endParaRPr>
          </a:p>
        </p:txBody>
      </p:sp>
      <p:sp>
        <p:nvSpPr>
          <p:cNvPr id="1144" name="Google Shape;1144;p82"/>
          <p:cNvSpPr/>
          <p:nvPr/>
        </p:nvSpPr>
        <p:spPr>
          <a:xfrm>
            <a:off x="6496737" y="2323150"/>
            <a:ext cx="1077600" cy="1077600"/>
          </a:xfrm>
          <a:prstGeom prst="ellipse">
            <a:avLst/>
          </a:prstGeom>
          <a:solidFill>
            <a:srgbClr val="FFFFFF"/>
          </a:solidFill>
          <a:ln cap="flat" cmpd="sng" w="9525">
            <a:solidFill>
              <a:srgbClr val="9E9E9E"/>
            </a:solidFill>
            <a:prstDash val="solid"/>
            <a:round/>
            <a:headEnd len="sm" w="sm" type="none"/>
            <a:tailEnd len="sm" w="sm" type="none"/>
          </a:ln>
        </p:spPr>
        <p:txBody>
          <a:bodyPr anchorCtr="0" anchor="ctr" bIns="91625" lIns="91625" spcFirstLastPara="1" rIns="91625" wrap="square" tIns="91625">
            <a:noAutofit/>
          </a:bodyPr>
          <a:lstStyle/>
          <a:p>
            <a:pPr indent="0" lvl="0" marL="0" rtl="0" algn="l">
              <a:spcBef>
                <a:spcPts val="0"/>
              </a:spcBef>
              <a:spcAft>
                <a:spcPts val="0"/>
              </a:spcAft>
              <a:buNone/>
            </a:pPr>
            <a:r>
              <a:t/>
            </a:r>
            <a:endParaRPr/>
          </a:p>
        </p:txBody>
      </p:sp>
      <p:sp>
        <p:nvSpPr>
          <p:cNvPr id="1145" name="Google Shape;1145;p82"/>
          <p:cNvSpPr/>
          <p:nvPr/>
        </p:nvSpPr>
        <p:spPr>
          <a:xfrm>
            <a:off x="6266335" y="3400750"/>
            <a:ext cx="1538700" cy="407400"/>
          </a:xfrm>
          <a:prstGeom prst="rect">
            <a:avLst/>
          </a:prstGeom>
          <a:noFill/>
          <a:ln>
            <a:noFill/>
          </a:ln>
        </p:spPr>
        <p:txBody>
          <a:bodyPr anchorCtr="0" anchor="t" bIns="0" lIns="0" spcFirstLastPara="1" rIns="0" wrap="square" tIns="91625">
            <a:noAutofit/>
          </a:bodyPr>
          <a:lstStyle/>
          <a:p>
            <a:pPr indent="0" lvl="0" marL="0" rtl="0" algn="ctr">
              <a:spcBef>
                <a:spcPts val="0"/>
              </a:spcBef>
              <a:spcAft>
                <a:spcPts val="0"/>
              </a:spcAft>
              <a:buNone/>
            </a:pPr>
            <a:r>
              <a:rPr lang="en" sz="1200">
                <a:solidFill>
                  <a:srgbClr val="FFFFFF"/>
                </a:solidFill>
                <a:latin typeface="Red Hat Text"/>
                <a:ea typeface="Red Hat Text"/>
                <a:cs typeface="Red Hat Text"/>
                <a:sym typeface="Red Hat Text"/>
              </a:rPr>
              <a:t>Control</a:t>
            </a:r>
            <a:endParaRPr sz="1200">
              <a:solidFill>
                <a:srgbClr val="FFFFFF"/>
              </a:solidFill>
              <a:latin typeface="Red Hat Text"/>
              <a:ea typeface="Red Hat Text"/>
              <a:cs typeface="Red Hat Text"/>
              <a:sym typeface="Red Hat Text"/>
            </a:endParaRPr>
          </a:p>
        </p:txBody>
      </p:sp>
      <p:sp>
        <p:nvSpPr>
          <p:cNvPr id="1146" name="Google Shape;1146;p82"/>
          <p:cNvSpPr txBox="1"/>
          <p:nvPr/>
        </p:nvSpPr>
        <p:spPr>
          <a:xfrm>
            <a:off x="383584" y="4626572"/>
            <a:ext cx="5165400" cy="314700"/>
          </a:xfrm>
          <a:prstGeom prst="rect">
            <a:avLst/>
          </a:prstGeom>
          <a:noFill/>
          <a:ln>
            <a:noFill/>
          </a:ln>
        </p:spPr>
        <p:txBody>
          <a:bodyPr anchorCtr="0" anchor="b" bIns="0" lIns="0" spcFirstLastPara="1" rIns="0" wrap="square" tIns="0">
            <a:noAutofit/>
          </a:bodyPr>
          <a:lstStyle/>
          <a:p>
            <a:pPr indent="0" lvl="0" marL="0" rtl="0" algn="l">
              <a:lnSpc>
                <a:spcPct val="142000"/>
              </a:lnSpc>
              <a:spcBef>
                <a:spcPts val="0"/>
              </a:spcBef>
              <a:spcAft>
                <a:spcPts val="0"/>
              </a:spcAft>
              <a:buNone/>
            </a:pPr>
            <a:r>
              <a:rPr lang="en" sz="700">
                <a:solidFill>
                  <a:srgbClr val="4D4D4F"/>
                </a:solidFill>
                <a:latin typeface="Red Hat Text"/>
                <a:ea typeface="Red Hat Text"/>
                <a:cs typeface="Red Hat Text"/>
                <a:sym typeface="Red Hat Text"/>
              </a:rPr>
              <a:t>*</a:t>
            </a:r>
            <a:r>
              <a:rPr lang="en" sz="700">
                <a:solidFill>
                  <a:srgbClr val="4D4D4F"/>
                </a:solidFill>
                <a:latin typeface="Red Hat Text"/>
                <a:ea typeface="Red Hat Text"/>
                <a:cs typeface="Red Hat Text"/>
                <a:sym typeface="Red Hat Text"/>
              </a:rPr>
              <a:t>Source</a:t>
            </a:r>
            <a:r>
              <a:rPr lang="en" sz="700">
                <a:solidFill>
                  <a:srgbClr val="4D4D4F"/>
                </a:solidFill>
                <a:latin typeface="Red Hat Text"/>
                <a:ea typeface="Red Hat Text"/>
                <a:cs typeface="Red Hat Text"/>
                <a:sym typeface="Red Hat Text"/>
              </a:rPr>
              <a:t>: </a:t>
            </a:r>
            <a:r>
              <a:rPr lang="en" sz="700" u="sng">
                <a:solidFill>
                  <a:schemeClr val="hlink"/>
                </a:solidFill>
                <a:latin typeface="Red Hat Text"/>
                <a:ea typeface="Red Hat Text"/>
                <a:cs typeface="Red Hat Text"/>
                <a:sym typeface="Red Hat Text"/>
                <a:hlinkClick r:id="rId4"/>
              </a:rPr>
              <a:t>Satellite </a:t>
            </a:r>
            <a:r>
              <a:rPr lang="en" sz="700" u="sng">
                <a:solidFill>
                  <a:schemeClr val="hlink"/>
                </a:solidFill>
                <a:latin typeface="Red Hat Text"/>
                <a:ea typeface="Red Hat Text"/>
                <a:cs typeface="Red Hat Text"/>
                <a:sym typeface="Red Hat Text"/>
                <a:hlinkClick r:id="rId5"/>
              </a:rPr>
              <a:t>IDC</a:t>
            </a:r>
            <a:r>
              <a:rPr lang="en" sz="700" u="sng">
                <a:solidFill>
                  <a:schemeClr val="hlink"/>
                </a:solidFill>
                <a:latin typeface="Red Hat Text"/>
                <a:ea typeface="Red Hat Text"/>
                <a:cs typeface="Red Hat Text"/>
                <a:sym typeface="Red Hat Text"/>
                <a:hlinkClick r:id="rId6"/>
              </a:rPr>
              <a:t> Business Value Whitepaper</a:t>
            </a:r>
            <a:endParaRPr sz="700">
              <a:solidFill>
                <a:srgbClr val="4D4D4F"/>
              </a:solidFill>
              <a:latin typeface="Red Hat Text"/>
              <a:ea typeface="Red Hat Text"/>
              <a:cs typeface="Red Hat Text"/>
              <a:sym typeface="Red Hat Text"/>
            </a:endParaRPr>
          </a:p>
        </p:txBody>
      </p:sp>
      <p:pic>
        <p:nvPicPr>
          <p:cNvPr id="1147" name="Google Shape;1147;p82"/>
          <p:cNvPicPr preferRelativeResize="0"/>
          <p:nvPr/>
        </p:nvPicPr>
        <p:blipFill rotWithShape="1">
          <a:blip r:embed="rId7">
            <a:alphaModFix/>
          </a:blip>
          <a:srcRect b="139" l="0" r="0" t="139"/>
          <a:stretch/>
        </p:blipFill>
        <p:spPr>
          <a:xfrm>
            <a:off x="5166256" y="2429963"/>
            <a:ext cx="863340" cy="863339"/>
          </a:xfrm>
          <a:prstGeom prst="rect">
            <a:avLst/>
          </a:prstGeom>
          <a:noFill/>
          <a:ln>
            <a:noFill/>
          </a:ln>
        </p:spPr>
      </p:pic>
      <p:pic>
        <p:nvPicPr>
          <p:cNvPr id="1148" name="Google Shape;1148;p82"/>
          <p:cNvPicPr preferRelativeResize="0"/>
          <p:nvPr/>
        </p:nvPicPr>
        <p:blipFill rotWithShape="1">
          <a:blip r:embed="rId8">
            <a:alphaModFix/>
          </a:blip>
          <a:srcRect b="139" l="0" r="0" t="139"/>
          <a:stretch/>
        </p:blipFill>
        <p:spPr>
          <a:xfrm>
            <a:off x="2368014" y="2496565"/>
            <a:ext cx="708439" cy="708418"/>
          </a:xfrm>
          <a:prstGeom prst="rect">
            <a:avLst/>
          </a:prstGeom>
          <a:noFill/>
          <a:ln>
            <a:noFill/>
          </a:ln>
        </p:spPr>
      </p:pic>
      <p:pic>
        <p:nvPicPr>
          <p:cNvPr id="1149" name="Google Shape;1149;p82"/>
          <p:cNvPicPr preferRelativeResize="0"/>
          <p:nvPr/>
        </p:nvPicPr>
        <p:blipFill rotWithShape="1">
          <a:blip r:embed="rId9">
            <a:alphaModFix/>
          </a:blip>
          <a:srcRect b="0" l="0" r="0" t="0"/>
          <a:stretch/>
        </p:blipFill>
        <p:spPr>
          <a:xfrm>
            <a:off x="6603681" y="2419063"/>
            <a:ext cx="863340" cy="863339"/>
          </a:xfrm>
          <a:prstGeom prst="rect">
            <a:avLst/>
          </a:prstGeom>
          <a:noFill/>
          <a:ln>
            <a:noFill/>
          </a:ln>
        </p:spPr>
      </p:pic>
      <p:sp>
        <p:nvSpPr>
          <p:cNvPr id="1150" name="Google Shape;1150;p82"/>
          <p:cNvSpPr/>
          <p:nvPr/>
        </p:nvSpPr>
        <p:spPr>
          <a:xfrm>
            <a:off x="974700" y="3943788"/>
            <a:ext cx="7194600" cy="500400"/>
          </a:xfrm>
          <a:prstGeom prst="rect">
            <a:avLst/>
          </a:prstGeom>
          <a:solidFill>
            <a:srgbClr val="EE0000"/>
          </a:solidFill>
          <a:ln cap="flat" cmpd="sng" w="9525">
            <a:solidFill>
              <a:srgbClr val="EE0000"/>
            </a:solidFill>
            <a:prstDash val="solid"/>
            <a:round/>
            <a:headEnd len="sm" w="sm" type="none"/>
            <a:tailEnd len="sm" w="sm" type="none"/>
          </a:ln>
        </p:spPr>
        <p:txBody>
          <a:bodyPr anchorCtr="0" anchor="ctr" bIns="91625" lIns="91625" spcFirstLastPara="1" rIns="91625" wrap="square" tIns="91625">
            <a:noAutofit/>
          </a:bodyPr>
          <a:lstStyle/>
          <a:p>
            <a:pPr indent="0" lvl="0" marL="0" rtl="0" algn="l">
              <a:spcBef>
                <a:spcPts val="0"/>
              </a:spcBef>
              <a:spcAft>
                <a:spcPts val="0"/>
              </a:spcAft>
              <a:buNone/>
            </a:pPr>
            <a:r>
              <a:t/>
            </a:r>
            <a:endParaRPr/>
          </a:p>
        </p:txBody>
      </p:sp>
      <p:sp>
        <p:nvSpPr>
          <p:cNvPr id="1151" name="Google Shape;1151;p82"/>
          <p:cNvSpPr/>
          <p:nvPr/>
        </p:nvSpPr>
        <p:spPr>
          <a:xfrm>
            <a:off x="3608700" y="3992250"/>
            <a:ext cx="1926600" cy="407400"/>
          </a:xfrm>
          <a:prstGeom prst="rect">
            <a:avLst/>
          </a:prstGeom>
          <a:noFill/>
          <a:ln>
            <a:noFill/>
          </a:ln>
        </p:spPr>
        <p:txBody>
          <a:bodyPr anchorCtr="0" anchor="t" bIns="0" lIns="0" spcFirstLastPara="1" rIns="0" wrap="square" tIns="91625">
            <a:noAutofit/>
          </a:bodyPr>
          <a:lstStyle/>
          <a:p>
            <a:pPr indent="0" lvl="0" marL="0" rtl="0" algn="ctr">
              <a:spcBef>
                <a:spcPts val="0"/>
              </a:spcBef>
              <a:spcAft>
                <a:spcPts val="0"/>
              </a:spcAft>
              <a:buNone/>
            </a:pPr>
            <a:r>
              <a:rPr lang="en" sz="1200">
                <a:solidFill>
                  <a:srgbClr val="FFFFFF"/>
                </a:solidFill>
                <a:latin typeface="Red Hat Text"/>
                <a:ea typeface="Red Hat Text"/>
                <a:cs typeface="Red Hat Text"/>
                <a:sym typeface="Red Hat Text"/>
              </a:rPr>
              <a:t>Identify &amp; Remediate</a:t>
            </a:r>
            <a:endParaRPr sz="1200">
              <a:solidFill>
                <a:srgbClr val="FFFFFF"/>
              </a:solidFill>
              <a:latin typeface="Red Hat Text"/>
              <a:ea typeface="Red Hat Text"/>
              <a:cs typeface="Red Hat Text"/>
              <a:sym typeface="Red Hat Text"/>
            </a:endParaRPr>
          </a:p>
        </p:txBody>
      </p:sp>
      <p:pic>
        <p:nvPicPr>
          <p:cNvPr id="1152" name="Google Shape;1152;p82"/>
          <p:cNvPicPr preferRelativeResize="0"/>
          <p:nvPr/>
        </p:nvPicPr>
        <p:blipFill rotWithShape="1">
          <a:blip r:embed="rId10">
            <a:alphaModFix/>
          </a:blip>
          <a:srcRect b="0" l="6475" r="6484" t="0"/>
          <a:stretch/>
        </p:blipFill>
        <p:spPr>
          <a:xfrm>
            <a:off x="1205750" y="3841463"/>
            <a:ext cx="617065" cy="708940"/>
          </a:xfrm>
          <a:prstGeom prst="rect">
            <a:avLst/>
          </a:prstGeom>
          <a:noFill/>
          <a:ln>
            <a:noFill/>
          </a:ln>
        </p:spPr>
      </p:pic>
      <p:pic>
        <p:nvPicPr>
          <p:cNvPr id="1153" name="Google Shape;1153;p82"/>
          <p:cNvPicPr preferRelativeResize="0"/>
          <p:nvPr/>
        </p:nvPicPr>
        <p:blipFill>
          <a:blip r:embed="rId11">
            <a:alphaModFix/>
          </a:blip>
          <a:stretch>
            <a:fillRect/>
          </a:stretch>
        </p:blipFill>
        <p:spPr>
          <a:xfrm>
            <a:off x="3728965" y="2660017"/>
            <a:ext cx="863352" cy="407788"/>
          </a:xfrm>
          <a:prstGeom prst="rect">
            <a:avLst/>
          </a:prstGeom>
          <a:noFill/>
          <a:ln>
            <a:noFill/>
          </a:ln>
        </p:spPr>
      </p:pic>
      <p:sp>
        <p:nvSpPr>
          <p:cNvPr id="1154" name="Google Shape;1154;p82"/>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1155" name="Google Shape;1155;p82"/>
          <p:cNvSpPr txBox="1"/>
          <p:nvPr>
            <p:ph idx="2" type="subTitle"/>
          </p:nvPr>
        </p:nvSpPr>
        <p:spPr>
          <a:xfrm>
            <a:off x="663788" y="4627163"/>
            <a:ext cx="6001800" cy="420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1156" name="Google Shape;1156;p82"/>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Satellite for Red Hat Enterprise Linux</a:t>
            </a:r>
            <a:endParaRPr/>
          </a:p>
        </p:txBody>
      </p:sp>
      <p:sp>
        <p:nvSpPr>
          <p:cNvPr id="1157" name="Google Shape;1157;p82"/>
          <p:cNvSpPr txBox="1"/>
          <p:nvPr>
            <p:ph idx="3"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Create the foundation for Standardization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83"/>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1163" name="Google Shape;1163;p83"/>
          <p:cNvSpPr txBox="1"/>
          <p:nvPr>
            <p:ph idx="12" type="sldNum"/>
          </p:nvPr>
        </p:nvSpPr>
        <p:spPr>
          <a:xfrm>
            <a:off x="61481" y="4627167"/>
            <a:ext cx="548700" cy="107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164" name="Google Shape;1164;p83"/>
          <p:cNvSpPr/>
          <p:nvPr/>
        </p:nvSpPr>
        <p:spPr>
          <a:xfrm>
            <a:off x="2049181" y="2076636"/>
            <a:ext cx="5067900" cy="5069100"/>
          </a:xfrm>
          <a:prstGeom prst="ellipse">
            <a:avLst/>
          </a:prstGeom>
          <a:noFill/>
          <a:ln cap="rnd" cmpd="sng" w="19050">
            <a:solidFill>
              <a:srgbClr val="EE0000"/>
            </a:solidFill>
            <a:prstDash val="dot"/>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5" name="Google Shape;1165;p83"/>
          <p:cNvSpPr/>
          <p:nvPr/>
        </p:nvSpPr>
        <p:spPr>
          <a:xfrm>
            <a:off x="2745194" y="2741369"/>
            <a:ext cx="3667500" cy="3668100"/>
          </a:xfrm>
          <a:prstGeom prst="ellipse">
            <a:avLst/>
          </a:prstGeom>
          <a:noFill/>
          <a:ln cap="rnd" cmpd="sng" w="19050">
            <a:solidFill>
              <a:srgbClr val="BFBFBF"/>
            </a:solidFill>
            <a:prstDash val="dot"/>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6" name="Google Shape;1166;p83"/>
          <p:cNvSpPr/>
          <p:nvPr/>
        </p:nvSpPr>
        <p:spPr>
          <a:xfrm>
            <a:off x="3378430" y="3428912"/>
            <a:ext cx="2382300" cy="2382900"/>
          </a:xfrm>
          <a:prstGeom prst="ellipse">
            <a:avLst/>
          </a:prstGeom>
          <a:noFill/>
          <a:ln cap="rnd" cmpd="sng" w="19050">
            <a:solidFill>
              <a:srgbClr val="808080"/>
            </a:solidFill>
            <a:prstDash val="dot"/>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7" name="Google Shape;1167;p83"/>
          <p:cNvSpPr/>
          <p:nvPr/>
        </p:nvSpPr>
        <p:spPr>
          <a:xfrm>
            <a:off x="4278090" y="3143147"/>
            <a:ext cx="542400" cy="542700"/>
          </a:xfrm>
          <a:prstGeom prst="ellipse">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8" name="Google Shape;1168;p83"/>
          <p:cNvSpPr/>
          <p:nvPr/>
        </p:nvSpPr>
        <p:spPr>
          <a:xfrm>
            <a:off x="3128348" y="4085612"/>
            <a:ext cx="2805000" cy="495300"/>
          </a:xfrm>
          <a:prstGeom prst="rect">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9" name="Google Shape;1169;p83"/>
          <p:cNvSpPr/>
          <p:nvPr/>
        </p:nvSpPr>
        <p:spPr>
          <a:xfrm>
            <a:off x="1299725" y="4483014"/>
            <a:ext cx="6199500" cy="889200"/>
          </a:xfrm>
          <a:prstGeom prst="rect">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0" name="Google Shape;1170;p83"/>
          <p:cNvSpPr/>
          <p:nvPr/>
        </p:nvSpPr>
        <p:spPr>
          <a:xfrm rot="-544190">
            <a:off x="4057998" y="1764224"/>
            <a:ext cx="1029573" cy="1029916"/>
          </a:xfrm>
          <a:prstGeom prst="ellipse">
            <a:avLst/>
          </a:prstGeom>
          <a:solidFill>
            <a:srgbClr val="FFFFFF"/>
          </a:solidFill>
          <a:ln cap="rnd" cmpd="sng" w="19050">
            <a:solidFill>
              <a:srgbClr val="FF0000"/>
            </a:solidFill>
            <a:prstDash val="dot"/>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1" name="Google Shape;1171;p83"/>
          <p:cNvSpPr/>
          <p:nvPr/>
        </p:nvSpPr>
        <p:spPr>
          <a:xfrm rot="-169228">
            <a:off x="1990958" y="2805609"/>
            <a:ext cx="1146188" cy="1146488"/>
          </a:xfrm>
          <a:prstGeom prst="ellipse">
            <a:avLst/>
          </a:prstGeom>
          <a:solidFill>
            <a:srgbClr val="FFFFFF"/>
          </a:solidFill>
          <a:ln cap="rnd" cmpd="sng" w="19050">
            <a:solidFill>
              <a:srgbClr val="FF0000"/>
            </a:solidFill>
            <a:prstDash val="dot"/>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2" name="Google Shape;1172;p83"/>
          <p:cNvSpPr/>
          <p:nvPr/>
        </p:nvSpPr>
        <p:spPr>
          <a:xfrm>
            <a:off x="4292123" y="2475527"/>
            <a:ext cx="557100" cy="556200"/>
          </a:xfrm>
          <a:prstGeom prst="ellipse">
            <a:avLst/>
          </a:prstGeom>
          <a:solidFill>
            <a:srgbClr val="EE0000"/>
          </a:solidFill>
          <a:ln cap="flat" cmpd="sng" w="19050">
            <a:solidFill>
              <a:srgbClr val="EE0000"/>
            </a:solidFill>
            <a:prstDash val="solid"/>
            <a:round/>
            <a:headEnd len="sm" w="sm" type="none"/>
            <a:tailEnd len="sm" w="sm" type="none"/>
          </a:ln>
        </p:spPr>
        <p:txBody>
          <a:bodyPr anchorCtr="0" anchor="ctr" bIns="51450" lIns="51450" spcFirstLastPara="1" rIns="51450" wrap="square" tIns="51450">
            <a:noAutofit/>
          </a:bodyPr>
          <a:lstStyle/>
          <a:p>
            <a:pPr indent="0" lvl="0" marL="0" rtl="0" algn="l">
              <a:spcBef>
                <a:spcPts val="0"/>
              </a:spcBef>
              <a:spcAft>
                <a:spcPts val="0"/>
              </a:spcAft>
              <a:buNone/>
            </a:pPr>
            <a:r>
              <a:t/>
            </a:r>
            <a:endParaRPr sz="800"/>
          </a:p>
        </p:txBody>
      </p:sp>
      <p:sp>
        <p:nvSpPr>
          <p:cNvPr id="1173" name="Google Shape;1173;p83"/>
          <p:cNvSpPr/>
          <p:nvPr/>
        </p:nvSpPr>
        <p:spPr>
          <a:xfrm>
            <a:off x="2745404" y="3372307"/>
            <a:ext cx="542400" cy="541800"/>
          </a:xfrm>
          <a:prstGeom prst="ellipse">
            <a:avLst/>
          </a:prstGeom>
          <a:solidFill>
            <a:srgbClr val="EE0000"/>
          </a:solidFill>
          <a:ln cap="flat" cmpd="sng" w="19050">
            <a:solidFill>
              <a:srgbClr val="EE0000"/>
            </a:solidFill>
            <a:prstDash val="solid"/>
            <a:round/>
            <a:headEnd len="sm" w="sm" type="none"/>
            <a:tailEnd len="sm" w="sm" type="none"/>
          </a:ln>
        </p:spPr>
        <p:txBody>
          <a:bodyPr anchorCtr="0" anchor="ctr" bIns="51450" lIns="51450" spcFirstLastPara="1" rIns="51450" wrap="square" tIns="51450">
            <a:noAutofit/>
          </a:bodyPr>
          <a:lstStyle/>
          <a:p>
            <a:pPr indent="0" lvl="0" marL="0" rtl="0" algn="l">
              <a:spcBef>
                <a:spcPts val="0"/>
              </a:spcBef>
              <a:spcAft>
                <a:spcPts val="0"/>
              </a:spcAft>
              <a:buNone/>
            </a:pPr>
            <a:r>
              <a:t/>
            </a:r>
            <a:endParaRPr sz="800"/>
          </a:p>
        </p:txBody>
      </p:sp>
      <p:sp>
        <p:nvSpPr>
          <p:cNvPr id="1174" name="Google Shape;1174;p83"/>
          <p:cNvSpPr txBox="1"/>
          <p:nvPr/>
        </p:nvSpPr>
        <p:spPr>
          <a:xfrm>
            <a:off x="4081425" y="2168969"/>
            <a:ext cx="978600" cy="2202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900">
                <a:solidFill>
                  <a:srgbClr val="000000"/>
                </a:solidFill>
                <a:latin typeface="Red Hat Display Medium"/>
                <a:ea typeface="Red Hat Display Medium"/>
                <a:cs typeface="Red Hat Display Medium"/>
                <a:sym typeface="Red Hat Display Medium"/>
              </a:rPr>
              <a:t>Cloud</a:t>
            </a:r>
            <a:endParaRPr sz="900">
              <a:solidFill>
                <a:srgbClr val="000000"/>
              </a:solidFill>
              <a:latin typeface="Red Hat Display Medium"/>
              <a:ea typeface="Red Hat Display Medium"/>
              <a:cs typeface="Red Hat Display Medium"/>
              <a:sym typeface="Red Hat Display Medium"/>
            </a:endParaRPr>
          </a:p>
        </p:txBody>
      </p:sp>
      <p:sp>
        <p:nvSpPr>
          <p:cNvPr id="1175" name="Google Shape;1175;p83"/>
          <p:cNvSpPr/>
          <p:nvPr/>
        </p:nvSpPr>
        <p:spPr>
          <a:xfrm>
            <a:off x="3911060" y="1965304"/>
            <a:ext cx="362400" cy="361800"/>
          </a:xfrm>
          <a:prstGeom prst="ellipse">
            <a:avLst/>
          </a:prstGeom>
          <a:solidFill>
            <a:srgbClr val="FFFFFF"/>
          </a:solidFill>
          <a:ln cap="flat" cmpd="sng" w="9525">
            <a:solidFill>
              <a:srgbClr val="FF0000"/>
            </a:solidFill>
            <a:prstDash val="solid"/>
            <a:round/>
            <a:headEnd len="sm" w="sm" type="none"/>
            <a:tailEnd len="sm" w="sm" type="none"/>
          </a:ln>
        </p:spPr>
        <p:txBody>
          <a:bodyPr anchorCtr="0" anchor="ctr" bIns="51450" lIns="51450" spcFirstLastPara="1" rIns="51450" wrap="square" tIns="51450">
            <a:noAutofit/>
          </a:bodyPr>
          <a:lstStyle/>
          <a:p>
            <a:pPr indent="0" lvl="0" marL="0" rtl="0" algn="l">
              <a:spcBef>
                <a:spcPts val="0"/>
              </a:spcBef>
              <a:spcAft>
                <a:spcPts val="0"/>
              </a:spcAft>
              <a:buNone/>
            </a:pPr>
            <a:r>
              <a:t/>
            </a:r>
            <a:endParaRPr sz="800"/>
          </a:p>
        </p:txBody>
      </p:sp>
      <p:pic>
        <p:nvPicPr>
          <p:cNvPr id="1176" name="Google Shape;1176;p83"/>
          <p:cNvPicPr preferRelativeResize="0"/>
          <p:nvPr/>
        </p:nvPicPr>
        <p:blipFill>
          <a:blip r:embed="rId3">
            <a:alphaModFix/>
          </a:blip>
          <a:stretch>
            <a:fillRect/>
          </a:stretch>
        </p:blipFill>
        <p:spPr>
          <a:xfrm>
            <a:off x="3213555" y="4043306"/>
            <a:ext cx="542289" cy="542289"/>
          </a:xfrm>
          <a:prstGeom prst="rect">
            <a:avLst/>
          </a:prstGeom>
          <a:noFill/>
          <a:ln>
            <a:noFill/>
          </a:ln>
        </p:spPr>
      </p:pic>
      <p:sp>
        <p:nvSpPr>
          <p:cNvPr id="1177" name="Google Shape;1177;p83"/>
          <p:cNvSpPr txBox="1"/>
          <p:nvPr/>
        </p:nvSpPr>
        <p:spPr>
          <a:xfrm>
            <a:off x="3825996" y="4607566"/>
            <a:ext cx="771300" cy="108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latin typeface="Red Hat Display"/>
                <a:ea typeface="Red Hat Display"/>
                <a:cs typeface="Red Hat Display"/>
                <a:sym typeface="Red Hat Display"/>
              </a:rPr>
              <a:t>IT ops</a:t>
            </a:r>
            <a:endParaRPr sz="900">
              <a:latin typeface="Red Hat Display"/>
              <a:ea typeface="Red Hat Display"/>
              <a:cs typeface="Red Hat Display"/>
              <a:sym typeface="Red Hat Display"/>
            </a:endParaRPr>
          </a:p>
        </p:txBody>
      </p:sp>
      <p:sp>
        <p:nvSpPr>
          <p:cNvPr id="1178" name="Google Shape;1178;p83"/>
          <p:cNvSpPr txBox="1"/>
          <p:nvPr/>
        </p:nvSpPr>
        <p:spPr>
          <a:xfrm>
            <a:off x="2969557" y="4607569"/>
            <a:ext cx="1092600" cy="108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latin typeface="Red Hat Display"/>
                <a:ea typeface="Red Hat Display"/>
                <a:cs typeface="Red Hat Display"/>
                <a:sym typeface="Red Hat Display"/>
              </a:rPr>
              <a:t>Devs/DevOps</a:t>
            </a:r>
            <a:endParaRPr sz="900">
              <a:latin typeface="Red Hat Display"/>
              <a:ea typeface="Red Hat Display"/>
              <a:cs typeface="Red Hat Display"/>
              <a:sym typeface="Red Hat Display"/>
            </a:endParaRPr>
          </a:p>
        </p:txBody>
      </p:sp>
      <p:sp>
        <p:nvSpPr>
          <p:cNvPr id="1179" name="Google Shape;1179;p83"/>
          <p:cNvSpPr txBox="1"/>
          <p:nvPr/>
        </p:nvSpPr>
        <p:spPr>
          <a:xfrm>
            <a:off x="4491755" y="4607569"/>
            <a:ext cx="831900" cy="108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latin typeface="Red Hat Display"/>
                <a:ea typeface="Red Hat Display"/>
                <a:cs typeface="Red Hat Display"/>
                <a:sym typeface="Red Hat Display"/>
              </a:rPr>
              <a:t>SecOps</a:t>
            </a:r>
            <a:endParaRPr sz="900">
              <a:latin typeface="Red Hat Display"/>
              <a:ea typeface="Red Hat Display"/>
              <a:cs typeface="Red Hat Display"/>
              <a:sym typeface="Red Hat Display"/>
            </a:endParaRPr>
          </a:p>
        </p:txBody>
      </p:sp>
      <p:sp>
        <p:nvSpPr>
          <p:cNvPr id="1180" name="Google Shape;1180;p83"/>
          <p:cNvSpPr txBox="1"/>
          <p:nvPr/>
        </p:nvSpPr>
        <p:spPr>
          <a:xfrm>
            <a:off x="5127368" y="4607569"/>
            <a:ext cx="952500" cy="108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latin typeface="Red Hat Display"/>
                <a:ea typeface="Red Hat Display"/>
                <a:cs typeface="Red Hat Display"/>
                <a:sym typeface="Red Hat Display"/>
              </a:rPr>
              <a:t>Network ops</a:t>
            </a:r>
            <a:endParaRPr sz="900">
              <a:latin typeface="Red Hat Display"/>
              <a:ea typeface="Red Hat Display"/>
              <a:cs typeface="Red Hat Display"/>
              <a:sym typeface="Red Hat Display"/>
            </a:endParaRPr>
          </a:p>
        </p:txBody>
      </p:sp>
      <p:pic>
        <p:nvPicPr>
          <p:cNvPr id="1181" name="Google Shape;1181;p83"/>
          <p:cNvPicPr preferRelativeResize="0"/>
          <p:nvPr/>
        </p:nvPicPr>
        <p:blipFill>
          <a:blip r:embed="rId4">
            <a:alphaModFix/>
          </a:blip>
          <a:stretch>
            <a:fillRect/>
          </a:stretch>
        </p:blipFill>
        <p:spPr>
          <a:xfrm>
            <a:off x="4598101" y="4036022"/>
            <a:ext cx="556857" cy="556857"/>
          </a:xfrm>
          <a:prstGeom prst="rect">
            <a:avLst/>
          </a:prstGeom>
          <a:noFill/>
          <a:ln>
            <a:noFill/>
          </a:ln>
        </p:spPr>
      </p:pic>
      <p:pic>
        <p:nvPicPr>
          <p:cNvPr id="1182" name="Google Shape;1182;p83"/>
          <p:cNvPicPr preferRelativeResize="0"/>
          <p:nvPr/>
        </p:nvPicPr>
        <p:blipFill>
          <a:blip r:embed="rId5">
            <a:alphaModFix/>
          </a:blip>
          <a:stretch>
            <a:fillRect/>
          </a:stretch>
        </p:blipFill>
        <p:spPr>
          <a:xfrm>
            <a:off x="3902188" y="4036022"/>
            <a:ext cx="556857" cy="556857"/>
          </a:xfrm>
          <a:prstGeom prst="rect">
            <a:avLst/>
          </a:prstGeom>
          <a:noFill/>
          <a:ln>
            <a:noFill/>
          </a:ln>
        </p:spPr>
      </p:pic>
      <p:pic>
        <p:nvPicPr>
          <p:cNvPr id="1183" name="Google Shape;1183;p83"/>
          <p:cNvPicPr preferRelativeResize="0"/>
          <p:nvPr/>
        </p:nvPicPr>
        <p:blipFill>
          <a:blip r:embed="rId6">
            <a:alphaModFix/>
          </a:blip>
          <a:stretch>
            <a:fillRect/>
          </a:stretch>
        </p:blipFill>
        <p:spPr>
          <a:xfrm>
            <a:off x="5294015" y="4036022"/>
            <a:ext cx="556857" cy="556857"/>
          </a:xfrm>
          <a:prstGeom prst="rect">
            <a:avLst/>
          </a:prstGeom>
          <a:noFill/>
          <a:ln>
            <a:noFill/>
          </a:ln>
        </p:spPr>
      </p:pic>
      <p:pic>
        <p:nvPicPr>
          <p:cNvPr id="1184" name="Google Shape;1184;p83"/>
          <p:cNvPicPr preferRelativeResize="0"/>
          <p:nvPr/>
        </p:nvPicPr>
        <p:blipFill>
          <a:blip r:embed="rId7">
            <a:alphaModFix/>
          </a:blip>
          <a:stretch>
            <a:fillRect/>
          </a:stretch>
        </p:blipFill>
        <p:spPr>
          <a:xfrm>
            <a:off x="4258354" y="3051365"/>
            <a:ext cx="556857" cy="556857"/>
          </a:xfrm>
          <a:prstGeom prst="rect">
            <a:avLst/>
          </a:prstGeom>
          <a:noFill/>
          <a:ln>
            <a:noFill/>
          </a:ln>
        </p:spPr>
      </p:pic>
      <p:sp>
        <p:nvSpPr>
          <p:cNvPr id="1185" name="Google Shape;1185;p83"/>
          <p:cNvSpPr txBox="1"/>
          <p:nvPr/>
        </p:nvSpPr>
        <p:spPr>
          <a:xfrm>
            <a:off x="4088032" y="3614161"/>
            <a:ext cx="952500" cy="108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latin typeface="Red Hat Display"/>
                <a:ea typeface="Red Hat Display"/>
                <a:cs typeface="Red Hat Display"/>
                <a:sym typeface="Red Hat Display"/>
              </a:rPr>
              <a:t>Line of business</a:t>
            </a:r>
            <a:endParaRPr sz="900">
              <a:latin typeface="Red Hat Display"/>
              <a:ea typeface="Red Hat Display"/>
              <a:cs typeface="Red Hat Display"/>
              <a:sym typeface="Red Hat Display"/>
            </a:endParaRPr>
          </a:p>
        </p:txBody>
      </p:sp>
      <p:sp>
        <p:nvSpPr>
          <p:cNvPr id="1186" name="Google Shape;1186;p83"/>
          <p:cNvSpPr/>
          <p:nvPr/>
        </p:nvSpPr>
        <p:spPr>
          <a:xfrm rot="-5400000">
            <a:off x="4461704" y="3341968"/>
            <a:ext cx="160858" cy="1272948"/>
          </a:xfrm>
          <a:custGeom>
            <a:rect b="b" l="l" r="r" t="t"/>
            <a:pathLst>
              <a:path extrusionOk="0" h="78662" w="7984">
                <a:moveTo>
                  <a:pt x="0" y="0"/>
                </a:moveTo>
                <a:lnTo>
                  <a:pt x="7984" y="0"/>
                </a:lnTo>
                <a:lnTo>
                  <a:pt x="7984" y="78559"/>
                </a:lnTo>
                <a:lnTo>
                  <a:pt x="45" y="78662"/>
                </a:lnTo>
              </a:path>
            </a:pathLst>
          </a:custGeom>
          <a:noFill/>
          <a:ln cap="flat" cmpd="sng" w="9525">
            <a:solidFill>
              <a:srgbClr val="EE0000"/>
            </a:solidFill>
            <a:prstDash val="solid"/>
            <a:round/>
            <a:headEnd len="med" w="med" type="oval"/>
            <a:tailEnd len="med" w="med" type="oval"/>
          </a:ln>
        </p:spPr>
      </p:sp>
      <p:cxnSp>
        <p:nvCxnSpPr>
          <p:cNvPr id="1187" name="Google Shape;1187;p83"/>
          <p:cNvCxnSpPr/>
          <p:nvPr/>
        </p:nvCxnSpPr>
        <p:spPr>
          <a:xfrm rot="10800000">
            <a:off x="4542072" y="3745750"/>
            <a:ext cx="0" cy="154800"/>
          </a:xfrm>
          <a:prstGeom prst="straightConnector1">
            <a:avLst/>
          </a:prstGeom>
          <a:noFill/>
          <a:ln cap="flat" cmpd="sng" w="9525">
            <a:solidFill>
              <a:srgbClr val="EE0000"/>
            </a:solidFill>
            <a:prstDash val="solid"/>
            <a:round/>
            <a:headEnd len="med" w="med" type="none"/>
            <a:tailEnd len="med" w="med" type="oval"/>
          </a:ln>
        </p:spPr>
      </p:cxnSp>
      <p:sp>
        <p:nvSpPr>
          <p:cNvPr id="1188" name="Google Shape;1188;p83"/>
          <p:cNvSpPr/>
          <p:nvPr/>
        </p:nvSpPr>
        <p:spPr>
          <a:xfrm>
            <a:off x="4825757" y="1965304"/>
            <a:ext cx="362400" cy="361800"/>
          </a:xfrm>
          <a:prstGeom prst="ellipse">
            <a:avLst/>
          </a:prstGeom>
          <a:solidFill>
            <a:srgbClr val="FFFFFF"/>
          </a:solidFill>
          <a:ln cap="flat" cmpd="sng" w="9525">
            <a:solidFill>
              <a:srgbClr val="FF0000"/>
            </a:solidFill>
            <a:prstDash val="solid"/>
            <a:round/>
            <a:headEnd len="sm" w="sm" type="none"/>
            <a:tailEnd len="sm" w="sm" type="none"/>
          </a:ln>
        </p:spPr>
        <p:txBody>
          <a:bodyPr anchorCtr="0" anchor="ctr" bIns="51450" lIns="51450" spcFirstLastPara="1" rIns="51450" wrap="square" tIns="51450">
            <a:noAutofit/>
          </a:bodyPr>
          <a:lstStyle/>
          <a:p>
            <a:pPr indent="0" lvl="0" marL="0" rtl="0" algn="l">
              <a:spcBef>
                <a:spcPts val="0"/>
              </a:spcBef>
              <a:spcAft>
                <a:spcPts val="0"/>
              </a:spcAft>
              <a:buNone/>
            </a:pPr>
            <a:r>
              <a:t/>
            </a:r>
            <a:endParaRPr sz="800"/>
          </a:p>
        </p:txBody>
      </p:sp>
      <p:sp>
        <p:nvSpPr>
          <p:cNvPr id="1189" name="Google Shape;1189;p83"/>
          <p:cNvSpPr txBox="1"/>
          <p:nvPr/>
        </p:nvSpPr>
        <p:spPr>
          <a:xfrm>
            <a:off x="2074776" y="3268623"/>
            <a:ext cx="978600" cy="2202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900">
                <a:solidFill>
                  <a:srgbClr val="000000"/>
                </a:solidFill>
                <a:latin typeface="Red Hat Display Medium"/>
                <a:ea typeface="Red Hat Display Medium"/>
                <a:cs typeface="Red Hat Display Medium"/>
                <a:sym typeface="Red Hat Display Medium"/>
              </a:rPr>
              <a:t>Edge</a:t>
            </a:r>
            <a:endParaRPr sz="900">
              <a:solidFill>
                <a:srgbClr val="000000"/>
              </a:solidFill>
              <a:latin typeface="Red Hat Display Medium"/>
              <a:ea typeface="Red Hat Display Medium"/>
              <a:cs typeface="Red Hat Display Medium"/>
              <a:sym typeface="Red Hat Display Medium"/>
            </a:endParaRPr>
          </a:p>
        </p:txBody>
      </p:sp>
      <p:sp>
        <p:nvSpPr>
          <p:cNvPr id="1190" name="Google Shape;1190;p83"/>
          <p:cNvSpPr/>
          <p:nvPr/>
        </p:nvSpPr>
        <p:spPr>
          <a:xfrm flipH="1" rot="-360540">
            <a:off x="6030141" y="2805580"/>
            <a:ext cx="1146298" cy="1146298"/>
          </a:xfrm>
          <a:prstGeom prst="ellipse">
            <a:avLst/>
          </a:prstGeom>
          <a:solidFill>
            <a:srgbClr val="FFFFFF"/>
          </a:solidFill>
          <a:ln cap="rnd" cmpd="sng" w="19050">
            <a:solidFill>
              <a:srgbClr val="FF0000"/>
            </a:solidFill>
            <a:prstDash val="dot"/>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91" name="Google Shape;1191;p83"/>
          <p:cNvSpPr/>
          <p:nvPr/>
        </p:nvSpPr>
        <p:spPr>
          <a:xfrm flipH="1">
            <a:off x="5879594" y="3372307"/>
            <a:ext cx="542400" cy="541800"/>
          </a:xfrm>
          <a:prstGeom prst="ellipse">
            <a:avLst/>
          </a:prstGeom>
          <a:solidFill>
            <a:srgbClr val="EE0000"/>
          </a:solidFill>
          <a:ln cap="flat" cmpd="sng" w="19050">
            <a:solidFill>
              <a:srgbClr val="EE0000"/>
            </a:solidFill>
            <a:prstDash val="solid"/>
            <a:round/>
            <a:headEnd len="sm" w="sm" type="none"/>
            <a:tailEnd len="sm" w="sm" type="none"/>
          </a:ln>
        </p:spPr>
        <p:txBody>
          <a:bodyPr anchorCtr="0" anchor="ctr" bIns="51450" lIns="51450" spcFirstLastPara="1" rIns="51450" wrap="square" tIns="51450">
            <a:noAutofit/>
          </a:bodyPr>
          <a:lstStyle/>
          <a:p>
            <a:pPr indent="0" lvl="0" marL="0" rtl="0" algn="l">
              <a:spcBef>
                <a:spcPts val="0"/>
              </a:spcBef>
              <a:spcAft>
                <a:spcPts val="0"/>
              </a:spcAft>
              <a:buNone/>
            </a:pPr>
            <a:r>
              <a:t/>
            </a:r>
            <a:endParaRPr sz="800"/>
          </a:p>
        </p:txBody>
      </p:sp>
      <p:sp>
        <p:nvSpPr>
          <p:cNvPr id="1192" name="Google Shape;1192;p83"/>
          <p:cNvSpPr txBox="1"/>
          <p:nvPr/>
        </p:nvSpPr>
        <p:spPr>
          <a:xfrm flipH="1">
            <a:off x="6138560" y="3255311"/>
            <a:ext cx="978600" cy="2202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900">
                <a:solidFill>
                  <a:srgbClr val="000000"/>
                </a:solidFill>
                <a:latin typeface="Red Hat Display Medium"/>
                <a:ea typeface="Red Hat Display Medium"/>
                <a:cs typeface="Red Hat Display Medium"/>
                <a:sym typeface="Red Hat Display Medium"/>
              </a:rPr>
              <a:t>Data center</a:t>
            </a:r>
            <a:endParaRPr sz="900">
              <a:solidFill>
                <a:srgbClr val="000000"/>
              </a:solidFill>
              <a:latin typeface="Red Hat Display Medium"/>
              <a:ea typeface="Red Hat Display Medium"/>
              <a:cs typeface="Red Hat Display Medium"/>
              <a:sym typeface="Red Hat Display Medium"/>
            </a:endParaRPr>
          </a:p>
        </p:txBody>
      </p:sp>
      <p:cxnSp>
        <p:nvCxnSpPr>
          <p:cNvPr id="1193" name="Google Shape;1193;p83"/>
          <p:cNvCxnSpPr/>
          <p:nvPr/>
        </p:nvCxnSpPr>
        <p:spPr>
          <a:xfrm>
            <a:off x="4225043" y="3900550"/>
            <a:ext cx="0" cy="154800"/>
          </a:xfrm>
          <a:prstGeom prst="straightConnector1">
            <a:avLst/>
          </a:prstGeom>
          <a:noFill/>
          <a:ln cap="flat" cmpd="sng" w="9525">
            <a:solidFill>
              <a:srgbClr val="EE0000"/>
            </a:solidFill>
            <a:prstDash val="solid"/>
            <a:round/>
            <a:headEnd len="med" w="med" type="none"/>
            <a:tailEnd len="med" w="med" type="oval"/>
          </a:ln>
        </p:spPr>
      </p:cxnSp>
      <p:cxnSp>
        <p:nvCxnSpPr>
          <p:cNvPr id="1194" name="Google Shape;1194;p83"/>
          <p:cNvCxnSpPr/>
          <p:nvPr/>
        </p:nvCxnSpPr>
        <p:spPr>
          <a:xfrm>
            <a:off x="4859122" y="3900550"/>
            <a:ext cx="0" cy="154800"/>
          </a:xfrm>
          <a:prstGeom prst="straightConnector1">
            <a:avLst/>
          </a:prstGeom>
          <a:noFill/>
          <a:ln cap="flat" cmpd="sng" w="9525">
            <a:solidFill>
              <a:srgbClr val="EE0000"/>
            </a:solidFill>
            <a:prstDash val="solid"/>
            <a:round/>
            <a:headEnd len="med" w="med" type="none"/>
            <a:tailEnd len="med" w="med" type="oval"/>
          </a:ln>
        </p:spPr>
      </p:cxnSp>
      <p:sp>
        <p:nvSpPr>
          <p:cNvPr id="1195" name="Google Shape;1195;p83"/>
          <p:cNvSpPr txBox="1"/>
          <p:nvPr/>
        </p:nvSpPr>
        <p:spPr>
          <a:xfrm flipH="1">
            <a:off x="6419138" y="1828320"/>
            <a:ext cx="1801500" cy="2202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None/>
            </a:pPr>
            <a:r>
              <a:rPr b="1" lang="en" sz="900">
                <a:solidFill>
                  <a:srgbClr val="EE0000"/>
                </a:solidFill>
                <a:latin typeface="Red Hat Display"/>
                <a:ea typeface="Red Hat Display"/>
                <a:cs typeface="Red Hat Display"/>
                <a:sym typeface="Red Hat Display"/>
              </a:rPr>
              <a:t> Governance</a:t>
            </a:r>
            <a:endParaRPr b="1" sz="900">
              <a:solidFill>
                <a:srgbClr val="EE0000"/>
              </a:solidFill>
              <a:latin typeface="Red Hat Display"/>
              <a:ea typeface="Red Hat Display"/>
              <a:cs typeface="Red Hat Display"/>
              <a:sym typeface="Red Hat Display"/>
            </a:endParaRPr>
          </a:p>
        </p:txBody>
      </p:sp>
      <p:sp>
        <p:nvSpPr>
          <p:cNvPr id="1196" name="Google Shape;1196;p83"/>
          <p:cNvSpPr/>
          <p:nvPr/>
        </p:nvSpPr>
        <p:spPr>
          <a:xfrm>
            <a:off x="2526522" y="2671006"/>
            <a:ext cx="362400" cy="361800"/>
          </a:xfrm>
          <a:prstGeom prst="ellipse">
            <a:avLst/>
          </a:prstGeom>
          <a:solidFill>
            <a:srgbClr val="FFFFFF"/>
          </a:solidFill>
          <a:ln cap="flat" cmpd="sng" w="9525">
            <a:solidFill>
              <a:srgbClr val="FF0000"/>
            </a:solidFill>
            <a:prstDash val="solid"/>
            <a:round/>
            <a:headEnd len="sm" w="sm" type="none"/>
            <a:tailEnd len="sm" w="sm" type="none"/>
          </a:ln>
        </p:spPr>
        <p:txBody>
          <a:bodyPr anchorCtr="0" anchor="ctr" bIns="51450" lIns="51450" spcFirstLastPara="1" rIns="51450" wrap="square" tIns="51450">
            <a:noAutofit/>
          </a:bodyPr>
          <a:lstStyle/>
          <a:p>
            <a:pPr indent="0" lvl="0" marL="0" rtl="0" algn="l">
              <a:spcBef>
                <a:spcPts val="0"/>
              </a:spcBef>
              <a:spcAft>
                <a:spcPts val="0"/>
              </a:spcAft>
              <a:buNone/>
            </a:pPr>
            <a:r>
              <a:t/>
            </a:r>
            <a:endParaRPr sz="800"/>
          </a:p>
        </p:txBody>
      </p:sp>
      <p:sp>
        <p:nvSpPr>
          <p:cNvPr id="1197" name="Google Shape;1197;p83"/>
          <p:cNvSpPr/>
          <p:nvPr/>
        </p:nvSpPr>
        <p:spPr>
          <a:xfrm>
            <a:off x="1875797" y="2962345"/>
            <a:ext cx="362400" cy="361800"/>
          </a:xfrm>
          <a:prstGeom prst="ellipse">
            <a:avLst/>
          </a:prstGeom>
          <a:solidFill>
            <a:srgbClr val="FFFFFF"/>
          </a:solidFill>
          <a:ln cap="flat" cmpd="sng" w="9525">
            <a:solidFill>
              <a:srgbClr val="FF0000"/>
            </a:solidFill>
            <a:prstDash val="solid"/>
            <a:round/>
            <a:headEnd len="sm" w="sm" type="none"/>
            <a:tailEnd len="sm" w="sm" type="none"/>
          </a:ln>
        </p:spPr>
        <p:txBody>
          <a:bodyPr anchorCtr="0" anchor="ctr" bIns="51450" lIns="51450" spcFirstLastPara="1" rIns="51450" wrap="square" tIns="51450">
            <a:noAutofit/>
          </a:bodyPr>
          <a:lstStyle/>
          <a:p>
            <a:pPr indent="0" lvl="0" marL="0" rtl="0" algn="l">
              <a:spcBef>
                <a:spcPts val="0"/>
              </a:spcBef>
              <a:spcAft>
                <a:spcPts val="0"/>
              </a:spcAft>
              <a:buNone/>
            </a:pPr>
            <a:r>
              <a:t/>
            </a:r>
            <a:endParaRPr sz="800"/>
          </a:p>
        </p:txBody>
      </p:sp>
      <p:sp>
        <p:nvSpPr>
          <p:cNvPr id="1198" name="Google Shape;1198;p83"/>
          <p:cNvSpPr/>
          <p:nvPr/>
        </p:nvSpPr>
        <p:spPr>
          <a:xfrm>
            <a:off x="2013116" y="3604366"/>
            <a:ext cx="362400" cy="361800"/>
          </a:xfrm>
          <a:prstGeom prst="ellipse">
            <a:avLst/>
          </a:prstGeom>
          <a:solidFill>
            <a:srgbClr val="FFFFFF"/>
          </a:solidFill>
          <a:ln cap="flat" cmpd="sng" w="9525">
            <a:solidFill>
              <a:srgbClr val="FF0000"/>
            </a:solidFill>
            <a:prstDash val="solid"/>
            <a:round/>
            <a:headEnd len="sm" w="sm" type="none"/>
            <a:tailEnd len="sm" w="sm" type="none"/>
          </a:ln>
        </p:spPr>
        <p:txBody>
          <a:bodyPr anchorCtr="0" anchor="ctr" bIns="51450" lIns="51450" spcFirstLastPara="1" rIns="51450" wrap="square" tIns="51450">
            <a:noAutofit/>
          </a:bodyPr>
          <a:lstStyle/>
          <a:p>
            <a:pPr indent="0" lvl="0" marL="0" rtl="0" algn="l">
              <a:spcBef>
                <a:spcPts val="0"/>
              </a:spcBef>
              <a:spcAft>
                <a:spcPts val="0"/>
              </a:spcAft>
              <a:buNone/>
            </a:pPr>
            <a:r>
              <a:t/>
            </a:r>
            <a:endParaRPr sz="800"/>
          </a:p>
        </p:txBody>
      </p:sp>
      <p:sp>
        <p:nvSpPr>
          <p:cNvPr id="1199" name="Google Shape;1199;p83"/>
          <p:cNvSpPr/>
          <p:nvPr/>
        </p:nvSpPr>
        <p:spPr>
          <a:xfrm flipH="1">
            <a:off x="6243870" y="2675216"/>
            <a:ext cx="362400" cy="361800"/>
          </a:xfrm>
          <a:prstGeom prst="ellipse">
            <a:avLst/>
          </a:prstGeom>
          <a:solidFill>
            <a:srgbClr val="FFFFFF"/>
          </a:solidFill>
          <a:ln cap="flat" cmpd="sng" w="9525">
            <a:solidFill>
              <a:srgbClr val="FF0000"/>
            </a:solidFill>
            <a:prstDash val="solid"/>
            <a:round/>
            <a:headEnd len="sm" w="sm" type="none"/>
            <a:tailEnd len="sm" w="sm" type="none"/>
          </a:ln>
        </p:spPr>
        <p:txBody>
          <a:bodyPr anchorCtr="0" anchor="ctr" bIns="51450" lIns="51450" spcFirstLastPara="1" rIns="51450" wrap="square" tIns="51450">
            <a:noAutofit/>
          </a:bodyPr>
          <a:lstStyle/>
          <a:p>
            <a:pPr indent="0" lvl="0" marL="0" rtl="0" algn="l">
              <a:spcBef>
                <a:spcPts val="0"/>
              </a:spcBef>
              <a:spcAft>
                <a:spcPts val="0"/>
              </a:spcAft>
              <a:buNone/>
            </a:pPr>
            <a:r>
              <a:t/>
            </a:r>
            <a:endParaRPr sz="800"/>
          </a:p>
        </p:txBody>
      </p:sp>
      <p:sp>
        <p:nvSpPr>
          <p:cNvPr id="1200" name="Google Shape;1200;p83"/>
          <p:cNvSpPr/>
          <p:nvPr/>
        </p:nvSpPr>
        <p:spPr>
          <a:xfrm flipH="1">
            <a:off x="6928074" y="2974972"/>
            <a:ext cx="362400" cy="361800"/>
          </a:xfrm>
          <a:prstGeom prst="ellipse">
            <a:avLst/>
          </a:prstGeom>
          <a:solidFill>
            <a:srgbClr val="FFFFFF"/>
          </a:solidFill>
          <a:ln cap="flat" cmpd="sng" w="9525">
            <a:solidFill>
              <a:srgbClr val="FF0000"/>
            </a:solidFill>
            <a:prstDash val="solid"/>
            <a:round/>
            <a:headEnd len="sm" w="sm" type="none"/>
            <a:tailEnd len="sm" w="sm" type="none"/>
          </a:ln>
        </p:spPr>
        <p:txBody>
          <a:bodyPr anchorCtr="0" anchor="ctr" bIns="51450" lIns="51450" spcFirstLastPara="1" rIns="51450" wrap="square" tIns="51450">
            <a:noAutofit/>
          </a:bodyPr>
          <a:lstStyle/>
          <a:p>
            <a:pPr indent="0" lvl="0" marL="0" rtl="0" algn="l">
              <a:spcBef>
                <a:spcPts val="0"/>
              </a:spcBef>
              <a:spcAft>
                <a:spcPts val="0"/>
              </a:spcAft>
              <a:buNone/>
            </a:pPr>
            <a:r>
              <a:t/>
            </a:r>
            <a:endParaRPr sz="800"/>
          </a:p>
        </p:txBody>
      </p:sp>
      <p:sp>
        <p:nvSpPr>
          <p:cNvPr id="1201" name="Google Shape;1201;p83"/>
          <p:cNvSpPr/>
          <p:nvPr/>
        </p:nvSpPr>
        <p:spPr>
          <a:xfrm flipH="1">
            <a:off x="6757277" y="3608575"/>
            <a:ext cx="362400" cy="361800"/>
          </a:xfrm>
          <a:prstGeom prst="ellipse">
            <a:avLst/>
          </a:prstGeom>
          <a:solidFill>
            <a:srgbClr val="FFFFFF"/>
          </a:solidFill>
          <a:ln cap="flat" cmpd="sng" w="9525">
            <a:solidFill>
              <a:srgbClr val="FF0000"/>
            </a:solidFill>
            <a:prstDash val="solid"/>
            <a:round/>
            <a:headEnd len="sm" w="sm" type="none"/>
            <a:tailEnd len="sm" w="sm" type="none"/>
          </a:ln>
        </p:spPr>
        <p:txBody>
          <a:bodyPr anchorCtr="0" anchor="ctr" bIns="51450" lIns="51450" spcFirstLastPara="1" rIns="51450" wrap="square" tIns="51450">
            <a:noAutofit/>
          </a:bodyPr>
          <a:lstStyle/>
          <a:p>
            <a:pPr indent="0" lvl="0" marL="0" rtl="0" algn="l">
              <a:spcBef>
                <a:spcPts val="0"/>
              </a:spcBef>
              <a:spcAft>
                <a:spcPts val="0"/>
              </a:spcAft>
              <a:buNone/>
            </a:pPr>
            <a:r>
              <a:t/>
            </a:r>
            <a:endParaRPr sz="800"/>
          </a:p>
        </p:txBody>
      </p:sp>
      <p:pic>
        <p:nvPicPr>
          <p:cNvPr id="1202" name="Google Shape;1202;p83"/>
          <p:cNvPicPr preferRelativeResize="0"/>
          <p:nvPr/>
        </p:nvPicPr>
        <p:blipFill rotWithShape="1">
          <a:blip r:embed="rId8">
            <a:alphaModFix/>
          </a:blip>
          <a:srcRect b="0" l="0" r="0" t="0"/>
          <a:stretch/>
        </p:blipFill>
        <p:spPr>
          <a:xfrm>
            <a:off x="2082628" y="3675543"/>
            <a:ext cx="219292" cy="219292"/>
          </a:xfrm>
          <a:prstGeom prst="rect">
            <a:avLst/>
          </a:prstGeom>
          <a:noFill/>
          <a:ln>
            <a:noFill/>
          </a:ln>
        </p:spPr>
      </p:pic>
      <p:pic>
        <p:nvPicPr>
          <p:cNvPr id="1203" name="Google Shape;1203;p83"/>
          <p:cNvPicPr preferRelativeResize="0"/>
          <p:nvPr/>
        </p:nvPicPr>
        <p:blipFill rotWithShape="1">
          <a:blip r:embed="rId9">
            <a:alphaModFix/>
          </a:blip>
          <a:srcRect b="0" l="139" r="139" t="0"/>
          <a:stretch/>
        </p:blipFill>
        <p:spPr>
          <a:xfrm>
            <a:off x="2590367" y="2734640"/>
            <a:ext cx="234386" cy="234386"/>
          </a:xfrm>
          <a:prstGeom prst="rect">
            <a:avLst/>
          </a:prstGeom>
          <a:noFill/>
          <a:ln>
            <a:noFill/>
          </a:ln>
        </p:spPr>
      </p:pic>
      <p:pic>
        <p:nvPicPr>
          <p:cNvPr id="1204" name="Google Shape;1204;p83"/>
          <p:cNvPicPr preferRelativeResize="0"/>
          <p:nvPr/>
        </p:nvPicPr>
        <p:blipFill rotWithShape="1">
          <a:blip r:embed="rId10">
            <a:alphaModFix/>
          </a:blip>
          <a:srcRect b="0" l="0" r="0" t="0"/>
          <a:stretch/>
        </p:blipFill>
        <p:spPr>
          <a:xfrm>
            <a:off x="1916549" y="2993109"/>
            <a:ext cx="273115" cy="273115"/>
          </a:xfrm>
          <a:prstGeom prst="rect">
            <a:avLst/>
          </a:prstGeom>
          <a:noFill/>
          <a:ln>
            <a:noFill/>
          </a:ln>
        </p:spPr>
      </p:pic>
      <p:pic>
        <p:nvPicPr>
          <p:cNvPr id="1205" name="Google Shape;1205;p83"/>
          <p:cNvPicPr preferRelativeResize="0"/>
          <p:nvPr/>
        </p:nvPicPr>
        <p:blipFill rotWithShape="1">
          <a:blip r:embed="rId9">
            <a:alphaModFix/>
          </a:blip>
          <a:srcRect b="0" l="139" r="139" t="0"/>
          <a:stretch/>
        </p:blipFill>
        <p:spPr>
          <a:xfrm>
            <a:off x="4889592" y="2028928"/>
            <a:ext cx="234386" cy="234386"/>
          </a:xfrm>
          <a:prstGeom prst="rect">
            <a:avLst/>
          </a:prstGeom>
          <a:noFill/>
          <a:ln>
            <a:noFill/>
          </a:ln>
        </p:spPr>
      </p:pic>
      <p:pic>
        <p:nvPicPr>
          <p:cNvPr id="1206" name="Google Shape;1206;p83"/>
          <p:cNvPicPr preferRelativeResize="0"/>
          <p:nvPr/>
        </p:nvPicPr>
        <p:blipFill rotWithShape="1">
          <a:blip r:embed="rId10">
            <a:alphaModFix/>
          </a:blip>
          <a:srcRect b="0" l="0" r="0" t="0"/>
          <a:stretch/>
        </p:blipFill>
        <p:spPr>
          <a:xfrm>
            <a:off x="3955560" y="2005508"/>
            <a:ext cx="273115" cy="273115"/>
          </a:xfrm>
          <a:prstGeom prst="rect">
            <a:avLst/>
          </a:prstGeom>
          <a:noFill/>
          <a:ln>
            <a:noFill/>
          </a:ln>
        </p:spPr>
      </p:pic>
      <p:pic>
        <p:nvPicPr>
          <p:cNvPr id="1207" name="Google Shape;1207;p83"/>
          <p:cNvPicPr preferRelativeResize="0"/>
          <p:nvPr/>
        </p:nvPicPr>
        <p:blipFill rotWithShape="1">
          <a:blip r:embed="rId10">
            <a:alphaModFix/>
          </a:blip>
          <a:srcRect b="0" l="0" r="0" t="0"/>
          <a:stretch/>
        </p:blipFill>
        <p:spPr>
          <a:xfrm>
            <a:off x="6288564" y="2719444"/>
            <a:ext cx="273115" cy="273115"/>
          </a:xfrm>
          <a:prstGeom prst="rect">
            <a:avLst/>
          </a:prstGeom>
          <a:noFill/>
          <a:ln>
            <a:noFill/>
          </a:ln>
        </p:spPr>
      </p:pic>
      <p:pic>
        <p:nvPicPr>
          <p:cNvPr id="1208" name="Google Shape;1208;p83"/>
          <p:cNvPicPr preferRelativeResize="0"/>
          <p:nvPr/>
        </p:nvPicPr>
        <p:blipFill rotWithShape="1">
          <a:blip r:embed="rId8">
            <a:alphaModFix/>
          </a:blip>
          <a:srcRect b="0" l="0" r="0" t="0"/>
          <a:stretch/>
        </p:blipFill>
        <p:spPr>
          <a:xfrm>
            <a:off x="6999701" y="3047007"/>
            <a:ext cx="219292" cy="219292"/>
          </a:xfrm>
          <a:prstGeom prst="rect">
            <a:avLst/>
          </a:prstGeom>
          <a:noFill/>
          <a:ln>
            <a:noFill/>
          </a:ln>
        </p:spPr>
      </p:pic>
      <p:pic>
        <p:nvPicPr>
          <p:cNvPr id="1209" name="Google Shape;1209;p83"/>
          <p:cNvPicPr preferRelativeResize="0"/>
          <p:nvPr/>
        </p:nvPicPr>
        <p:blipFill rotWithShape="1">
          <a:blip r:embed="rId9">
            <a:alphaModFix/>
          </a:blip>
          <a:srcRect b="0" l="139" r="139" t="0"/>
          <a:stretch/>
        </p:blipFill>
        <p:spPr>
          <a:xfrm>
            <a:off x="6823732" y="3665455"/>
            <a:ext cx="234386" cy="234386"/>
          </a:xfrm>
          <a:prstGeom prst="rect">
            <a:avLst/>
          </a:prstGeom>
          <a:noFill/>
          <a:ln>
            <a:noFill/>
          </a:ln>
        </p:spPr>
      </p:pic>
      <p:pic>
        <p:nvPicPr>
          <p:cNvPr id="1210" name="Google Shape;1210;p83"/>
          <p:cNvPicPr preferRelativeResize="0"/>
          <p:nvPr/>
        </p:nvPicPr>
        <p:blipFill rotWithShape="1">
          <a:blip r:embed="rId11">
            <a:alphaModFix/>
          </a:blip>
          <a:srcRect b="0" l="0" r="0" t="0"/>
          <a:stretch/>
        </p:blipFill>
        <p:spPr>
          <a:xfrm>
            <a:off x="2773009" y="3359303"/>
            <a:ext cx="486554" cy="486554"/>
          </a:xfrm>
          <a:prstGeom prst="rect">
            <a:avLst/>
          </a:prstGeom>
          <a:noFill/>
          <a:ln>
            <a:noFill/>
          </a:ln>
        </p:spPr>
      </p:pic>
      <p:pic>
        <p:nvPicPr>
          <p:cNvPr id="1211" name="Google Shape;1211;p83"/>
          <p:cNvPicPr preferRelativeResize="0"/>
          <p:nvPr/>
        </p:nvPicPr>
        <p:blipFill rotWithShape="1">
          <a:blip r:embed="rId12">
            <a:alphaModFix/>
          </a:blip>
          <a:srcRect b="0" l="0" r="0" t="0"/>
          <a:stretch/>
        </p:blipFill>
        <p:spPr>
          <a:xfrm>
            <a:off x="4367864" y="2534758"/>
            <a:ext cx="402224" cy="402203"/>
          </a:xfrm>
          <a:prstGeom prst="rect">
            <a:avLst/>
          </a:prstGeom>
          <a:noFill/>
          <a:ln>
            <a:noFill/>
          </a:ln>
        </p:spPr>
      </p:pic>
      <p:pic>
        <p:nvPicPr>
          <p:cNvPr id="1212" name="Google Shape;1212;p83"/>
          <p:cNvPicPr preferRelativeResize="0"/>
          <p:nvPr/>
        </p:nvPicPr>
        <p:blipFill rotWithShape="1">
          <a:blip r:embed="rId13">
            <a:alphaModFix/>
          </a:blip>
          <a:srcRect b="0" l="0" r="0" t="0"/>
          <a:stretch/>
        </p:blipFill>
        <p:spPr>
          <a:xfrm>
            <a:off x="6000018" y="3488381"/>
            <a:ext cx="311242" cy="311242"/>
          </a:xfrm>
          <a:prstGeom prst="rect">
            <a:avLst/>
          </a:prstGeom>
          <a:noFill/>
          <a:ln>
            <a:noFill/>
          </a:ln>
        </p:spPr>
      </p:pic>
      <p:sp>
        <p:nvSpPr>
          <p:cNvPr id="1213" name="Google Shape;1213;p83"/>
          <p:cNvSpPr/>
          <p:nvPr/>
        </p:nvSpPr>
        <p:spPr>
          <a:xfrm>
            <a:off x="4383160" y="1534647"/>
            <a:ext cx="362400" cy="361800"/>
          </a:xfrm>
          <a:prstGeom prst="ellipse">
            <a:avLst/>
          </a:prstGeom>
          <a:solidFill>
            <a:srgbClr val="FFFFFF"/>
          </a:solidFill>
          <a:ln cap="flat" cmpd="sng" w="9525">
            <a:solidFill>
              <a:srgbClr val="FF0000"/>
            </a:solidFill>
            <a:prstDash val="solid"/>
            <a:round/>
            <a:headEnd len="sm" w="sm" type="none"/>
            <a:tailEnd len="sm" w="sm" type="none"/>
          </a:ln>
        </p:spPr>
        <p:txBody>
          <a:bodyPr anchorCtr="0" anchor="ctr" bIns="51450" lIns="51450" spcFirstLastPara="1" rIns="51450" wrap="square" tIns="51450">
            <a:noAutofit/>
          </a:bodyPr>
          <a:lstStyle/>
          <a:p>
            <a:pPr indent="0" lvl="0" marL="0" rtl="0" algn="l">
              <a:spcBef>
                <a:spcPts val="0"/>
              </a:spcBef>
              <a:spcAft>
                <a:spcPts val="0"/>
              </a:spcAft>
              <a:buNone/>
            </a:pPr>
            <a:r>
              <a:t/>
            </a:r>
            <a:endParaRPr sz="800"/>
          </a:p>
        </p:txBody>
      </p:sp>
      <p:pic>
        <p:nvPicPr>
          <p:cNvPr id="1214" name="Google Shape;1214;p83"/>
          <p:cNvPicPr preferRelativeResize="0"/>
          <p:nvPr/>
        </p:nvPicPr>
        <p:blipFill rotWithShape="1">
          <a:blip r:embed="rId8">
            <a:alphaModFix/>
          </a:blip>
          <a:srcRect b="0" l="0" r="0" t="0"/>
          <a:stretch/>
        </p:blipFill>
        <p:spPr>
          <a:xfrm>
            <a:off x="4452673" y="1605824"/>
            <a:ext cx="219292" cy="219292"/>
          </a:xfrm>
          <a:prstGeom prst="rect">
            <a:avLst/>
          </a:prstGeom>
          <a:noFill/>
          <a:ln>
            <a:noFill/>
          </a:ln>
        </p:spPr>
      </p:pic>
      <p:sp>
        <p:nvSpPr>
          <p:cNvPr id="1215" name="Google Shape;1215;p83"/>
          <p:cNvSpPr txBox="1"/>
          <p:nvPr/>
        </p:nvSpPr>
        <p:spPr>
          <a:xfrm flipH="1">
            <a:off x="1007515" y="2071479"/>
            <a:ext cx="1437300" cy="2202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None/>
            </a:pPr>
            <a:r>
              <a:rPr b="1" lang="en" sz="900">
                <a:solidFill>
                  <a:srgbClr val="EE0000"/>
                </a:solidFill>
                <a:latin typeface="Red Hat Display"/>
                <a:ea typeface="Red Hat Display"/>
                <a:cs typeface="Red Hat Display"/>
                <a:sym typeface="Red Hat Display"/>
              </a:rPr>
              <a:t>Consistent automation</a:t>
            </a:r>
            <a:endParaRPr b="1" sz="900">
              <a:solidFill>
                <a:srgbClr val="EE0000"/>
              </a:solidFill>
              <a:latin typeface="Red Hat Display"/>
              <a:ea typeface="Red Hat Display"/>
              <a:cs typeface="Red Hat Display"/>
              <a:sym typeface="Red Hat Display"/>
            </a:endParaRPr>
          </a:p>
        </p:txBody>
      </p:sp>
      <p:sp>
        <p:nvSpPr>
          <p:cNvPr id="1216" name="Google Shape;1216;p83"/>
          <p:cNvSpPr txBox="1"/>
          <p:nvPr/>
        </p:nvSpPr>
        <p:spPr>
          <a:xfrm flipH="1">
            <a:off x="1406993" y="1809059"/>
            <a:ext cx="1345800" cy="2202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None/>
            </a:pPr>
            <a:r>
              <a:rPr b="1" lang="en" sz="900">
                <a:solidFill>
                  <a:srgbClr val="EE0000"/>
                </a:solidFill>
                <a:latin typeface="Red Hat Display"/>
                <a:ea typeface="Red Hat Display"/>
                <a:cs typeface="Red Hat Display"/>
                <a:sym typeface="Red Hat Display"/>
              </a:rPr>
              <a:t>Unified platform</a:t>
            </a:r>
            <a:endParaRPr b="1" sz="900">
              <a:solidFill>
                <a:srgbClr val="EE0000"/>
              </a:solidFill>
              <a:latin typeface="Red Hat Display"/>
              <a:ea typeface="Red Hat Display"/>
              <a:cs typeface="Red Hat Display"/>
              <a:sym typeface="Red Hat Display"/>
            </a:endParaRPr>
          </a:p>
        </p:txBody>
      </p:sp>
      <p:sp>
        <p:nvSpPr>
          <p:cNvPr id="1217" name="Google Shape;1217;p83"/>
          <p:cNvSpPr/>
          <p:nvPr/>
        </p:nvSpPr>
        <p:spPr>
          <a:xfrm>
            <a:off x="2541911" y="2192250"/>
            <a:ext cx="670599" cy="311342"/>
          </a:xfrm>
          <a:custGeom>
            <a:rect b="b" l="l" r="r" t="t"/>
            <a:pathLst>
              <a:path extrusionOk="0" h="19311" w="41594">
                <a:moveTo>
                  <a:pt x="41594" y="19311"/>
                </a:moveTo>
                <a:lnTo>
                  <a:pt x="22283" y="0"/>
                </a:lnTo>
                <a:lnTo>
                  <a:pt x="0" y="0"/>
                </a:lnTo>
              </a:path>
            </a:pathLst>
          </a:custGeom>
          <a:noFill/>
          <a:ln cap="flat" cmpd="sng" w="9525">
            <a:solidFill>
              <a:schemeClr val="accent1"/>
            </a:solidFill>
            <a:prstDash val="solid"/>
            <a:round/>
            <a:headEnd len="med" w="med" type="oval"/>
            <a:tailEnd len="med" w="med" type="oval"/>
          </a:ln>
        </p:spPr>
      </p:sp>
      <p:sp>
        <p:nvSpPr>
          <p:cNvPr id="1218" name="Google Shape;1218;p83"/>
          <p:cNvSpPr/>
          <p:nvPr/>
        </p:nvSpPr>
        <p:spPr>
          <a:xfrm>
            <a:off x="2836508" y="1925984"/>
            <a:ext cx="779888" cy="362081"/>
          </a:xfrm>
          <a:custGeom>
            <a:rect b="b" l="l" r="r" t="t"/>
            <a:pathLst>
              <a:path extrusionOk="0" h="19311" w="41594">
                <a:moveTo>
                  <a:pt x="41594" y="19311"/>
                </a:moveTo>
                <a:lnTo>
                  <a:pt x="22283" y="0"/>
                </a:lnTo>
                <a:lnTo>
                  <a:pt x="0" y="0"/>
                </a:lnTo>
              </a:path>
            </a:pathLst>
          </a:custGeom>
          <a:noFill/>
          <a:ln cap="flat" cmpd="sng" w="9525">
            <a:solidFill>
              <a:schemeClr val="accent1"/>
            </a:solidFill>
            <a:prstDash val="solid"/>
            <a:round/>
            <a:headEnd len="med" w="med" type="oval"/>
            <a:tailEnd len="med" w="med" type="oval"/>
          </a:ln>
        </p:spPr>
      </p:sp>
      <p:sp>
        <p:nvSpPr>
          <p:cNvPr id="1219" name="Google Shape;1219;p83"/>
          <p:cNvSpPr/>
          <p:nvPr/>
        </p:nvSpPr>
        <p:spPr>
          <a:xfrm flipH="1">
            <a:off x="5592868" y="1939911"/>
            <a:ext cx="779888" cy="362081"/>
          </a:xfrm>
          <a:custGeom>
            <a:rect b="b" l="l" r="r" t="t"/>
            <a:pathLst>
              <a:path extrusionOk="0" h="19311" w="41594">
                <a:moveTo>
                  <a:pt x="41594" y="19311"/>
                </a:moveTo>
                <a:lnTo>
                  <a:pt x="22283" y="0"/>
                </a:lnTo>
                <a:lnTo>
                  <a:pt x="0" y="0"/>
                </a:lnTo>
              </a:path>
            </a:pathLst>
          </a:custGeom>
          <a:noFill/>
          <a:ln cap="flat" cmpd="sng" w="9525">
            <a:solidFill>
              <a:schemeClr val="accent1"/>
            </a:solidFill>
            <a:prstDash val="solid"/>
            <a:round/>
            <a:headEnd len="med" w="med" type="oval"/>
            <a:tailEnd len="med" w="med" type="oval"/>
          </a:ln>
        </p:spPr>
      </p:sp>
      <p:sp>
        <p:nvSpPr>
          <p:cNvPr id="1220" name="Google Shape;1220;p83"/>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Ansible Automation Platform</a:t>
            </a:r>
            <a:endParaRPr/>
          </a:p>
        </p:txBody>
      </p:sp>
      <p:sp>
        <p:nvSpPr>
          <p:cNvPr id="1221" name="Google Shape;1221;p83"/>
          <p:cNvSpPr txBox="1"/>
          <p:nvPr>
            <p:ph idx="3"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Break down the silos.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pic>
        <p:nvPicPr>
          <p:cNvPr id="1226" name="Google Shape;1226;p84"/>
          <p:cNvPicPr preferRelativeResize="0"/>
          <p:nvPr/>
        </p:nvPicPr>
        <p:blipFill rotWithShape="1">
          <a:blip r:embed="rId3">
            <a:alphaModFix/>
          </a:blip>
          <a:srcRect b="-263" l="0" r="0" t="-1248"/>
          <a:stretch/>
        </p:blipFill>
        <p:spPr>
          <a:xfrm>
            <a:off x="4777237" y="1655063"/>
            <a:ext cx="4055025" cy="2524500"/>
          </a:xfrm>
          <a:prstGeom prst="rect">
            <a:avLst/>
          </a:prstGeom>
          <a:noFill/>
          <a:ln>
            <a:noFill/>
          </a:ln>
        </p:spPr>
      </p:pic>
      <p:pic>
        <p:nvPicPr>
          <p:cNvPr id="1227" name="Google Shape;1227;p84"/>
          <p:cNvPicPr preferRelativeResize="0"/>
          <p:nvPr/>
        </p:nvPicPr>
        <p:blipFill rotWithShape="1">
          <a:blip r:embed="rId4">
            <a:alphaModFix/>
          </a:blip>
          <a:srcRect b="0" l="0" r="0" t="0"/>
          <a:stretch/>
        </p:blipFill>
        <p:spPr>
          <a:xfrm>
            <a:off x="8216446" y="2571750"/>
            <a:ext cx="492244" cy="492244"/>
          </a:xfrm>
          <a:prstGeom prst="rect">
            <a:avLst/>
          </a:prstGeom>
          <a:noFill/>
          <a:ln>
            <a:noFill/>
          </a:ln>
        </p:spPr>
      </p:pic>
      <p:pic>
        <p:nvPicPr>
          <p:cNvPr id="1228" name="Google Shape;1228;p84"/>
          <p:cNvPicPr preferRelativeResize="0"/>
          <p:nvPr/>
        </p:nvPicPr>
        <p:blipFill rotWithShape="1">
          <a:blip r:embed="rId5">
            <a:alphaModFix/>
          </a:blip>
          <a:srcRect b="0" l="0" r="0" t="0"/>
          <a:stretch/>
        </p:blipFill>
        <p:spPr>
          <a:xfrm>
            <a:off x="4933439" y="2591822"/>
            <a:ext cx="432054" cy="432054"/>
          </a:xfrm>
          <a:prstGeom prst="rect">
            <a:avLst/>
          </a:prstGeom>
          <a:noFill/>
          <a:ln>
            <a:noFill/>
          </a:ln>
        </p:spPr>
      </p:pic>
      <p:sp>
        <p:nvSpPr>
          <p:cNvPr id="1229" name="Google Shape;1229;p84"/>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1230" name="Google Shape;1230;p84"/>
          <p:cNvSpPr txBox="1"/>
          <p:nvPr>
            <p:ph idx="12" type="sldNum"/>
          </p:nvPr>
        </p:nvSpPr>
        <p:spPr>
          <a:xfrm>
            <a:off x="61481" y="4627167"/>
            <a:ext cx="548700" cy="107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231" name="Google Shape;1231;p84"/>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Identity Management in Red Hat Enterprise Linux</a:t>
            </a:r>
            <a:endParaRPr/>
          </a:p>
        </p:txBody>
      </p:sp>
      <p:sp>
        <p:nvSpPr>
          <p:cNvPr id="1232" name="Google Shape;1232;p84"/>
          <p:cNvSpPr txBox="1"/>
          <p:nvPr/>
        </p:nvSpPr>
        <p:spPr>
          <a:xfrm>
            <a:off x="663844" y="1240163"/>
            <a:ext cx="7816500" cy="219000"/>
          </a:xfrm>
          <a:prstGeom prst="rect">
            <a:avLst/>
          </a:prstGeom>
          <a:noFill/>
          <a:ln>
            <a:noFill/>
          </a:ln>
        </p:spPr>
        <p:txBody>
          <a:bodyPr anchorCtr="0" anchor="t" bIns="0" lIns="0" spcFirstLastPara="1" rIns="0" wrap="square" tIns="0">
            <a:noAutofit/>
          </a:bodyPr>
          <a:lstStyle/>
          <a:p>
            <a:pPr indent="0" lvl="0" marL="0" rtl="0" algn="ctr">
              <a:lnSpc>
                <a:spcPct val="140000"/>
              </a:lnSpc>
              <a:spcBef>
                <a:spcPts val="0"/>
              </a:spcBef>
              <a:spcAft>
                <a:spcPts val="400"/>
              </a:spcAft>
              <a:buNone/>
            </a:pPr>
            <a:r>
              <a:rPr lang="en" sz="1400">
                <a:solidFill>
                  <a:srgbClr val="EE0000"/>
                </a:solidFill>
                <a:latin typeface="Red Hat Display"/>
                <a:ea typeface="Red Hat Display"/>
                <a:cs typeface="Red Hat Display"/>
                <a:sym typeface="Red Hat Display"/>
              </a:rPr>
              <a:t>Centralize identity management, enforce security controls, and comply with security standards</a:t>
            </a:r>
            <a:endParaRPr sz="1400">
              <a:solidFill>
                <a:srgbClr val="EE0000"/>
              </a:solidFill>
              <a:latin typeface="Red Hat Display"/>
              <a:ea typeface="Red Hat Display"/>
              <a:cs typeface="Red Hat Display"/>
              <a:sym typeface="Red Hat Display"/>
            </a:endParaRPr>
          </a:p>
        </p:txBody>
      </p:sp>
      <p:sp>
        <p:nvSpPr>
          <p:cNvPr id="1233" name="Google Shape;1233;p84"/>
          <p:cNvSpPr/>
          <p:nvPr/>
        </p:nvSpPr>
        <p:spPr>
          <a:xfrm>
            <a:off x="685791" y="3711207"/>
            <a:ext cx="413700" cy="413700"/>
          </a:xfrm>
          <a:prstGeom prst="ellipse">
            <a:avLst/>
          </a:prstGeom>
          <a:solidFill>
            <a:schemeClr val="lt1"/>
          </a:solidFill>
          <a:ln cap="flat" cmpd="sng" w="19050">
            <a:solidFill>
              <a:srgbClr val="EC000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1234" name="Google Shape;1234;p84"/>
          <p:cNvPicPr preferRelativeResize="0"/>
          <p:nvPr/>
        </p:nvPicPr>
        <p:blipFill rotWithShape="1">
          <a:blip r:embed="rId6">
            <a:alphaModFix/>
          </a:blip>
          <a:srcRect b="0" l="0" r="0" t="0"/>
          <a:stretch/>
        </p:blipFill>
        <p:spPr>
          <a:xfrm>
            <a:off x="728086" y="3753502"/>
            <a:ext cx="329184" cy="329184"/>
          </a:xfrm>
          <a:prstGeom prst="rect">
            <a:avLst/>
          </a:prstGeom>
          <a:noFill/>
          <a:ln>
            <a:noFill/>
          </a:ln>
        </p:spPr>
      </p:pic>
      <p:sp>
        <p:nvSpPr>
          <p:cNvPr id="1235" name="Google Shape;1235;p84"/>
          <p:cNvSpPr txBox="1"/>
          <p:nvPr/>
        </p:nvSpPr>
        <p:spPr>
          <a:xfrm>
            <a:off x="1279106" y="1822256"/>
            <a:ext cx="3137100" cy="742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accent1"/>
                </a:solidFill>
                <a:latin typeface="Red Hat Display Medium"/>
                <a:ea typeface="Red Hat Display Medium"/>
                <a:cs typeface="Red Hat Display Medium"/>
                <a:sym typeface="Red Hat Display Medium"/>
              </a:rPr>
              <a:t>Centralize</a:t>
            </a:r>
            <a:endParaRPr sz="1200">
              <a:solidFill>
                <a:schemeClr val="accent1"/>
              </a:solidFill>
              <a:latin typeface="Red Hat Display Medium"/>
              <a:ea typeface="Red Hat Display Medium"/>
              <a:cs typeface="Red Hat Display Medium"/>
              <a:sym typeface="Red Hat Display Medium"/>
            </a:endParaRPr>
          </a:p>
          <a:p>
            <a:pPr indent="0" lvl="0" marL="0" rtl="0" algn="l">
              <a:lnSpc>
                <a:spcPct val="140000"/>
              </a:lnSpc>
              <a:spcBef>
                <a:spcPts val="400"/>
              </a:spcBef>
              <a:spcAft>
                <a:spcPts val="0"/>
              </a:spcAft>
              <a:buNone/>
            </a:pPr>
            <a:r>
              <a:rPr lang="en" sz="800">
                <a:solidFill>
                  <a:schemeClr val="dk1"/>
                </a:solidFill>
                <a:latin typeface="Red Hat Display"/>
                <a:ea typeface="Red Hat Display"/>
                <a:cs typeface="Red Hat Display"/>
                <a:sym typeface="Red Hat Display"/>
              </a:rPr>
              <a:t>Manage identities and enforce authentication policies from a centralized location to ensure consistency across all platforms and footprints, improve the user experience, and ease IT burden.</a:t>
            </a:r>
            <a:endParaRPr sz="800">
              <a:solidFill>
                <a:schemeClr val="dk1"/>
              </a:solidFill>
              <a:latin typeface="Red Hat Display"/>
              <a:ea typeface="Red Hat Display"/>
              <a:cs typeface="Red Hat Display"/>
              <a:sym typeface="Red Hat Display"/>
            </a:endParaRPr>
          </a:p>
          <a:p>
            <a:pPr indent="0" lvl="0" marL="0" rtl="0" algn="l">
              <a:lnSpc>
                <a:spcPct val="115000"/>
              </a:lnSpc>
              <a:spcBef>
                <a:spcPts val="400"/>
              </a:spcBef>
              <a:spcAft>
                <a:spcPts val="400"/>
              </a:spcAft>
              <a:buNone/>
            </a:pPr>
            <a:r>
              <a:t/>
            </a:r>
            <a:endParaRPr sz="1200">
              <a:solidFill>
                <a:schemeClr val="accent1"/>
              </a:solidFill>
              <a:latin typeface="Red Hat Display Medium"/>
              <a:ea typeface="Red Hat Display Medium"/>
              <a:cs typeface="Red Hat Display Medium"/>
              <a:sym typeface="Red Hat Display Medium"/>
            </a:endParaRPr>
          </a:p>
        </p:txBody>
      </p:sp>
      <p:sp>
        <p:nvSpPr>
          <p:cNvPr id="1236" name="Google Shape;1236;p84"/>
          <p:cNvSpPr txBox="1"/>
          <p:nvPr/>
        </p:nvSpPr>
        <p:spPr>
          <a:xfrm>
            <a:off x="1279106" y="2816809"/>
            <a:ext cx="3137100" cy="742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accent1"/>
                </a:solidFill>
                <a:latin typeface="Red Hat Display Medium"/>
                <a:ea typeface="Red Hat Display Medium"/>
                <a:cs typeface="Red Hat Display Medium"/>
                <a:sym typeface="Red Hat Display Medium"/>
              </a:rPr>
              <a:t>Secure</a:t>
            </a:r>
            <a:endParaRPr sz="1200">
              <a:solidFill>
                <a:schemeClr val="accent1"/>
              </a:solidFill>
              <a:latin typeface="Red Hat Display Medium"/>
              <a:ea typeface="Red Hat Display Medium"/>
              <a:cs typeface="Red Hat Display Medium"/>
              <a:sym typeface="Red Hat Display Medium"/>
            </a:endParaRPr>
          </a:p>
          <a:p>
            <a:pPr indent="0" lvl="0" marL="0" rtl="0" algn="l">
              <a:lnSpc>
                <a:spcPct val="140000"/>
              </a:lnSpc>
              <a:spcBef>
                <a:spcPts val="400"/>
              </a:spcBef>
              <a:spcAft>
                <a:spcPts val="400"/>
              </a:spcAft>
              <a:buNone/>
            </a:pPr>
            <a:r>
              <a:rPr lang="en" sz="800">
                <a:solidFill>
                  <a:schemeClr val="dk1"/>
                </a:solidFill>
                <a:latin typeface="Red Hat Display"/>
                <a:ea typeface="Red Hat Display"/>
                <a:cs typeface="Red Hat Display"/>
                <a:sym typeface="Red Hat Display"/>
              </a:rPr>
              <a:t>Configure access requirements and customize permissions to enforce security controls based on the principle of least-privilege, ensuring the right people have the right access at the right time. </a:t>
            </a:r>
            <a:endParaRPr sz="800">
              <a:solidFill>
                <a:schemeClr val="dk1"/>
              </a:solidFill>
              <a:latin typeface="Red Hat Display"/>
              <a:ea typeface="Red Hat Display"/>
              <a:cs typeface="Red Hat Display"/>
              <a:sym typeface="Red Hat Display"/>
            </a:endParaRPr>
          </a:p>
        </p:txBody>
      </p:sp>
      <p:sp>
        <p:nvSpPr>
          <p:cNvPr id="1237" name="Google Shape;1237;p84"/>
          <p:cNvSpPr txBox="1"/>
          <p:nvPr/>
        </p:nvSpPr>
        <p:spPr>
          <a:xfrm>
            <a:off x="1279106" y="3826330"/>
            <a:ext cx="3137100" cy="742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accent1"/>
                </a:solidFill>
                <a:latin typeface="Red Hat Display Medium"/>
                <a:ea typeface="Red Hat Display Medium"/>
                <a:cs typeface="Red Hat Display Medium"/>
                <a:sym typeface="Red Hat Display Medium"/>
              </a:rPr>
              <a:t>Comply</a:t>
            </a:r>
            <a:endParaRPr sz="1200">
              <a:solidFill>
                <a:schemeClr val="accent1"/>
              </a:solidFill>
              <a:latin typeface="Red Hat Display Medium"/>
              <a:ea typeface="Red Hat Display Medium"/>
              <a:cs typeface="Red Hat Display Medium"/>
              <a:sym typeface="Red Hat Display Medium"/>
            </a:endParaRPr>
          </a:p>
          <a:p>
            <a:pPr indent="0" lvl="0" marL="0" rtl="0" algn="l">
              <a:lnSpc>
                <a:spcPct val="140000"/>
              </a:lnSpc>
              <a:spcBef>
                <a:spcPts val="400"/>
              </a:spcBef>
              <a:spcAft>
                <a:spcPts val="400"/>
              </a:spcAft>
              <a:buNone/>
            </a:pPr>
            <a:r>
              <a:rPr lang="en" sz="800">
                <a:solidFill>
                  <a:schemeClr val="dk1"/>
                </a:solidFill>
                <a:latin typeface="Red Hat Display"/>
                <a:ea typeface="Red Hat Display"/>
                <a:cs typeface="Red Hat Display"/>
                <a:sym typeface="Red Hat Display"/>
              </a:rPr>
              <a:t>Implement compliance best practices and standards with an independently certified solution that supports your overall identity management strategy.</a:t>
            </a:r>
            <a:endParaRPr sz="800">
              <a:solidFill>
                <a:schemeClr val="dk1"/>
              </a:solidFill>
              <a:latin typeface="Red Hat Display"/>
              <a:ea typeface="Red Hat Display"/>
              <a:cs typeface="Red Hat Display"/>
              <a:sym typeface="Red Hat Display"/>
            </a:endParaRPr>
          </a:p>
        </p:txBody>
      </p:sp>
      <p:sp>
        <p:nvSpPr>
          <p:cNvPr id="1238" name="Google Shape;1238;p84"/>
          <p:cNvSpPr/>
          <p:nvPr/>
        </p:nvSpPr>
        <p:spPr>
          <a:xfrm>
            <a:off x="685791" y="2714658"/>
            <a:ext cx="413700" cy="413700"/>
          </a:xfrm>
          <a:prstGeom prst="ellipse">
            <a:avLst/>
          </a:prstGeom>
          <a:solidFill>
            <a:schemeClr val="lt1"/>
          </a:solidFill>
          <a:ln cap="flat" cmpd="sng" w="19050">
            <a:solidFill>
              <a:srgbClr val="EC000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1239" name="Google Shape;1239;p84"/>
          <p:cNvPicPr preferRelativeResize="0"/>
          <p:nvPr/>
        </p:nvPicPr>
        <p:blipFill rotWithShape="1">
          <a:blip r:embed="rId7">
            <a:alphaModFix/>
          </a:blip>
          <a:srcRect b="0" l="0" r="0" t="0"/>
          <a:stretch/>
        </p:blipFill>
        <p:spPr>
          <a:xfrm>
            <a:off x="728086" y="2744418"/>
            <a:ext cx="329184" cy="329184"/>
          </a:xfrm>
          <a:prstGeom prst="rect">
            <a:avLst/>
          </a:prstGeom>
          <a:noFill/>
          <a:ln>
            <a:noFill/>
          </a:ln>
        </p:spPr>
      </p:pic>
      <p:sp>
        <p:nvSpPr>
          <p:cNvPr id="1240" name="Google Shape;1240;p84"/>
          <p:cNvSpPr/>
          <p:nvPr/>
        </p:nvSpPr>
        <p:spPr>
          <a:xfrm>
            <a:off x="685791" y="1718110"/>
            <a:ext cx="413700" cy="413700"/>
          </a:xfrm>
          <a:prstGeom prst="ellipse">
            <a:avLst/>
          </a:prstGeom>
          <a:solidFill>
            <a:schemeClr val="lt1"/>
          </a:solidFill>
          <a:ln cap="flat" cmpd="sng" w="19050">
            <a:solidFill>
              <a:srgbClr val="EC000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1241" name="Google Shape;1241;p84"/>
          <p:cNvPicPr preferRelativeResize="0"/>
          <p:nvPr/>
        </p:nvPicPr>
        <p:blipFill rotWithShape="1">
          <a:blip r:embed="rId8">
            <a:alphaModFix/>
          </a:blip>
          <a:srcRect b="0" l="0" r="0" t="0"/>
          <a:stretch/>
        </p:blipFill>
        <p:spPr>
          <a:xfrm>
            <a:off x="4777072" y="4341497"/>
            <a:ext cx="280706" cy="280698"/>
          </a:xfrm>
          <a:prstGeom prst="rect">
            <a:avLst/>
          </a:prstGeom>
          <a:noFill/>
          <a:ln>
            <a:noFill/>
          </a:ln>
        </p:spPr>
      </p:pic>
      <p:sp>
        <p:nvSpPr>
          <p:cNvPr id="1242" name="Google Shape;1242;p84"/>
          <p:cNvSpPr txBox="1"/>
          <p:nvPr/>
        </p:nvSpPr>
        <p:spPr>
          <a:xfrm>
            <a:off x="5122125" y="4375534"/>
            <a:ext cx="2914800" cy="212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 sz="900" u="sng">
                <a:solidFill>
                  <a:schemeClr val="hlink"/>
                </a:solidFill>
                <a:latin typeface="Red Hat Text Medium"/>
                <a:ea typeface="Red Hat Text Medium"/>
                <a:cs typeface="Red Hat Text Medium"/>
                <a:sym typeface="Red Hat Text Medium"/>
                <a:hlinkClick r:id="rId9"/>
              </a:rPr>
              <a:t>Live demo</a:t>
            </a:r>
            <a:endParaRPr sz="900">
              <a:latin typeface="Red Hat Text"/>
              <a:ea typeface="Red Hat Text"/>
              <a:cs typeface="Red Hat Text"/>
              <a:sym typeface="Red Hat Text"/>
            </a:endParaRPr>
          </a:p>
        </p:txBody>
      </p:sp>
      <p:pic>
        <p:nvPicPr>
          <p:cNvPr id="1243" name="Google Shape;1243;p84"/>
          <p:cNvPicPr preferRelativeResize="0"/>
          <p:nvPr/>
        </p:nvPicPr>
        <p:blipFill rotWithShape="1">
          <a:blip r:embed="rId10">
            <a:alphaModFix/>
          </a:blip>
          <a:srcRect b="0" l="0" r="0" t="0"/>
          <a:stretch/>
        </p:blipFill>
        <p:spPr>
          <a:xfrm>
            <a:off x="6454963" y="2458363"/>
            <a:ext cx="685172" cy="685172"/>
          </a:xfrm>
          <a:prstGeom prst="rect">
            <a:avLst/>
          </a:prstGeom>
          <a:noFill/>
          <a:ln>
            <a:noFill/>
          </a:ln>
        </p:spPr>
      </p:pic>
      <p:pic>
        <p:nvPicPr>
          <p:cNvPr id="1244" name="Google Shape;1244;p84"/>
          <p:cNvPicPr preferRelativeResize="0"/>
          <p:nvPr/>
        </p:nvPicPr>
        <p:blipFill rotWithShape="1">
          <a:blip r:embed="rId11">
            <a:alphaModFix/>
          </a:blip>
          <a:srcRect b="0" l="0" r="0" t="0"/>
          <a:stretch/>
        </p:blipFill>
        <p:spPr>
          <a:xfrm>
            <a:off x="728086" y="1760405"/>
            <a:ext cx="329184" cy="329184"/>
          </a:xfrm>
          <a:prstGeom prst="rect">
            <a:avLst/>
          </a:prstGeom>
          <a:noFill/>
          <a:ln>
            <a:noFill/>
          </a:ln>
        </p:spPr>
      </p:pic>
      <p:sp>
        <p:nvSpPr>
          <p:cNvPr id="1245" name="Google Shape;1245;p84"/>
          <p:cNvSpPr txBox="1"/>
          <p:nvPr>
            <p:ph idx="2" type="subTitle"/>
          </p:nvPr>
        </p:nvSpPr>
        <p:spPr>
          <a:xfrm>
            <a:off x="663788" y="4627163"/>
            <a:ext cx="6001800" cy="420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85"/>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Related Products</a:t>
            </a:r>
            <a:endParaRPr/>
          </a:p>
        </p:txBody>
      </p:sp>
      <p:sp>
        <p:nvSpPr>
          <p:cNvPr id="1251" name="Google Shape;1251;p85"/>
          <p:cNvSpPr txBox="1"/>
          <p:nvPr>
            <p:ph idx="4" type="body"/>
          </p:nvPr>
        </p:nvSpPr>
        <p:spPr>
          <a:xfrm>
            <a:off x="1251150" y="1240175"/>
            <a:ext cx="6846900" cy="657900"/>
          </a:xfrm>
          <a:prstGeom prst="rect">
            <a:avLst/>
          </a:prstGeom>
        </p:spPr>
        <p:txBody>
          <a:bodyPr anchorCtr="0" anchor="t" bIns="0" lIns="0" spcFirstLastPara="1" rIns="0" wrap="square" tIns="0">
            <a:noAutofit/>
          </a:bodyPr>
          <a:lstStyle/>
          <a:p>
            <a:pPr indent="0" lvl="0" marL="0" rtl="0" algn="l">
              <a:lnSpc>
                <a:spcPct val="115000"/>
              </a:lnSpc>
              <a:spcBef>
                <a:spcPts val="800"/>
              </a:spcBef>
              <a:spcAft>
                <a:spcPts val="800"/>
              </a:spcAft>
              <a:buNone/>
            </a:pPr>
            <a:r>
              <a:rPr lang="en" sz="1000"/>
              <a:t>These all either have their Services Solution Page on the </a:t>
            </a:r>
            <a:r>
              <a:rPr lang="en" sz="1000" u="sng">
                <a:solidFill>
                  <a:schemeClr val="hlink"/>
                </a:solidFill>
                <a:hlinkClick r:id="rId3"/>
              </a:rPr>
              <a:t>Portfolio Hub</a:t>
            </a:r>
            <a:r>
              <a:rPr lang="en" sz="1000"/>
              <a:t>, </a:t>
            </a:r>
            <a:r>
              <a:rPr lang="en" sz="1000"/>
              <a:t>a related Scoping Option for this solution, or a backlog item to create a </a:t>
            </a:r>
            <a:r>
              <a:rPr lang="en" sz="1000"/>
              <a:t>Solution</a:t>
            </a:r>
            <a:r>
              <a:rPr lang="en" sz="1000"/>
              <a:t> or Scoping Option.</a:t>
            </a:r>
            <a:endParaRPr sz="1000"/>
          </a:p>
        </p:txBody>
      </p:sp>
      <p:sp>
        <p:nvSpPr>
          <p:cNvPr id="1252" name="Google Shape;1252;p85"/>
          <p:cNvSpPr txBox="1"/>
          <p:nvPr/>
        </p:nvSpPr>
        <p:spPr>
          <a:xfrm>
            <a:off x="336500" y="0"/>
            <a:ext cx="2902800" cy="661500"/>
          </a:xfrm>
          <a:prstGeom prst="rect">
            <a:avLst/>
          </a:prstGeom>
          <a:noFill/>
          <a:ln>
            <a:noFill/>
          </a:ln>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accent1"/>
                </a:solidFill>
                <a:latin typeface="Red Hat Display Medium"/>
                <a:ea typeface="Red Hat Display Medium"/>
                <a:cs typeface="Red Hat Display Medium"/>
                <a:sym typeface="Red Hat Display Medium"/>
              </a:rPr>
              <a:t>Red Hat Infrastructure Standard Adoption Model</a:t>
            </a:r>
            <a:endParaRPr sz="800">
              <a:solidFill>
                <a:srgbClr val="EE0000"/>
              </a:solidFill>
              <a:latin typeface="Red Hat Display Medium"/>
              <a:ea typeface="Red Hat Display Medium"/>
              <a:cs typeface="Red Hat Display Medium"/>
              <a:sym typeface="Red Hat Display Medium"/>
            </a:endParaRPr>
          </a:p>
        </p:txBody>
      </p:sp>
      <p:sp>
        <p:nvSpPr>
          <p:cNvPr id="1253" name="Google Shape;1253;p85"/>
          <p:cNvSpPr txBox="1"/>
          <p:nvPr/>
        </p:nvSpPr>
        <p:spPr>
          <a:xfrm>
            <a:off x="1185200" y="1998150"/>
            <a:ext cx="6701100" cy="2529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Red Hat Display"/>
              <a:buChar char="●"/>
            </a:pPr>
            <a:r>
              <a:rPr lang="en" u="sng">
                <a:solidFill>
                  <a:schemeClr val="hlink"/>
                </a:solidFill>
                <a:latin typeface="Red Hat Display"/>
                <a:ea typeface="Red Hat Display"/>
                <a:cs typeface="Red Hat Display"/>
                <a:sym typeface="Red Hat Display"/>
                <a:hlinkClick r:id="rId4"/>
              </a:rPr>
              <a:t>Identity Management Pilot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u="sng">
                <a:solidFill>
                  <a:schemeClr val="hlink"/>
                </a:solidFill>
                <a:latin typeface="Red Hat Display"/>
                <a:ea typeface="Red Hat Display"/>
                <a:cs typeface="Red Hat Display"/>
                <a:sym typeface="Red Hat Display"/>
                <a:hlinkClick r:id="rId5"/>
              </a:rPr>
              <a:t>Standard Operating Environment Provisioning for RHEL</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u="sng">
                <a:solidFill>
                  <a:schemeClr val="hlink"/>
                </a:solidFill>
                <a:latin typeface="Red Hat Display"/>
                <a:ea typeface="Red Hat Display"/>
                <a:cs typeface="Red Hat Display"/>
                <a:sym typeface="Red Hat Display"/>
                <a:hlinkClick r:id="rId6"/>
              </a:rPr>
              <a:t>Ansible Automation Platform FastStart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u="sng">
                <a:solidFill>
                  <a:schemeClr val="hlink"/>
                </a:solidFill>
                <a:latin typeface="Red Hat Display"/>
                <a:ea typeface="Red Hat Display"/>
                <a:cs typeface="Red Hat Display"/>
                <a:sym typeface="Red Hat Display"/>
                <a:hlinkClick r:id="rId7"/>
              </a:rPr>
              <a:t>Automate RHEL Patching and Compliance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u="sng">
                <a:solidFill>
                  <a:schemeClr val="hlink"/>
                </a:solidFill>
                <a:latin typeface="Red Hat Display"/>
                <a:ea typeface="Red Hat Display"/>
                <a:cs typeface="Red Hat Display"/>
                <a:sym typeface="Red Hat Display"/>
                <a:hlinkClick r:id="rId8"/>
              </a:rPr>
              <a:t>Ansible Automation Adoption Journey</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u="sng">
                <a:solidFill>
                  <a:schemeClr val="hlink"/>
                </a:solidFill>
                <a:latin typeface="Red Hat Display"/>
                <a:ea typeface="Red Hat Display"/>
                <a:cs typeface="Red Hat Display"/>
                <a:sym typeface="Red Hat Display"/>
                <a:hlinkClick r:id="rId9"/>
              </a:rPr>
              <a:t>RHEL in-place upgrade at scale with Ansible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u="sng">
                <a:solidFill>
                  <a:schemeClr val="hlink"/>
                </a:solidFill>
                <a:latin typeface="Red Hat Display"/>
                <a:ea typeface="Red Hat Display"/>
                <a:cs typeface="Red Hat Display"/>
                <a:sym typeface="Red Hat Display"/>
                <a:hlinkClick r:id="rId10"/>
              </a:rPr>
              <a:t>Convert to RHEL from CentOS and Oracle Linux</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many more …</a:t>
            </a:r>
            <a:endParaRPr>
              <a:latin typeface="Red Hat Display"/>
              <a:ea typeface="Red Hat Display"/>
              <a:cs typeface="Red Hat Display"/>
              <a:sym typeface="Red Hat Display"/>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86"/>
          <p:cNvSpPr txBox="1"/>
          <p:nvPr>
            <p:ph idx="12" type="sldNum"/>
          </p:nvPr>
        </p:nvSpPr>
        <p:spPr>
          <a:xfrm>
            <a:off x="61481" y="4627167"/>
            <a:ext cx="548700" cy="107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259" name="Google Shape;1259;p86"/>
          <p:cNvSpPr txBox="1"/>
          <p:nvPr>
            <p:ph idx="4" type="body"/>
          </p:nvPr>
        </p:nvSpPr>
        <p:spPr>
          <a:xfrm>
            <a:off x="1124425" y="1714500"/>
            <a:ext cx="7248000" cy="2743200"/>
          </a:xfrm>
          <a:prstGeom prst="rect">
            <a:avLst/>
          </a:prstGeom>
        </p:spPr>
        <p:txBody>
          <a:bodyPr anchorCtr="0" anchor="t" bIns="0" lIns="0" spcFirstLastPara="1" rIns="0" wrap="square" tIns="0">
            <a:noAutofit/>
          </a:bodyPr>
          <a:lstStyle/>
          <a:p>
            <a:pPr indent="-254000" lvl="0" marL="254000" rtl="0" algn="l">
              <a:lnSpc>
                <a:spcPct val="100000"/>
              </a:lnSpc>
              <a:spcBef>
                <a:spcPts val="800"/>
              </a:spcBef>
              <a:spcAft>
                <a:spcPts val="0"/>
              </a:spcAft>
              <a:buSzPts val="1400"/>
              <a:buChar char="▸"/>
            </a:pPr>
            <a:r>
              <a:rPr lang="en"/>
              <a:t>“Integrate my RHEL systems deployment on-premise seamlessly with Azure.”</a:t>
            </a:r>
            <a:endParaRPr/>
          </a:p>
          <a:p>
            <a:pPr indent="-254000" lvl="0" marL="254000" rtl="0" algn="l">
              <a:lnSpc>
                <a:spcPct val="100000"/>
              </a:lnSpc>
              <a:spcBef>
                <a:spcPts val="800"/>
              </a:spcBef>
              <a:spcAft>
                <a:spcPts val="0"/>
              </a:spcAft>
              <a:buSzPts val="1400"/>
              <a:buChar char="▸"/>
            </a:pPr>
            <a:r>
              <a:rPr lang="en"/>
              <a:t>“You have told me you can build and run RHEL systems the same anywhere. Show me!”</a:t>
            </a:r>
            <a:endParaRPr/>
          </a:p>
          <a:p>
            <a:pPr indent="-254000" lvl="0" marL="254000" rtl="0" algn="l">
              <a:lnSpc>
                <a:spcPct val="100000"/>
              </a:lnSpc>
              <a:spcBef>
                <a:spcPts val="800"/>
              </a:spcBef>
              <a:spcAft>
                <a:spcPts val="0"/>
              </a:spcAft>
              <a:buSzPts val="1400"/>
              <a:buChar char="▸"/>
            </a:pPr>
            <a:r>
              <a:rPr lang="en"/>
              <a:t>“Help me automate my traditional infrastructure the same way you helped me with containers.”</a:t>
            </a:r>
            <a:endParaRPr/>
          </a:p>
          <a:p>
            <a:pPr indent="-254000" lvl="0" marL="254000" rtl="0" algn="l">
              <a:lnSpc>
                <a:spcPct val="100000"/>
              </a:lnSpc>
              <a:spcBef>
                <a:spcPts val="800"/>
              </a:spcBef>
              <a:spcAft>
                <a:spcPts val="0"/>
              </a:spcAft>
              <a:buSzPts val="1400"/>
              <a:buChar char="▸"/>
            </a:pPr>
            <a:r>
              <a:rPr lang="en"/>
              <a:t>“I need to build compliant systems at scale, maintain them and attest to it. Can you help?”</a:t>
            </a:r>
            <a:endParaRPr/>
          </a:p>
          <a:p>
            <a:pPr indent="-254000" lvl="0" marL="254000" rtl="0" algn="l">
              <a:lnSpc>
                <a:spcPct val="100000"/>
              </a:lnSpc>
              <a:spcBef>
                <a:spcPts val="800"/>
              </a:spcBef>
              <a:spcAft>
                <a:spcPts val="0"/>
              </a:spcAft>
              <a:buSzPts val="1400"/>
              <a:buChar char="▸"/>
            </a:pPr>
            <a:r>
              <a:rPr lang="en"/>
              <a:t>“Can you help me automate my systems maintenance. I can’t innovate while keeping the lights on.”</a:t>
            </a:r>
            <a:endParaRPr/>
          </a:p>
          <a:p>
            <a:pPr indent="0" lvl="0" marL="254000" rtl="0" algn="l">
              <a:lnSpc>
                <a:spcPct val="100000"/>
              </a:lnSpc>
              <a:spcBef>
                <a:spcPts val="800"/>
              </a:spcBef>
              <a:spcAft>
                <a:spcPts val="800"/>
              </a:spcAft>
              <a:buNone/>
            </a:pPr>
            <a:r>
              <a:t/>
            </a:r>
            <a:endParaRPr/>
          </a:p>
        </p:txBody>
      </p:sp>
      <p:sp>
        <p:nvSpPr>
          <p:cNvPr id="1260" name="Google Shape;1260;p86"/>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400"/>
              <a:t>Top requested capabilities of Red Hat Infrastructure</a:t>
            </a:r>
            <a:endParaRPr sz="2400"/>
          </a:p>
        </p:txBody>
      </p:sp>
      <p:sp>
        <p:nvSpPr>
          <p:cNvPr id="1261" name="Google Shape;1261;p86"/>
          <p:cNvSpPr txBox="1"/>
          <p:nvPr/>
        </p:nvSpPr>
        <p:spPr>
          <a:xfrm>
            <a:off x="336500" y="0"/>
            <a:ext cx="2902800" cy="661500"/>
          </a:xfrm>
          <a:prstGeom prst="rect">
            <a:avLst/>
          </a:prstGeom>
          <a:noFill/>
          <a:ln>
            <a:noFill/>
          </a:ln>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accent1"/>
                </a:solidFill>
                <a:latin typeface="Red Hat Display Medium"/>
                <a:ea typeface="Red Hat Display Medium"/>
                <a:cs typeface="Red Hat Display Medium"/>
                <a:sym typeface="Red Hat Display Medium"/>
              </a:rPr>
              <a:t>Red Hat Infrastructure Standard Adoption Model</a:t>
            </a:r>
            <a:endParaRPr sz="800">
              <a:solidFill>
                <a:srgbClr val="EE0000"/>
              </a:solidFill>
              <a:latin typeface="Red Hat Display Medium"/>
              <a:ea typeface="Red Hat Display Medium"/>
              <a:cs typeface="Red Hat Display Medium"/>
              <a:sym typeface="Red Hat Display Medium"/>
            </a:endParaRPr>
          </a:p>
        </p:txBody>
      </p:sp>
      <p:sp>
        <p:nvSpPr>
          <p:cNvPr id="1262" name="Google Shape;1262;p86"/>
          <p:cNvSpPr txBox="1"/>
          <p:nvPr/>
        </p:nvSpPr>
        <p:spPr>
          <a:xfrm>
            <a:off x="2438800" y="1397950"/>
            <a:ext cx="4064700" cy="22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ed Hat Display"/>
              <a:ea typeface="Red Hat Display"/>
              <a:cs typeface="Red Hat Display"/>
              <a:sym typeface="Red Hat Display"/>
            </a:endParaRPr>
          </a:p>
        </p:txBody>
      </p:sp>
      <p:sp>
        <p:nvSpPr>
          <p:cNvPr id="1263" name="Google Shape;1263;p86"/>
          <p:cNvSpPr txBox="1"/>
          <p:nvPr>
            <p:ph idx="3" type="subTitle"/>
          </p:nvPr>
        </p:nvSpPr>
        <p:spPr>
          <a:xfrm>
            <a:off x="663788" y="4627163"/>
            <a:ext cx="6001800" cy="420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1264" name="Google Shape;1264;p86"/>
          <p:cNvSpPr txBox="1"/>
          <p:nvPr>
            <p:ph idx="2"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Things we have heard…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68" name="Shape 1268"/>
        <p:cNvGrpSpPr/>
        <p:nvPr/>
      </p:nvGrpSpPr>
      <p:grpSpPr>
        <a:xfrm>
          <a:off x="0" y="0"/>
          <a:ext cx="0" cy="0"/>
          <a:chOff x="0" y="0"/>
          <a:chExt cx="0" cy="0"/>
        </a:xfrm>
      </p:grpSpPr>
      <p:sp>
        <p:nvSpPr>
          <p:cNvPr id="1269" name="Google Shape;1269;p87"/>
          <p:cNvSpPr txBox="1"/>
          <p:nvPr>
            <p:ph type="title"/>
          </p:nvPr>
        </p:nvSpPr>
        <p:spPr>
          <a:xfrm>
            <a:off x="335831" y="813421"/>
            <a:ext cx="5118900" cy="1578900"/>
          </a:xfrm>
          <a:prstGeom prst="rect">
            <a:avLst/>
          </a:prstGeom>
          <a:effectLst>
            <a:outerShdw blurRad="57150" rotWithShape="0" algn="bl" dir="5400000" dist="19050">
              <a:srgbClr val="000000">
                <a:alpha val="50000"/>
              </a:srgbClr>
            </a:outerShdw>
          </a:effectLst>
        </p:spPr>
        <p:txBody>
          <a:bodyPr anchorCtr="0" anchor="t" bIns="68575" lIns="329175" spcFirstLastPara="1" rIns="68575" wrap="square" tIns="68575">
            <a:noAutofit/>
          </a:bodyPr>
          <a:lstStyle/>
          <a:p>
            <a:pPr indent="0" lvl="0" marL="0" rtl="0" algn="l">
              <a:spcBef>
                <a:spcPts val="0"/>
              </a:spcBef>
              <a:spcAft>
                <a:spcPts val="0"/>
              </a:spcAft>
              <a:buClr>
                <a:schemeClr val="dk1"/>
              </a:buClr>
              <a:buSzPts val="1100"/>
              <a:buFont typeface="Arial"/>
              <a:buNone/>
            </a:pPr>
            <a:r>
              <a:rPr b="1" lang="en" sz="4155">
                <a:latin typeface="Red Hat Display"/>
                <a:ea typeface="Red Hat Display"/>
                <a:cs typeface="Red Hat Display"/>
                <a:sym typeface="Red Hat Display"/>
              </a:rPr>
              <a:t>Appendix</a:t>
            </a:r>
            <a:endParaRPr b="1" sz="4155">
              <a:latin typeface="Red Hat Display"/>
              <a:ea typeface="Red Hat Display"/>
              <a:cs typeface="Red Hat Display"/>
              <a:sym typeface="Red Hat Display"/>
            </a:endParaRPr>
          </a:p>
          <a:p>
            <a:pPr indent="0" lvl="0" marL="0" rtl="0" algn="l">
              <a:lnSpc>
                <a:spcPct val="100000"/>
              </a:lnSpc>
              <a:spcBef>
                <a:spcPts val="0"/>
              </a:spcBef>
              <a:spcAft>
                <a:spcPts val="0"/>
              </a:spcAft>
              <a:buNone/>
            </a:pPr>
            <a:r>
              <a:t/>
            </a:r>
            <a:endParaRPr/>
          </a:p>
          <a:p>
            <a:pPr indent="0" lvl="0" marL="0" rtl="0" algn="l">
              <a:spcBef>
                <a:spcPts val="0"/>
              </a:spcBef>
              <a:spcAft>
                <a:spcPts val="0"/>
              </a:spcAft>
              <a:buNone/>
            </a:pPr>
            <a:r>
              <a:t/>
            </a:r>
            <a:endParaRPr b="1" i="1">
              <a:latin typeface="Red Hat Display"/>
              <a:ea typeface="Red Hat Display"/>
              <a:cs typeface="Red Hat Display"/>
              <a:sym typeface="Red Hat Display"/>
            </a:endParaRPr>
          </a:p>
        </p:txBody>
      </p:sp>
      <p:sp>
        <p:nvSpPr>
          <p:cNvPr id="1270" name="Google Shape;1270;p87"/>
          <p:cNvSpPr txBox="1"/>
          <p:nvPr>
            <p:ph idx="12" type="sldNum"/>
          </p:nvPr>
        </p:nvSpPr>
        <p:spPr>
          <a:xfrm>
            <a:off x="61481" y="4627167"/>
            <a:ext cx="548700" cy="107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1271" name="Google Shape;1271;p87"/>
          <p:cNvSpPr txBox="1"/>
          <p:nvPr>
            <p:ph idx="1" type="subTitle"/>
          </p:nvPr>
        </p:nvSpPr>
        <p:spPr>
          <a:xfrm>
            <a:off x="335831" y="41580"/>
            <a:ext cx="3861600" cy="612300"/>
          </a:xfrm>
          <a:prstGeom prst="rect">
            <a:avLst/>
          </a:prstGeom>
        </p:spPr>
        <p:txBody>
          <a:bodyPr anchorCtr="0" anchor="ctr" bIns="68575" lIns="329175" spcFirstLastPara="1" rIns="68575" wrap="square" tIns="68575">
            <a:noAutofit/>
          </a:bodyPr>
          <a:lstStyle/>
          <a:p>
            <a:pPr indent="0" lvl="0" marL="0" rtl="0" algn="l">
              <a:spcBef>
                <a:spcPts val="0"/>
              </a:spcBef>
              <a:spcAft>
                <a:spcPts val="0"/>
              </a:spcAft>
              <a:buNone/>
            </a:pPr>
            <a:r>
              <a:t/>
            </a:r>
            <a:endParaRPr/>
          </a:p>
        </p:txBody>
      </p:sp>
      <p:sp>
        <p:nvSpPr>
          <p:cNvPr id="1272" name="Google Shape;1272;p87"/>
          <p:cNvSpPr txBox="1"/>
          <p:nvPr>
            <p:ph idx="2" type="subTitle"/>
          </p:nvPr>
        </p:nvSpPr>
        <p:spPr>
          <a:xfrm>
            <a:off x="6938588" y="1307790"/>
            <a:ext cx="1593300" cy="2481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76" name="Shape 1276"/>
        <p:cNvGrpSpPr/>
        <p:nvPr/>
      </p:nvGrpSpPr>
      <p:grpSpPr>
        <a:xfrm>
          <a:off x="0" y="0"/>
          <a:ext cx="0" cy="0"/>
          <a:chOff x="0" y="0"/>
          <a:chExt cx="0" cy="0"/>
        </a:xfrm>
      </p:grpSpPr>
      <p:sp>
        <p:nvSpPr>
          <p:cNvPr id="1277" name="Google Shape;1277;p88"/>
          <p:cNvSpPr txBox="1"/>
          <p:nvPr>
            <p:ph idx="1" type="subTitle"/>
          </p:nvPr>
        </p:nvSpPr>
        <p:spPr>
          <a:xfrm>
            <a:off x="876994" y="1555519"/>
            <a:ext cx="8044800" cy="317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Editing</a:t>
            </a:r>
            <a:r>
              <a:rPr lang="en"/>
              <a:t> - Please add your edits/comments to the main deck located 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https://docs.google.com/presentation/d/1HGPE-Wod7XO9WRCCnnga3Qy3mcoifyusVlRaRAu_Pak</a:t>
            </a:r>
            <a:endParaRPr/>
          </a:p>
          <a:p>
            <a:pPr indent="0" lvl="0" marL="0" rtl="0" algn="l">
              <a:spcBef>
                <a:spcPts val="0"/>
              </a:spcBef>
              <a:spcAft>
                <a:spcPts val="0"/>
              </a:spcAft>
              <a:buNone/>
            </a:pPr>
            <a:r>
              <a:t/>
            </a:r>
            <a:endParaRPr b="1"/>
          </a:p>
          <a:p>
            <a:pPr indent="0" lvl="0" marL="0" rtl="0" algn="l">
              <a:spcBef>
                <a:spcPts val="0"/>
              </a:spcBef>
              <a:spcAft>
                <a:spcPts val="0"/>
              </a:spcAft>
              <a:buNone/>
            </a:pPr>
            <a:r>
              <a:rPr lang="en"/>
              <a:t>This is a shortened version of the main deck for customer overview presentations. It will be periodically updated.</a:t>
            </a:r>
            <a:endParaRPr/>
          </a:p>
        </p:txBody>
      </p:sp>
      <p:sp>
        <p:nvSpPr>
          <p:cNvPr id="1278" name="Google Shape;1278;p88"/>
          <p:cNvSpPr txBox="1"/>
          <p:nvPr>
            <p:ph type="title"/>
          </p:nvPr>
        </p:nvSpPr>
        <p:spPr>
          <a:xfrm>
            <a:off x="877106" y="1064813"/>
            <a:ext cx="7404000" cy="414600"/>
          </a:xfrm>
          <a:prstGeom prst="rect">
            <a:avLst/>
          </a:prstGeom>
        </p:spPr>
        <p:txBody>
          <a:bodyPr anchorCtr="0" anchor="b" bIns="0" lIns="0" spcFirstLastPara="1" rIns="0" wrap="square" tIns="0">
            <a:noAutofit/>
          </a:bodyPr>
          <a:lstStyle/>
          <a:p>
            <a:pPr indent="0" lvl="0" marL="0" rtl="0" algn="l">
              <a:lnSpc>
                <a:spcPct val="105000"/>
              </a:lnSpc>
              <a:spcBef>
                <a:spcPts val="0"/>
              </a:spcBef>
              <a:spcAft>
                <a:spcPts val="0"/>
              </a:spcAft>
              <a:buClr>
                <a:schemeClr val="dk1"/>
              </a:buClr>
              <a:buSzPts val="800"/>
              <a:buFont typeface="Arial"/>
              <a:buNone/>
            </a:pPr>
            <a:r>
              <a:rPr lang="en" sz="2600"/>
              <a:t>Contributing:</a:t>
            </a:r>
            <a:endParaRPr sz="2600"/>
          </a:p>
        </p:txBody>
      </p:sp>
      <p:sp>
        <p:nvSpPr>
          <p:cNvPr id="1279" name="Google Shape;1279;p88"/>
          <p:cNvSpPr txBox="1"/>
          <p:nvPr>
            <p:ph idx="12" type="sldNum"/>
          </p:nvPr>
        </p:nvSpPr>
        <p:spPr>
          <a:xfrm>
            <a:off x="46111" y="3470375"/>
            <a:ext cx="411600" cy="80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83" name="Shape 1283"/>
        <p:cNvGrpSpPr/>
        <p:nvPr/>
      </p:nvGrpSpPr>
      <p:grpSpPr>
        <a:xfrm>
          <a:off x="0" y="0"/>
          <a:ext cx="0" cy="0"/>
          <a:chOff x="0" y="0"/>
          <a:chExt cx="0" cy="0"/>
        </a:xfrm>
      </p:grpSpPr>
      <p:sp>
        <p:nvSpPr>
          <p:cNvPr id="1284" name="Google Shape;1284;p89"/>
          <p:cNvSpPr txBox="1"/>
          <p:nvPr>
            <p:ph idx="1" type="subTitle"/>
          </p:nvPr>
        </p:nvSpPr>
        <p:spPr>
          <a:xfrm>
            <a:off x="876994" y="1555519"/>
            <a:ext cx="8044800" cy="317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Editing</a:t>
            </a:r>
            <a:r>
              <a:rPr lang="en"/>
              <a:t> - please add slides that you would like to see to the deck. If they need a section, add the section separator slide. Tag your slide in the content notes section with:</a:t>
            </a:r>
            <a:endParaRPr/>
          </a:p>
          <a:p>
            <a:pPr indent="0" lvl="0" marL="0" rtl="0" algn="l">
              <a:spcBef>
                <a:spcPts val="0"/>
              </a:spcBef>
              <a:spcAft>
                <a:spcPts val="0"/>
              </a:spcAft>
              <a:buNone/>
            </a:pPr>
            <a:r>
              <a:rPr lang="en"/>
              <a:t>[Content Owner]: &lt;Your Name&gt;</a:t>
            </a:r>
            <a:endParaRPr/>
          </a:p>
          <a:p>
            <a:pPr indent="0" lvl="0" marL="0" rtl="0" algn="l">
              <a:spcBef>
                <a:spcPts val="0"/>
              </a:spcBef>
              <a:spcAft>
                <a:spcPts val="0"/>
              </a:spcAft>
              <a:buNone/>
            </a:pPr>
            <a:r>
              <a:rPr lang="en"/>
              <a:t>This helps in collaborating with others. There are lots of editors :-)</a:t>
            </a:r>
            <a:endParaRPr/>
          </a:p>
          <a:p>
            <a:pPr indent="0" lvl="0" marL="0" rtl="0" algn="l">
              <a:spcBef>
                <a:spcPts val="0"/>
              </a:spcBef>
              <a:spcAft>
                <a:spcPts val="0"/>
              </a:spcAft>
              <a:buNone/>
            </a:pPr>
            <a:r>
              <a:rPr lang="en"/>
              <a:t>You are responsible for maintaining your content in this deck. </a:t>
            </a:r>
            <a:r>
              <a:rPr b="1" lang="en"/>
              <a:t>Please only edit your own content.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need to make changes for a customer presentation, please make a copy to your own drive. </a:t>
            </a:r>
            <a:endParaRPr/>
          </a:p>
          <a:p>
            <a:pPr indent="0" lvl="0" marL="0" rtl="0" algn="l">
              <a:spcBef>
                <a:spcPts val="0"/>
              </a:spcBef>
              <a:spcAft>
                <a:spcPts val="0"/>
              </a:spcAft>
              <a:buNone/>
            </a:pPr>
            <a:r>
              <a:t/>
            </a:r>
            <a:endParaRPr b="1" sz="900"/>
          </a:p>
          <a:p>
            <a:pPr indent="0" lvl="0" marL="0" rtl="0" algn="l">
              <a:spcBef>
                <a:spcPts val="0"/>
              </a:spcBef>
              <a:spcAft>
                <a:spcPts val="0"/>
              </a:spcAft>
              <a:buNone/>
            </a:pPr>
            <a:r>
              <a:t/>
            </a:r>
            <a:endParaRPr b="1"/>
          </a:p>
          <a:p>
            <a:pPr indent="0" lvl="0" marL="0" rtl="0" algn="l">
              <a:spcBef>
                <a:spcPts val="0"/>
              </a:spcBef>
              <a:spcAft>
                <a:spcPts val="0"/>
              </a:spcAft>
              <a:buNone/>
            </a:pPr>
            <a:r>
              <a:t/>
            </a:r>
            <a:endParaRPr/>
          </a:p>
        </p:txBody>
      </p:sp>
      <p:sp>
        <p:nvSpPr>
          <p:cNvPr id="1285" name="Google Shape;1285;p89"/>
          <p:cNvSpPr txBox="1"/>
          <p:nvPr>
            <p:ph type="title"/>
          </p:nvPr>
        </p:nvSpPr>
        <p:spPr>
          <a:xfrm>
            <a:off x="877106" y="1064813"/>
            <a:ext cx="7404000" cy="414600"/>
          </a:xfrm>
          <a:prstGeom prst="rect">
            <a:avLst/>
          </a:prstGeom>
        </p:spPr>
        <p:txBody>
          <a:bodyPr anchorCtr="0" anchor="b" bIns="0" lIns="0" spcFirstLastPara="1" rIns="0" wrap="square" tIns="0">
            <a:noAutofit/>
          </a:bodyPr>
          <a:lstStyle/>
          <a:p>
            <a:pPr indent="0" lvl="0" marL="0" rtl="0" algn="l">
              <a:lnSpc>
                <a:spcPct val="105000"/>
              </a:lnSpc>
              <a:spcBef>
                <a:spcPts val="0"/>
              </a:spcBef>
              <a:spcAft>
                <a:spcPts val="0"/>
              </a:spcAft>
              <a:buClr>
                <a:schemeClr val="dk1"/>
              </a:buClr>
              <a:buSzPts val="800"/>
              <a:buFont typeface="Arial"/>
              <a:buNone/>
            </a:pPr>
            <a:r>
              <a:rPr lang="en" sz="2600"/>
              <a:t>Contributing:</a:t>
            </a:r>
            <a:endParaRPr sz="2600"/>
          </a:p>
        </p:txBody>
      </p:sp>
      <p:sp>
        <p:nvSpPr>
          <p:cNvPr id="1286" name="Google Shape;1286;p89"/>
          <p:cNvSpPr txBox="1"/>
          <p:nvPr>
            <p:ph idx="12" type="sldNum"/>
          </p:nvPr>
        </p:nvSpPr>
        <p:spPr>
          <a:xfrm>
            <a:off x="46111" y="3470375"/>
            <a:ext cx="411600" cy="80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90" name="Shape 1290"/>
        <p:cNvGrpSpPr/>
        <p:nvPr/>
      </p:nvGrpSpPr>
      <p:grpSpPr>
        <a:xfrm>
          <a:off x="0" y="0"/>
          <a:ext cx="0" cy="0"/>
          <a:chOff x="0" y="0"/>
          <a:chExt cx="0" cy="0"/>
        </a:xfrm>
      </p:grpSpPr>
      <p:sp>
        <p:nvSpPr>
          <p:cNvPr id="1291" name="Google Shape;1291;p90"/>
          <p:cNvSpPr txBox="1"/>
          <p:nvPr>
            <p:ph idx="12" type="sldNum"/>
          </p:nvPr>
        </p:nvSpPr>
        <p:spPr>
          <a:xfrm>
            <a:off x="61481" y="4627167"/>
            <a:ext cx="548700" cy="107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292" name="Google Shape;1292;p90"/>
          <p:cNvSpPr txBox="1"/>
          <p:nvPr>
            <p:ph idx="4294967295" type="body"/>
          </p:nvPr>
        </p:nvSpPr>
        <p:spPr>
          <a:xfrm>
            <a:off x="1884425" y="1714500"/>
            <a:ext cx="5975700" cy="2743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200">
                <a:solidFill>
                  <a:schemeClr val="dk1"/>
                </a:solidFill>
              </a:rPr>
              <a:t>Contributors</a:t>
            </a:r>
            <a:endParaRPr b="1" sz="1200">
              <a:solidFill>
                <a:schemeClr val="dk1"/>
              </a:solidFill>
            </a:endParaRPr>
          </a:p>
          <a:p>
            <a:pPr indent="0" lvl="0" marL="254000" rtl="0" algn="l">
              <a:lnSpc>
                <a:spcPct val="100000"/>
              </a:lnSpc>
              <a:spcBef>
                <a:spcPts val="400"/>
              </a:spcBef>
              <a:spcAft>
                <a:spcPts val="0"/>
              </a:spcAft>
              <a:buNone/>
            </a:pPr>
            <a:r>
              <a:t/>
            </a:r>
            <a:endParaRPr b="1" sz="800">
              <a:solidFill>
                <a:schemeClr val="dk1"/>
              </a:solidFill>
            </a:endParaRPr>
          </a:p>
          <a:p>
            <a:pPr indent="-222250" lvl="0" marL="254000" rtl="0" algn="l">
              <a:lnSpc>
                <a:spcPct val="100000"/>
              </a:lnSpc>
              <a:spcBef>
                <a:spcPts val="400"/>
              </a:spcBef>
              <a:spcAft>
                <a:spcPts val="0"/>
              </a:spcAft>
              <a:buSzPts val="900"/>
              <a:buChar char="▸"/>
            </a:pPr>
            <a:r>
              <a:rPr lang="en" sz="900">
                <a:solidFill>
                  <a:schemeClr val="dk1"/>
                </a:solidFill>
              </a:rPr>
              <a:t>Paul Armstrong &lt;</a:t>
            </a:r>
            <a:r>
              <a:rPr lang="en" sz="900" u="sng">
                <a:solidFill>
                  <a:schemeClr val="hlink"/>
                </a:solidFill>
                <a:hlinkClick r:id="rId3"/>
              </a:rPr>
              <a:t>parmstro@redhat.com</a:t>
            </a:r>
            <a:r>
              <a:rPr lang="en" sz="900">
                <a:solidFill>
                  <a:schemeClr val="dk1"/>
                </a:solidFill>
              </a:rPr>
              <a:t>&gt; - Principal Technical Specialist - RoOT Canada - Oct 2023</a:t>
            </a:r>
            <a:endParaRPr sz="900">
              <a:solidFill>
                <a:schemeClr val="dk1"/>
              </a:solidFill>
            </a:endParaRPr>
          </a:p>
          <a:p>
            <a:pPr indent="-222250" lvl="0" marL="254000" rtl="0" algn="l">
              <a:lnSpc>
                <a:spcPct val="100000"/>
              </a:lnSpc>
              <a:spcBef>
                <a:spcPts val="400"/>
              </a:spcBef>
              <a:spcAft>
                <a:spcPts val="0"/>
              </a:spcAft>
              <a:buSzPts val="900"/>
              <a:buChar char="▸"/>
            </a:pPr>
            <a:r>
              <a:rPr lang="en" sz="900">
                <a:solidFill>
                  <a:schemeClr val="dk1"/>
                </a:solidFill>
              </a:rPr>
              <a:t>Kristin Hendricks &lt;</a:t>
            </a:r>
            <a:r>
              <a:rPr lang="en" sz="900" u="sng">
                <a:solidFill>
                  <a:schemeClr val="hlink"/>
                </a:solidFill>
                <a:hlinkClick r:id="rId4"/>
              </a:rPr>
              <a:t>krhendri@redhat.com</a:t>
            </a:r>
            <a:r>
              <a:rPr lang="en" sz="900">
                <a:solidFill>
                  <a:schemeClr val="dk1"/>
                </a:solidFill>
              </a:rPr>
              <a:t>&gt; - Senior Program Manager - Global Services - Oct 2023</a:t>
            </a:r>
            <a:endParaRPr sz="900">
              <a:solidFill>
                <a:schemeClr val="dk1"/>
              </a:solidFill>
            </a:endParaRPr>
          </a:p>
          <a:p>
            <a:pPr indent="-222250" lvl="0" marL="254000" rtl="0" algn="l">
              <a:lnSpc>
                <a:spcPct val="100000"/>
              </a:lnSpc>
              <a:spcBef>
                <a:spcPts val="400"/>
              </a:spcBef>
              <a:spcAft>
                <a:spcPts val="0"/>
              </a:spcAft>
              <a:buSzPts val="900"/>
              <a:buChar char="▸"/>
            </a:pPr>
            <a:r>
              <a:rPr lang="en" sz="900">
                <a:solidFill>
                  <a:schemeClr val="dk1"/>
                </a:solidFill>
              </a:rPr>
              <a:t>Mike Savage &lt;</a:t>
            </a:r>
            <a:r>
              <a:rPr lang="en" sz="900" u="sng">
                <a:solidFill>
                  <a:schemeClr val="accent1"/>
                </a:solidFill>
                <a:hlinkClick r:id="rId5">
                  <a:extLst>
                    <a:ext uri="{A12FA001-AC4F-418D-AE19-62706E023703}">
                      <ahyp:hlinkClr val="tx"/>
                    </a:ext>
                  </a:extLst>
                </a:hlinkClick>
              </a:rPr>
              <a:t>msavage@redhat.com</a:t>
            </a:r>
            <a:r>
              <a:rPr lang="en" sz="900">
                <a:solidFill>
                  <a:schemeClr val="dk1"/>
                </a:solidFill>
              </a:rPr>
              <a:t>&gt; - Chief Architect - CTO Org: Customer-led Open Innovation - Nov 2023</a:t>
            </a:r>
            <a:endParaRPr sz="900">
              <a:solidFill>
                <a:schemeClr val="dk1"/>
              </a:solidFill>
            </a:endParaRPr>
          </a:p>
          <a:p>
            <a:pPr indent="-222250" lvl="0" marL="254000" rtl="0" algn="l">
              <a:lnSpc>
                <a:spcPct val="100000"/>
              </a:lnSpc>
              <a:spcBef>
                <a:spcPts val="400"/>
              </a:spcBef>
              <a:spcAft>
                <a:spcPts val="0"/>
              </a:spcAft>
              <a:buSzPts val="900"/>
              <a:buChar char="▸"/>
            </a:pPr>
            <a:r>
              <a:rPr lang="en" sz="900">
                <a:solidFill>
                  <a:schemeClr val="dk1"/>
                </a:solidFill>
              </a:rPr>
              <a:t>Jerone Young  &lt;</a:t>
            </a:r>
            <a:r>
              <a:rPr lang="en" sz="900" u="sng">
                <a:solidFill>
                  <a:schemeClr val="hlink"/>
                </a:solidFill>
                <a:hlinkClick r:id="rId6"/>
              </a:rPr>
              <a:t>jyoung@redhat.com</a:t>
            </a:r>
            <a:r>
              <a:rPr lang="en" sz="900">
                <a:solidFill>
                  <a:schemeClr val="dk1"/>
                </a:solidFill>
              </a:rPr>
              <a:t>&gt; - Senior Architect - Consulting Services - Nov 2023</a:t>
            </a:r>
            <a:endParaRPr sz="900">
              <a:solidFill>
                <a:schemeClr val="dk1"/>
              </a:solidFill>
            </a:endParaRPr>
          </a:p>
          <a:p>
            <a:pPr indent="-222250" lvl="0" marL="254000" rtl="0" algn="l">
              <a:lnSpc>
                <a:spcPct val="100000"/>
              </a:lnSpc>
              <a:spcBef>
                <a:spcPts val="400"/>
              </a:spcBef>
              <a:spcAft>
                <a:spcPts val="0"/>
              </a:spcAft>
              <a:buSzPts val="900"/>
              <a:buChar char="▸"/>
            </a:pPr>
            <a:r>
              <a:rPr lang="en" sz="900">
                <a:solidFill>
                  <a:schemeClr val="dk1"/>
                </a:solidFill>
              </a:rPr>
              <a:t>Martijn ten Heuvel &lt;</a:t>
            </a:r>
            <a:r>
              <a:rPr lang="en" sz="900" u="sng">
                <a:solidFill>
                  <a:schemeClr val="accent1"/>
                </a:solidFill>
                <a:hlinkClick r:id="rId7">
                  <a:extLst>
                    <a:ext uri="{A12FA001-AC4F-418D-AE19-62706E023703}">
                      <ahyp:hlinkClr val="tx"/>
                    </a:ext>
                  </a:extLst>
                </a:hlinkClick>
              </a:rPr>
              <a:t>mtenheuv@redhat.com</a:t>
            </a:r>
            <a:r>
              <a:rPr lang="en" sz="900">
                <a:solidFill>
                  <a:schemeClr val="dk1"/>
                </a:solidFill>
              </a:rPr>
              <a:t>&gt; - Senior Architect - Consulting Services, Netherlands - Nov 2023</a:t>
            </a:r>
            <a:endParaRPr sz="900">
              <a:solidFill>
                <a:schemeClr val="dk1"/>
              </a:solidFill>
            </a:endParaRPr>
          </a:p>
          <a:p>
            <a:pPr indent="0" lvl="0" marL="0" rtl="0" algn="l">
              <a:lnSpc>
                <a:spcPct val="100000"/>
              </a:lnSpc>
              <a:spcBef>
                <a:spcPts val="400"/>
              </a:spcBef>
              <a:spcAft>
                <a:spcPts val="0"/>
              </a:spcAft>
              <a:buNone/>
            </a:pPr>
            <a:r>
              <a:t/>
            </a:r>
            <a:endParaRPr sz="900">
              <a:solidFill>
                <a:schemeClr val="dk1"/>
              </a:solidFill>
            </a:endParaRPr>
          </a:p>
          <a:p>
            <a:pPr indent="0" lvl="0" marL="0" rtl="0" algn="l">
              <a:lnSpc>
                <a:spcPct val="100000"/>
              </a:lnSpc>
              <a:spcBef>
                <a:spcPts val="400"/>
              </a:spcBef>
              <a:spcAft>
                <a:spcPts val="0"/>
              </a:spcAft>
              <a:buNone/>
            </a:pPr>
            <a:r>
              <a:rPr b="1" lang="en" sz="1200">
                <a:solidFill>
                  <a:schemeClr val="dk1"/>
                </a:solidFill>
              </a:rPr>
              <a:t>Reviewers</a:t>
            </a:r>
            <a:endParaRPr b="1" sz="1200">
              <a:solidFill>
                <a:schemeClr val="dk1"/>
              </a:solidFill>
            </a:endParaRPr>
          </a:p>
          <a:p>
            <a:pPr indent="0" lvl="0" marL="0" rtl="0" algn="l">
              <a:lnSpc>
                <a:spcPct val="100000"/>
              </a:lnSpc>
              <a:spcBef>
                <a:spcPts val="400"/>
              </a:spcBef>
              <a:spcAft>
                <a:spcPts val="0"/>
              </a:spcAft>
              <a:buNone/>
            </a:pPr>
            <a:r>
              <a:t/>
            </a:r>
            <a:endParaRPr b="1" sz="800">
              <a:solidFill>
                <a:schemeClr val="dk1"/>
              </a:solidFill>
            </a:endParaRPr>
          </a:p>
          <a:p>
            <a:pPr indent="-222250" lvl="0" marL="254000" rtl="0" algn="l">
              <a:lnSpc>
                <a:spcPct val="100000"/>
              </a:lnSpc>
              <a:spcBef>
                <a:spcPts val="400"/>
              </a:spcBef>
              <a:spcAft>
                <a:spcPts val="0"/>
              </a:spcAft>
              <a:buSzPts val="900"/>
              <a:buChar char="▸"/>
            </a:pPr>
            <a:r>
              <a:t/>
            </a:r>
            <a:endParaRPr sz="900">
              <a:solidFill>
                <a:schemeClr val="dk1"/>
              </a:solidFill>
            </a:endParaRPr>
          </a:p>
          <a:p>
            <a:pPr indent="-222250" lvl="0" marL="254000" rtl="0" algn="l">
              <a:lnSpc>
                <a:spcPct val="100000"/>
              </a:lnSpc>
              <a:spcBef>
                <a:spcPts val="400"/>
              </a:spcBef>
              <a:spcAft>
                <a:spcPts val="400"/>
              </a:spcAft>
              <a:buSzPts val="900"/>
              <a:buChar char="▸"/>
            </a:pPr>
            <a:r>
              <a:t/>
            </a:r>
            <a:endParaRPr sz="800"/>
          </a:p>
        </p:txBody>
      </p:sp>
      <p:sp>
        <p:nvSpPr>
          <p:cNvPr id="1293" name="Google Shape;1293;p90"/>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Contributors &amp; Reviewers</a:t>
            </a:r>
            <a:endParaRPr sz="2100"/>
          </a:p>
        </p:txBody>
      </p:sp>
      <p:sp>
        <p:nvSpPr>
          <p:cNvPr id="1294" name="Google Shape;1294;p90"/>
          <p:cNvSpPr txBox="1"/>
          <p:nvPr>
            <p:ph idx="4" type="subTitle"/>
          </p:nvPr>
        </p:nvSpPr>
        <p:spPr>
          <a:xfrm>
            <a:off x="663844" y="1240163"/>
            <a:ext cx="7816500" cy="219000"/>
          </a:xfrm>
          <a:prstGeom prst="rect">
            <a:avLst/>
          </a:prstGeom>
        </p:spPr>
        <p:txBody>
          <a:bodyPr anchorCtr="0" anchor="t" bIns="0" lIns="0" spcFirstLastPara="1" rIns="0" wrap="square" tIns="0">
            <a:noAutofit/>
          </a:bodyPr>
          <a:lstStyle/>
          <a:p>
            <a:pPr indent="0" lvl="0" marL="0" rtl="0" algn="ctr">
              <a:spcBef>
                <a:spcPts val="0"/>
              </a:spcBef>
              <a:spcAft>
                <a:spcPts val="400"/>
              </a:spcAft>
              <a:buNone/>
            </a:pPr>
            <a:r>
              <a:rPr lang="en"/>
              <a:t>These folks had a hand in creating and/or reviewing this content.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98" name="Shape 1298"/>
        <p:cNvGrpSpPr/>
        <p:nvPr/>
      </p:nvGrpSpPr>
      <p:grpSpPr>
        <a:xfrm>
          <a:off x="0" y="0"/>
          <a:ext cx="0" cy="0"/>
          <a:chOff x="0" y="0"/>
          <a:chExt cx="0" cy="0"/>
        </a:xfrm>
      </p:grpSpPr>
      <p:sp>
        <p:nvSpPr>
          <p:cNvPr id="1299" name="Google Shape;1299;p91"/>
          <p:cNvSpPr txBox="1"/>
          <p:nvPr>
            <p:ph idx="2" type="body"/>
          </p:nvPr>
        </p:nvSpPr>
        <p:spPr>
          <a:xfrm>
            <a:off x="571500" y="1718375"/>
            <a:ext cx="7908600" cy="2795400"/>
          </a:xfrm>
          <a:prstGeom prst="rect">
            <a:avLst/>
          </a:prstGeom>
        </p:spPr>
        <p:txBody>
          <a:bodyPr anchorCtr="0" anchor="t" bIns="0" lIns="0" spcFirstLastPara="1" rIns="0" wrap="square" tIns="0">
            <a:noAutofit/>
          </a:bodyPr>
          <a:lstStyle/>
          <a:p>
            <a:pPr indent="0" lvl="0" marL="0" rtl="0" algn="l">
              <a:spcBef>
                <a:spcPts val="800"/>
              </a:spcBef>
              <a:spcAft>
                <a:spcPts val="0"/>
              </a:spcAft>
              <a:buNone/>
            </a:pPr>
            <a:r>
              <a:rPr lang="en"/>
              <a:t>This deck was based on the following template, if wanting/needing to make a deck like this of your own we encourage you to clone the template:</a:t>
            </a:r>
            <a:endParaRPr/>
          </a:p>
          <a:p>
            <a:pPr indent="0" lvl="0" marL="0" rtl="0" algn="l">
              <a:spcBef>
                <a:spcPts val="800"/>
              </a:spcBef>
              <a:spcAft>
                <a:spcPts val="0"/>
              </a:spcAft>
              <a:buNone/>
            </a:pPr>
            <a:r>
              <a:t/>
            </a:r>
            <a:endParaRPr/>
          </a:p>
          <a:p>
            <a:pPr indent="0" lvl="0" marL="0" rtl="0" algn="l">
              <a:spcBef>
                <a:spcPts val="800"/>
              </a:spcBef>
              <a:spcAft>
                <a:spcPts val="800"/>
              </a:spcAft>
              <a:buNone/>
            </a:pPr>
            <a:r>
              <a:rPr lang="en" u="sng">
                <a:solidFill>
                  <a:schemeClr val="hlink"/>
                </a:solidFill>
                <a:hlinkClick r:id="rId3"/>
              </a:rPr>
              <a:t>TEMPLATE replace with name of offering/solution | Services Seller Enablement [v2.0 - Current]</a:t>
            </a:r>
            <a:r>
              <a:rPr lang="en"/>
              <a:t> </a:t>
            </a:r>
            <a:endParaRPr/>
          </a:p>
        </p:txBody>
      </p:sp>
      <p:sp>
        <p:nvSpPr>
          <p:cNvPr id="1300" name="Google Shape;1300;p91"/>
          <p:cNvSpPr txBox="1"/>
          <p:nvPr>
            <p:ph type="title"/>
          </p:nvPr>
        </p:nvSpPr>
        <p:spPr>
          <a:xfrm>
            <a:off x="663788" y="825263"/>
            <a:ext cx="7816500" cy="414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Source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d Hat - Light">
  <a:themeElements>
    <a:clrScheme name="Simple Light">
      <a:dk1>
        <a:srgbClr val="000000"/>
      </a:dk1>
      <a:lt1>
        <a:srgbClr val="FFFFFF"/>
      </a:lt1>
      <a:dk2>
        <a:srgbClr val="595959"/>
      </a:dk2>
      <a:lt2>
        <a:srgbClr val="EEEEEE"/>
      </a:lt2>
      <a:accent1>
        <a:srgbClr val="EE0000"/>
      </a:accent1>
      <a:accent2>
        <a:srgbClr val="CC0000"/>
      </a:accent2>
      <a:accent3>
        <a:srgbClr val="A30000"/>
      </a:accent3>
      <a:accent4>
        <a:srgbClr val="820000"/>
      </a:accent4>
      <a:accent5>
        <a:srgbClr val="BFBFBF"/>
      </a:accent5>
      <a:accent6>
        <a:srgbClr val="808080"/>
      </a:accent6>
      <a:hlink>
        <a:srgbClr val="EE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